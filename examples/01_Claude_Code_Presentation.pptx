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1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13.xml"/>
  <Override ContentType="application/vnd.openxmlformats-officedocument.presentationml.slide+xml" PartName="/ppt/slides/slide17.xml"/>
  <Override ContentType="application/vnd.openxmlformats-officedocument.presentationml.slide+xml" PartName="/ppt/slides/slide47.xml"/>
  <Override ContentType="application/vnd.openxmlformats-officedocument.presentationml.slide+xml" PartName="/ppt/slides/slide16.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5.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3" r:id="rId5"/>
  </p:sldMasterIdLst>
  <p:notesMasterIdLst>
    <p:notesMasterId r:id="rId6"/>
  </p:notesMasterIdLst>
  <p:sldIdLst>
    <p:sldId id="256" r:id="rId7"/>
    <p:sldId id="261" r:id="rId12"/>
    <p:sldId id="271" r:id="rId22"/>
    <p:sldId id="269" r:id="rId20"/>
    <p:sldId id="272" r:id="rId23"/>
    <p:sldId id="265" r:id="rId16"/>
    <p:sldId id="268" r:id="rId19"/>
    <p:sldId id="266" r:id="rId17"/>
    <p:sldId id="303" r:id="rId58"/>
    <p:sldId id="305" r:id="rId60"/>
    <p:sldId id="304" r:id="rId59"/>
    <p:sldId id="307" r:id="rId62"/>
    <p:sldId id="306" r:id="rId61"/>
    <p:sldId id="270" r:id="rId21"/>
    <p:sldId id="308" r:id="rId63"/>
    <p:sldId id="302" r:id="rId53"/>
  </p:sldIdLst>
  <p:sldSz cy="5143500" cx="9144000"/>
  <p:notesSz cx="6858000" cy="9144000"/>
  <p:embeddedFontLst>
    <p:embeddedFont>
      <p:font typeface="Inter"/>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B500A8-5D39-4616-942E-E305811629E9}">
  <a:tblStyle styleId="{DAB500A8-5D39-4616-942E-E305811629E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975787F-176D-4D19-A15C-1BD4523DBC1E}"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3" Type="http://schemas.openxmlformats.org/officeDocument/2006/relationships/slide" Target="slides/slide17.xml"/><Relationship Id="rId53" Type="http://schemas.openxmlformats.org/officeDocument/2006/relationships/slide" Target="slides/slide47.xml"/><Relationship Id="rId55" Type="http://schemas.openxmlformats.org/officeDocument/2006/relationships/font" Target="fonts/Inter-bold.fntdata"/><Relationship Id="rId54" Type="http://schemas.openxmlformats.org/officeDocument/2006/relationships/font" Target="fonts/Inter-regular.fntdata"/><Relationship Id="rId57" Type="http://schemas.openxmlformats.org/officeDocument/2006/relationships/font" Target="fonts/Inter-boldItalic.fntdata"/><Relationship Id="rId12" Type="http://schemas.openxmlformats.org/officeDocument/2006/relationships/slide" Target="slides/slide6.xml"/><Relationship Id="rId56" Type="http://schemas.openxmlformats.org/officeDocument/2006/relationships/font" Target="fonts/Inter-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9e12ac71b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9e12ac71b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9b76072286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9b76072286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9e5b6a1de9_6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9e5b6a1de9_6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9e5b6a1de9_6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9e5b6a1de9_6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9e5b6a1de9_6_9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9e5b6a1de9_6_9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9e5b6a1de9_6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9e5b6a1de9_6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9e5b6a1de9_6_8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9e5b6a1de9_6_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9e5b6a1de9_6_8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9e5b6a1de9_6_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9e12ac71b3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9e12ac71b3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9e12ac71b3_0_1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9e12ac71b3_0_1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2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2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COVER" type="blank">
  <p:cSld name="BLANK">
    <p:bg>
      <p:bgPr>
        <a:solidFill>
          <a:srgbClr val="131313"/>
        </a:solidFill>
      </p:bgPr>
    </p:bg>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50" y="0"/>
            <a:ext cx="9144000" cy="5143500"/>
          </a:xfrm>
          <a:prstGeom prst="rect">
            <a:avLst/>
          </a:prstGeom>
          <a:noFill/>
          <a:ln>
            <a:noFill/>
          </a:ln>
        </p:spPr>
      </p:pic>
      <p:sp>
        <p:nvSpPr>
          <p:cNvPr id="11" name="Google Shape;11;p2"/>
          <p:cNvSpPr txBox="1"/>
          <p:nvPr>
            <p:ph type="ctrTitle"/>
          </p:nvPr>
        </p:nvSpPr>
        <p:spPr>
          <a:xfrm>
            <a:off x="545450" y="1448400"/>
            <a:ext cx="5981700" cy="24705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4400"/>
              <a:buNone/>
              <a:defRPr sz="4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12" name="Google Shape;12;p2"/>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13" name="Google Shape;13;p2"/>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14" name="Google Shape;14;p2"/>
          <p:cNvCxnSpPr/>
          <p:nvPr/>
        </p:nvCxnSpPr>
        <p:spPr>
          <a:xfrm flipH="1" rot="10800000">
            <a:off x="545450" y="43879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15" name="Google Shape;15;p2"/>
          <p:cNvSpPr txBox="1"/>
          <p:nvPr>
            <p:ph idx="1" type="subTitle"/>
          </p:nvPr>
        </p:nvSpPr>
        <p:spPr>
          <a:xfrm>
            <a:off x="4688725" y="525600"/>
            <a:ext cx="3909900" cy="160200"/>
          </a:xfrm>
          <a:prstGeom prst="rect">
            <a:avLst/>
          </a:prstGeom>
        </p:spPr>
        <p:txBody>
          <a:bodyPr anchorCtr="0" anchor="ctr" bIns="0" lIns="0" spcFirstLastPara="1" rIns="0" wrap="square" tIns="0">
            <a:noAutofit/>
          </a:bodyPr>
          <a:lstStyle>
            <a:lvl1pPr lvl="0" algn="r">
              <a:lnSpc>
                <a:spcPct val="100000"/>
              </a:lnSpc>
              <a:spcBef>
                <a:spcPts val="0"/>
              </a:spcBef>
              <a:spcAft>
                <a:spcPts val="0"/>
              </a:spcAft>
              <a:buClr>
                <a:srgbClr val="FFFFFF"/>
              </a:buClr>
              <a:buSzPts val="800"/>
              <a:buNone/>
              <a:defRPr b="1" sz="800">
                <a:solidFill>
                  <a:srgbClr val="FFFFFF"/>
                </a:solidFill>
              </a:defRPr>
            </a:lvl1pPr>
            <a:lvl2pPr lvl="1" algn="r">
              <a:lnSpc>
                <a:spcPct val="100000"/>
              </a:lnSpc>
              <a:spcBef>
                <a:spcPts val="0"/>
              </a:spcBef>
              <a:spcAft>
                <a:spcPts val="0"/>
              </a:spcAft>
              <a:buClr>
                <a:srgbClr val="FFFFFF"/>
              </a:buClr>
              <a:buSzPts val="1000"/>
              <a:buNone/>
              <a:defRPr b="1" sz="1000">
                <a:solidFill>
                  <a:srgbClr val="FFFFFF"/>
                </a:solidFill>
              </a:defRPr>
            </a:lvl2pPr>
            <a:lvl3pPr lvl="2" algn="r">
              <a:lnSpc>
                <a:spcPct val="100000"/>
              </a:lnSpc>
              <a:spcBef>
                <a:spcPts val="0"/>
              </a:spcBef>
              <a:spcAft>
                <a:spcPts val="0"/>
              </a:spcAft>
              <a:buClr>
                <a:srgbClr val="FFFFFF"/>
              </a:buClr>
              <a:buSzPts val="1000"/>
              <a:buNone/>
              <a:defRPr b="1" sz="1000">
                <a:solidFill>
                  <a:srgbClr val="FFFFFF"/>
                </a:solidFill>
              </a:defRPr>
            </a:lvl3pPr>
            <a:lvl4pPr lvl="3" algn="r">
              <a:lnSpc>
                <a:spcPct val="100000"/>
              </a:lnSpc>
              <a:spcBef>
                <a:spcPts val="0"/>
              </a:spcBef>
              <a:spcAft>
                <a:spcPts val="0"/>
              </a:spcAft>
              <a:buClr>
                <a:srgbClr val="FFFFFF"/>
              </a:buClr>
              <a:buSzPts val="1000"/>
              <a:buNone/>
              <a:defRPr b="1" sz="1000">
                <a:solidFill>
                  <a:srgbClr val="FFFFFF"/>
                </a:solidFill>
              </a:defRPr>
            </a:lvl4pPr>
            <a:lvl5pPr lvl="4" algn="r">
              <a:lnSpc>
                <a:spcPct val="100000"/>
              </a:lnSpc>
              <a:spcBef>
                <a:spcPts val="0"/>
              </a:spcBef>
              <a:spcAft>
                <a:spcPts val="0"/>
              </a:spcAft>
              <a:buClr>
                <a:srgbClr val="FFFFFF"/>
              </a:buClr>
              <a:buSzPts val="1000"/>
              <a:buNone/>
              <a:defRPr b="1" sz="1000">
                <a:solidFill>
                  <a:srgbClr val="FFFFFF"/>
                </a:solidFill>
              </a:defRPr>
            </a:lvl5pPr>
            <a:lvl6pPr lvl="5" algn="r">
              <a:lnSpc>
                <a:spcPct val="100000"/>
              </a:lnSpc>
              <a:spcBef>
                <a:spcPts val="0"/>
              </a:spcBef>
              <a:spcAft>
                <a:spcPts val="0"/>
              </a:spcAft>
              <a:buClr>
                <a:srgbClr val="FFFFFF"/>
              </a:buClr>
              <a:buSzPts val="1000"/>
              <a:buNone/>
              <a:defRPr b="1" sz="1000">
                <a:solidFill>
                  <a:srgbClr val="FFFFFF"/>
                </a:solidFill>
              </a:defRPr>
            </a:lvl6pPr>
            <a:lvl7pPr lvl="6" algn="r">
              <a:lnSpc>
                <a:spcPct val="100000"/>
              </a:lnSpc>
              <a:spcBef>
                <a:spcPts val="0"/>
              </a:spcBef>
              <a:spcAft>
                <a:spcPts val="0"/>
              </a:spcAft>
              <a:buClr>
                <a:srgbClr val="FFFFFF"/>
              </a:buClr>
              <a:buSzPts val="1000"/>
              <a:buNone/>
              <a:defRPr b="1" sz="1000">
                <a:solidFill>
                  <a:srgbClr val="FFFFFF"/>
                </a:solidFill>
              </a:defRPr>
            </a:lvl7pPr>
            <a:lvl8pPr lvl="7" algn="r">
              <a:lnSpc>
                <a:spcPct val="100000"/>
              </a:lnSpc>
              <a:spcBef>
                <a:spcPts val="0"/>
              </a:spcBef>
              <a:spcAft>
                <a:spcPts val="0"/>
              </a:spcAft>
              <a:buClr>
                <a:srgbClr val="FFFFFF"/>
              </a:buClr>
              <a:buSzPts val="1000"/>
              <a:buNone/>
              <a:defRPr b="1" sz="1000">
                <a:solidFill>
                  <a:srgbClr val="FFFFFF"/>
                </a:solidFill>
              </a:defRPr>
            </a:lvl8pPr>
            <a:lvl9pPr lvl="8" algn="r">
              <a:lnSpc>
                <a:spcPct val="100000"/>
              </a:lnSpc>
              <a:spcBef>
                <a:spcPts val="0"/>
              </a:spcBef>
              <a:spcAft>
                <a:spcPts val="0"/>
              </a:spcAft>
              <a:buClr>
                <a:srgbClr val="FFFFFF"/>
              </a:buClr>
              <a:buSzPts val="1000"/>
              <a:buNone/>
              <a:defRPr b="1" sz="1000">
                <a:solidFill>
                  <a:srgbClr val="FFFFFF"/>
                </a:solidFill>
              </a:defRPr>
            </a:lvl9pPr>
          </a:lstStyle>
          <a:p/>
        </p:txBody>
      </p:sp>
      <p:sp>
        <p:nvSpPr>
          <p:cNvPr id="16" name="Google Shape;16;p2"/>
          <p:cNvSpPr txBox="1"/>
          <p:nvPr>
            <p:ph idx="2" type="subTitle"/>
          </p:nvPr>
        </p:nvSpPr>
        <p:spPr>
          <a:xfrm>
            <a:off x="4688725" y="4614750"/>
            <a:ext cx="39099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7" name="Google Shape;17;p2"/>
          <p:cNvSpPr txBox="1"/>
          <p:nvPr>
            <p:ph idx="3" type="subTitle"/>
          </p:nvPr>
        </p:nvSpPr>
        <p:spPr>
          <a:xfrm>
            <a:off x="545450" y="4614750"/>
            <a:ext cx="39099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8" name="Google Shape;18;p2"/>
          <p:cNvSpPr txBox="1"/>
          <p:nvPr>
            <p:ph idx="4" type="subTitle"/>
          </p:nvPr>
        </p:nvSpPr>
        <p:spPr>
          <a:xfrm>
            <a:off x="545450" y="1287900"/>
            <a:ext cx="3909900" cy="160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sp>
        <p:nvSpPr>
          <p:cNvPr id="19" name="Google Shape;19;p2"/>
          <p:cNvSpPr txBox="1"/>
          <p:nvPr>
            <p:ph idx="5" type="subTitle"/>
          </p:nvPr>
        </p:nvSpPr>
        <p:spPr>
          <a:xfrm>
            <a:off x="545450" y="44542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sp>
        <p:nvSpPr>
          <p:cNvPr id="20" name="Google Shape;20;p2"/>
          <p:cNvSpPr txBox="1"/>
          <p:nvPr>
            <p:ph idx="6" type="subTitle"/>
          </p:nvPr>
        </p:nvSpPr>
        <p:spPr>
          <a:xfrm>
            <a:off x="4688725" y="44542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pic>
        <p:nvPicPr>
          <p:cNvPr id="21" name="Google Shape;21;p2"/>
          <p:cNvPicPr preferRelativeResize="0"/>
          <p:nvPr/>
        </p:nvPicPr>
        <p:blipFill>
          <a:blip r:embed="rId3">
            <a:alphaModFix/>
          </a:blip>
          <a:stretch>
            <a:fillRect/>
          </a:stretch>
        </p:blipFill>
        <p:spPr>
          <a:xfrm>
            <a:off x="545450" y="525370"/>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01 - black">
  <p:cSld name="BLANK_4">
    <p:bg>
      <p:bgPr>
        <a:solidFill>
          <a:srgbClr val="131313"/>
        </a:solidFill>
      </p:bgPr>
    </p:bg>
    <p:spTree>
      <p:nvGrpSpPr>
        <p:cNvPr id="22" name="Shape 22"/>
        <p:cNvGrpSpPr/>
        <p:nvPr/>
      </p:nvGrpSpPr>
      <p:grpSpPr>
        <a:xfrm>
          <a:off x="0" y="0"/>
          <a:ext cx="0" cy="0"/>
          <a:chOff x="0" y="0"/>
          <a:chExt cx="0" cy="0"/>
        </a:xfrm>
      </p:grpSpPr>
      <p:pic>
        <p:nvPicPr>
          <p:cNvPr id="23" name="Google Shape;23;p3"/>
          <p:cNvPicPr preferRelativeResize="0"/>
          <p:nvPr/>
        </p:nvPicPr>
        <p:blipFill>
          <a:blip r:embed="rId2">
            <a:alphaModFix/>
          </a:blip>
          <a:stretch>
            <a:fillRect/>
          </a:stretch>
        </p:blipFill>
        <p:spPr>
          <a:xfrm>
            <a:off x="50" y="0"/>
            <a:ext cx="9144000" cy="5143500"/>
          </a:xfrm>
          <a:prstGeom prst="rect">
            <a:avLst/>
          </a:prstGeom>
          <a:noFill/>
          <a:ln>
            <a:noFill/>
          </a:ln>
        </p:spPr>
      </p:pic>
      <p:sp>
        <p:nvSpPr>
          <p:cNvPr id="24" name="Google Shape;24;p3"/>
          <p:cNvSpPr txBox="1"/>
          <p:nvPr>
            <p:ph type="ctrTitle"/>
          </p:nvPr>
        </p:nvSpPr>
        <p:spPr>
          <a:xfrm>
            <a:off x="545450" y="1448400"/>
            <a:ext cx="5981700" cy="24705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4400"/>
              <a:buNone/>
              <a:defRPr sz="4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25" name="Google Shape;25;p3"/>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26" name="Google Shape;26;p3"/>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27" name="Google Shape;27;p3"/>
          <p:cNvSpPr txBox="1"/>
          <p:nvPr>
            <p:ph idx="1" type="subTitle"/>
          </p:nvPr>
        </p:nvSpPr>
        <p:spPr>
          <a:xfrm>
            <a:off x="4688725" y="525600"/>
            <a:ext cx="39099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rgbClr val="FFFFFF"/>
              </a:buClr>
              <a:buSzPts val="800"/>
              <a:buNone/>
              <a:defRPr b="1" sz="800">
                <a:solidFill>
                  <a:srgbClr val="FFFFFF"/>
                </a:solidFill>
              </a:defRPr>
            </a:lvl1pPr>
            <a:lvl2pPr lvl="1" rtl="0" algn="r">
              <a:lnSpc>
                <a:spcPct val="100000"/>
              </a:lnSpc>
              <a:spcBef>
                <a:spcPts val="0"/>
              </a:spcBef>
              <a:spcAft>
                <a:spcPts val="0"/>
              </a:spcAft>
              <a:buClr>
                <a:srgbClr val="FFFFFF"/>
              </a:buClr>
              <a:buSzPts val="1000"/>
              <a:buNone/>
              <a:defRPr b="1" sz="1000">
                <a:solidFill>
                  <a:srgbClr val="FFFFFF"/>
                </a:solidFill>
              </a:defRPr>
            </a:lvl2pPr>
            <a:lvl3pPr lvl="2" rtl="0" algn="r">
              <a:lnSpc>
                <a:spcPct val="100000"/>
              </a:lnSpc>
              <a:spcBef>
                <a:spcPts val="0"/>
              </a:spcBef>
              <a:spcAft>
                <a:spcPts val="0"/>
              </a:spcAft>
              <a:buClr>
                <a:srgbClr val="FFFFFF"/>
              </a:buClr>
              <a:buSzPts val="1000"/>
              <a:buNone/>
              <a:defRPr b="1" sz="1000">
                <a:solidFill>
                  <a:srgbClr val="FFFFFF"/>
                </a:solidFill>
              </a:defRPr>
            </a:lvl3pPr>
            <a:lvl4pPr lvl="3" rtl="0" algn="r">
              <a:lnSpc>
                <a:spcPct val="100000"/>
              </a:lnSpc>
              <a:spcBef>
                <a:spcPts val="0"/>
              </a:spcBef>
              <a:spcAft>
                <a:spcPts val="0"/>
              </a:spcAft>
              <a:buClr>
                <a:srgbClr val="FFFFFF"/>
              </a:buClr>
              <a:buSzPts val="1000"/>
              <a:buNone/>
              <a:defRPr b="1" sz="1000">
                <a:solidFill>
                  <a:srgbClr val="FFFFFF"/>
                </a:solidFill>
              </a:defRPr>
            </a:lvl4pPr>
            <a:lvl5pPr lvl="4" rtl="0" algn="r">
              <a:lnSpc>
                <a:spcPct val="100000"/>
              </a:lnSpc>
              <a:spcBef>
                <a:spcPts val="0"/>
              </a:spcBef>
              <a:spcAft>
                <a:spcPts val="0"/>
              </a:spcAft>
              <a:buClr>
                <a:srgbClr val="FFFFFF"/>
              </a:buClr>
              <a:buSzPts val="1000"/>
              <a:buNone/>
              <a:defRPr b="1" sz="1000">
                <a:solidFill>
                  <a:srgbClr val="FFFFFF"/>
                </a:solidFill>
              </a:defRPr>
            </a:lvl5pPr>
            <a:lvl6pPr lvl="5" rtl="0" algn="r">
              <a:lnSpc>
                <a:spcPct val="100000"/>
              </a:lnSpc>
              <a:spcBef>
                <a:spcPts val="0"/>
              </a:spcBef>
              <a:spcAft>
                <a:spcPts val="0"/>
              </a:spcAft>
              <a:buClr>
                <a:srgbClr val="FFFFFF"/>
              </a:buClr>
              <a:buSzPts val="1000"/>
              <a:buNone/>
              <a:defRPr b="1" sz="1000">
                <a:solidFill>
                  <a:srgbClr val="FFFFFF"/>
                </a:solidFill>
              </a:defRPr>
            </a:lvl6pPr>
            <a:lvl7pPr lvl="6" rtl="0" algn="r">
              <a:lnSpc>
                <a:spcPct val="100000"/>
              </a:lnSpc>
              <a:spcBef>
                <a:spcPts val="0"/>
              </a:spcBef>
              <a:spcAft>
                <a:spcPts val="0"/>
              </a:spcAft>
              <a:buClr>
                <a:srgbClr val="FFFFFF"/>
              </a:buClr>
              <a:buSzPts val="1000"/>
              <a:buNone/>
              <a:defRPr b="1" sz="1000">
                <a:solidFill>
                  <a:srgbClr val="FFFFFF"/>
                </a:solidFill>
              </a:defRPr>
            </a:lvl7pPr>
            <a:lvl8pPr lvl="7" rtl="0" algn="r">
              <a:lnSpc>
                <a:spcPct val="100000"/>
              </a:lnSpc>
              <a:spcBef>
                <a:spcPts val="0"/>
              </a:spcBef>
              <a:spcAft>
                <a:spcPts val="0"/>
              </a:spcAft>
              <a:buClr>
                <a:srgbClr val="FFFFFF"/>
              </a:buClr>
              <a:buSzPts val="1000"/>
              <a:buNone/>
              <a:defRPr b="1" sz="1000">
                <a:solidFill>
                  <a:srgbClr val="FFFFFF"/>
                </a:solidFill>
              </a:defRPr>
            </a:lvl8pPr>
            <a:lvl9pPr lvl="8" rtl="0" algn="r">
              <a:lnSpc>
                <a:spcPct val="100000"/>
              </a:lnSpc>
              <a:spcBef>
                <a:spcPts val="0"/>
              </a:spcBef>
              <a:spcAft>
                <a:spcPts val="0"/>
              </a:spcAft>
              <a:buClr>
                <a:srgbClr val="FFFFFF"/>
              </a:buClr>
              <a:buSzPts val="1000"/>
              <a:buNone/>
              <a:defRPr b="1" sz="1000">
                <a:solidFill>
                  <a:srgbClr val="FFFFFF"/>
                </a:solidFill>
              </a:defRPr>
            </a:lvl9pPr>
          </a:lstStyle>
          <a:p/>
        </p:txBody>
      </p:sp>
      <p:cxnSp>
        <p:nvCxnSpPr>
          <p:cNvPr id="28" name="Google Shape;28;p3"/>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29" name="Google Shape;29;p3"/>
          <p:cNvSpPr txBox="1"/>
          <p:nvPr>
            <p:ph idx="2" type="subTitle"/>
          </p:nvPr>
        </p:nvSpPr>
        <p:spPr>
          <a:xfrm>
            <a:off x="54545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pic>
        <p:nvPicPr>
          <p:cNvPr id="30" name="Google Shape;30;p3"/>
          <p:cNvPicPr preferRelativeResize="0"/>
          <p:nvPr/>
        </p:nvPicPr>
        <p:blipFill>
          <a:blip r:embed="rId3">
            <a:alphaModFix/>
          </a:blip>
          <a:stretch>
            <a:fillRect/>
          </a:stretch>
        </p:blipFill>
        <p:spPr>
          <a:xfrm>
            <a:off x="545450" y="525370"/>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01">
  <p:cSld name="BLANK_4_1">
    <p:bg>
      <p:bgPr>
        <a:solidFill>
          <a:schemeClr val="lt1"/>
        </a:solidFill>
      </p:bgPr>
    </p:bg>
    <p:spTree>
      <p:nvGrpSpPr>
        <p:cNvPr id="31" name="Shape 31"/>
        <p:cNvGrpSpPr/>
        <p:nvPr/>
      </p:nvGrpSpPr>
      <p:grpSpPr>
        <a:xfrm>
          <a:off x="0" y="0"/>
          <a:ext cx="0" cy="0"/>
          <a:chOff x="0" y="0"/>
          <a:chExt cx="0" cy="0"/>
        </a:xfrm>
      </p:grpSpPr>
      <p:sp>
        <p:nvSpPr>
          <p:cNvPr id="32" name="Google Shape;32;p4"/>
          <p:cNvSpPr txBox="1"/>
          <p:nvPr>
            <p:ph type="ctrTitle"/>
          </p:nvPr>
        </p:nvSpPr>
        <p:spPr>
          <a:xfrm>
            <a:off x="545450" y="1448400"/>
            <a:ext cx="5981700" cy="24705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4400"/>
              <a:buNone/>
              <a:defRPr sz="4400">
                <a:solidFill>
                  <a:schemeClr val="dk1"/>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33" name="Google Shape;33;p4"/>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34" name="Google Shape;34;p4"/>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35" name="Google Shape;35;p4"/>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6" name="Google Shape;36;p4"/>
          <p:cNvSpPr txBox="1"/>
          <p:nvPr>
            <p:ph idx="1" type="subTitle"/>
          </p:nvPr>
        </p:nvSpPr>
        <p:spPr>
          <a:xfrm>
            <a:off x="4688725" y="525600"/>
            <a:ext cx="39099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chemeClr val="dk1"/>
              </a:buClr>
              <a:buSzPts val="800"/>
              <a:buNone/>
              <a:defRPr b="1" sz="800">
                <a:solidFill>
                  <a:schemeClr val="dk1"/>
                </a:solidFill>
              </a:defRPr>
            </a:lvl1pPr>
            <a:lvl2pPr lvl="1" rtl="0" algn="r">
              <a:lnSpc>
                <a:spcPct val="100000"/>
              </a:lnSpc>
              <a:spcBef>
                <a:spcPts val="0"/>
              </a:spcBef>
              <a:spcAft>
                <a:spcPts val="0"/>
              </a:spcAft>
              <a:buClr>
                <a:schemeClr val="dk1"/>
              </a:buClr>
              <a:buSzPts val="1000"/>
              <a:buNone/>
              <a:defRPr b="1" sz="1000">
                <a:solidFill>
                  <a:schemeClr val="dk1"/>
                </a:solidFill>
              </a:defRPr>
            </a:lvl2pPr>
            <a:lvl3pPr lvl="2" rtl="0" algn="r">
              <a:lnSpc>
                <a:spcPct val="100000"/>
              </a:lnSpc>
              <a:spcBef>
                <a:spcPts val="0"/>
              </a:spcBef>
              <a:spcAft>
                <a:spcPts val="0"/>
              </a:spcAft>
              <a:buClr>
                <a:schemeClr val="dk1"/>
              </a:buClr>
              <a:buSzPts val="1000"/>
              <a:buNone/>
              <a:defRPr b="1" sz="1000">
                <a:solidFill>
                  <a:schemeClr val="dk1"/>
                </a:solidFill>
              </a:defRPr>
            </a:lvl3pPr>
            <a:lvl4pPr lvl="3" rtl="0" algn="r">
              <a:lnSpc>
                <a:spcPct val="100000"/>
              </a:lnSpc>
              <a:spcBef>
                <a:spcPts val="0"/>
              </a:spcBef>
              <a:spcAft>
                <a:spcPts val="0"/>
              </a:spcAft>
              <a:buClr>
                <a:schemeClr val="dk1"/>
              </a:buClr>
              <a:buSzPts val="1000"/>
              <a:buNone/>
              <a:defRPr b="1" sz="1000">
                <a:solidFill>
                  <a:schemeClr val="dk1"/>
                </a:solidFill>
              </a:defRPr>
            </a:lvl4pPr>
            <a:lvl5pPr lvl="4" rtl="0" algn="r">
              <a:lnSpc>
                <a:spcPct val="100000"/>
              </a:lnSpc>
              <a:spcBef>
                <a:spcPts val="0"/>
              </a:spcBef>
              <a:spcAft>
                <a:spcPts val="0"/>
              </a:spcAft>
              <a:buClr>
                <a:schemeClr val="dk1"/>
              </a:buClr>
              <a:buSzPts val="1000"/>
              <a:buNone/>
              <a:defRPr b="1" sz="1000">
                <a:solidFill>
                  <a:schemeClr val="dk1"/>
                </a:solidFill>
              </a:defRPr>
            </a:lvl5pPr>
            <a:lvl6pPr lvl="5" rtl="0" algn="r">
              <a:lnSpc>
                <a:spcPct val="100000"/>
              </a:lnSpc>
              <a:spcBef>
                <a:spcPts val="0"/>
              </a:spcBef>
              <a:spcAft>
                <a:spcPts val="0"/>
              </a:spcAft>
              <a:buClr>
                <a:schemeClr val="dk1"/>
              </a:buClr>
              <a:buSzPts val="1000"/>
              <a:buNone/>
              <a:defRPr b="1" sz="1000">
                <a:solidFill>
                  <a:schemeClr val="dk1"/>
                </a:solidFill>
              </a:defRPr>
            </a:lvl6pPr>
            <a:lvl7pPr lvl="6" rtl="0" algn="r">
              <a:lnSpc>
                <a:spcPct val="100000"/>
              </a:lnSpc>
              <a:spcBef>
                <a:spcPts val="0"/>
              </a:spcBef>
              <a:spcAft>
                <a:spcPts val="0"/>
              </a:spcAft>
              <a:buClr>
                <a:schemeClr val="dk1"/>
              </a:buClr>
              <a:buSzPts val="1000"/>
              <a:buNone/>
              <a:defRPr b="1" sz="1000">
                <a:solidFill>
                  <a:schemeClr val="dk1"/>
                </a:solidFill>
              </a:defRPr>
            </a:lvl7pPr>
            <a:lvl8pPr lvl="7" rtl="0" algn="r">
              <a:lnSpc>
                <a:spcPct val="100000"/>
              </a:lnSpc>
              <a:spcBef>
                <a:spcPts val="0"/>
              </a:spcBef>
              <a:spcAft>
                <a:spcPts val="0"/>
              </a:spcAft>
              <a:buClr>
                <a:schemeClr val="dk1"/>
              </a:buClr>
              <a:buSzPts val="1000"/>
              <a:buNone/>
              <a:defRPr b="1" sz="1000">
                <a:solidFill>
                  <a:schemeClr val="dk1"/>
                </a:solidFill>
              </a:defRPr>
            </a:lvl8pPr>
            <a:lvl9pPr lvl="8" rtl="0" algn="r">
              <a:lnSpc>
                <a:spcPct val="100000"/>
              </a:lnSpc>
              <a:spcBef>
                <a:spcPts val="0"/>
              </a:spcBef>
              <a:spcAft>
                <a:spcPts val="0"/>
              </a:spcAft>
              <a:buClr>
                <a:schemeClr val="dk1"/>
              </a:buClr>
              <a:buSzPts val="1000"/>
              <a:buNone/>
              <a:defRPr b="1" sz="1000">
                <a:solidFill>
                  <a:schemeClr val="dk1"/>
                </a:solidFill>
              </a:defRPr>
            </a:lvl9pPr>
          </a:lstStyle>
          <a:p/>
        </p:txBody>
      </p:sp>
      <p:sp>
        <p:nvSpPr>
          <p:cNvPr id="37" name="Google Shape;37;p4"/>
          <p:cNvSpPr txBox="1"/>
          <p:nvPr>
            <p:ph idx="2" type="subTitle"/>
          </p:nvPr>
        </p:nvSpPr>
        <p:spPr>
          <a:xfrm>
            <a:off x="54545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b="1" sz="6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pic>
        <p:nvPicPr>
          <p:cNvPr id="38" name="Google Shape;38;p4"/>
          <p:cNvPicPr preferRelativeResize="0"/>
          <p:nvPr/>
        </p:nvPicPr>
        <p:blipFill>
          <a:blip r:embed="rId2">
            <a:alphaModFix/>
          </a:blip>
          <a:stretch>
            <a:fillRect/>
          </a:stretch>
        </p:blipFill>
        <p:spPr>
          <a:xfrm>
            <a:off x="545450" y="525379"/>
            <a:ext cx="650950" cy="160197"/>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XX - END">
  <p:cSld name="BLANK_3">
    <p:bg>
      <p:bgPr>
        <a:solidFill>
          <a:srgbClr val="131313"/>
        </a:solidFill>
      </p:bgPr>
    </p:bg>
    <p:spTree>
      <p:nvGrpSpPr>
        <p:cNvPr id="39" name="Shape 39"/>
        <p:cNvGrpSpPr/>
        <p:nvPr/>
      </p:nvGrpSpPr>
      <p:grpSpPr>
        <a:xfrm>
          <a:off x="0" y="0"/>
          <a:ext cx="0" cy="0"/>
          <a:chOff x="0" y="0"/>
          <a:chExt cx="0" cy="0"/>
        </a:xfrm>
      </p:grpSpPr>
      <p:pic>
        <p:nvPicPr>
          <p:cNvPr id="40" name="Google Shape;40;p5"/>
          <p:cNvPicPr preferRelativeResize="0"/>
          <p:nvPr/>
        </p:nvPicPr>
        <p:blipFill>
          <a:blip r:embed="rId2">
            <a:alphaModFix/>
          </a:blip>
          <a:stretch>
            <a:fillRect/>
          </a:stretch>
        </p:blipFill>
        <p:spPr>
          <a:xfrm>
            <a:off x="50" y="0"/>
            <a:ext cx="9144000" cy="5143500"/>
          </a:xfrm>
          <a:prstGeom prst="rect">
            <a:avLst/>
          </a:prstGeom>
          <a:noFill/>
          <a:ln>
            <a:noFill/>
          </a:ln>
        </p:spPr>
      </p:pic>
      <p:sp>
        <p:nvSpPr>
          <p:cNvPr id="41" name="Google Shape;41;p5"/>
          <p:cNvSpPr txBox="1"/>
          <p:nvPr>
            <p:ph type="ctrTitle"/>
          </p:nvPr>
        </p:nvSpPr>
        <p:spPr>
          <a:xfrm>
            <a:off x="545450" y="1448400"/>
            <a:ext cx="5295300" cy="24705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4400"/>
              <a:buNone/>
              <a:defRPr sz="4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42" name="Google Shape;42;p5"/>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43" name="Google Shape;43;p5"/>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44" name="Google Shape;44;p5"/>
          <p:cNvCxnSpPr/>
          <p:nvPr/>
        </p:nvCxnSpPr>
        <p:spPr>
          <a:xfrm>
            <a:off x="6527025" y="846400"/>
            <a:ext cx="0" cy="3541800"/>
          </a:xfrm>
          <a:prstGeom prst="straightConnector1">
            <a:avLst/>
          </a:prstGeom>
          <a:noFill/>
          <a:ln cap="flat" cmpd="sng" w="9525">
            <a:solidFill>
              <a:srgbClr val="FFFFFF"/>
            </a:solidFill>
            <a:prstDash val="solid"/>
            <a:round/>
            <a:headEnd len="med" w="med" type="none"/>
            <a:tailEnd len="med" w="med" type="none"/>
          </a:ln>
        </p:spPr>
      </p:cxnSp>
      <p:sp>
        <p:nvSpPr>
          <p:cNvPr id="45" name="Google Shape;45;p5"/>
          <p:cNvSpPr txBox="1"/>
          <p:nvPr>
            <p:ph idx="1" type="body"/>
          </p:nvPr>
        </p:nvSpPr>
        <p:spPr>
          <a:xfrm>
            <a:off x="6760350" y="1526688"/>
            <a:ext cx="1838100" cy="23436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1000"/>
              </a:spcBef>
              <a:spcAft>
                <a:spcPts val="0"/>
              </a:spcAft>
              <a:buClr>
                <a:srgbClr val="FFFFFF"/>
              </a:buClr>
              <a:buSzPts val="800"/>
              <a:buChar char="○"/>
              <a:defRPr sz="800">
                <a:solidFill>
                  <a:srgbClr val="FFFFFF"/>
                </a:solidFill>
              </a:defRPr>
            </a:lvl2pPr>
            <a:lvl3pPr indent="-279400" lvl="2" marL="1371600" rtl="0">
              <a:lnSpc>
                <a:spcPct val="100000"/>
              </a:lnSpc>
              <a:spcBef>
                <a:spcPts val="1000"/>
              </a:spcBef>
              <a:spcAft>
                <a:spcPts val="0"/>
              </a:spcAft>
              <a:buClr>
                <a:srgbClr val="FFFFFF"/>
              </a:buClr>
              <a:buSzPts val="800"/>
              <a:buChar char="■"/>
              <a:defRPr sz="800">
                <a:solidFill>
                  <a:srgbClr val="FFFFFF"/>
                </a:solidFill>
              </a:defRPr>
            </a:lvl3pPr>
            <a:lvl4pPr indent="-279400" lvl="3" marL="1828800" rtl="0">
              <a:lnSpc>
                <a:spcPct val="100000"/>
              </a:lnSpc>
              <a:spcBef>
                <a:spcPts val="1000"/>
              </a:spcBef>
              <a:spcAft>
                <a:spcPts val="0"/>
              </a:spcAft>
              <a:buClr>
                <a:srgbClr val="FFFFFF"/>
              </a:buClr>
              <a:buSzPts val="800"/>
              <a:buChar char="●"/>
              <a:defRPr sz="800">
                <a:solidFill>
                  <a:srgbClr val="FFFFFF"/>
                </a:solidFill>
              </a:defRPr>
            </a:lvl4pPr>
            <a:lvl5pPr indent="-279400" lvl="4" marL="2286000" rtl="0">
              <a:lnSpc>
                <a:spcPct val="100000"/>
              </a:lnSpc>
              <a:spcBef>
                <a:spcPts val="1000"/>
              </a:spcBef>
              <a:spcAft>
                <a:spcPts val="0"/>
              </a:spcAft>
              <a:buClr>
                <a:srgbClr val="FFFFFF"/>
              </a:buClr>
              <a:buSzPts val="800"/>
              <a:buChar char="○"/>
              <a:defRPr sz="800">
                <a:solidFill>
                  <a:srgbClr val="FFFFFF"/>
                </a:solidFill>
              </a:defRPr>
            </a:lvl5pPr>
            <a:lvl6pPr indent="-279400" lvl="5" marL="2743200" rtl="0">
              <a:lnSpc>
                <a:spcPct val="100000"/>
              </a:lnSpc>
              <a:spcBef>
                <a:spcPts val="1000"/>
              </a:spcBef>
              <a:spcAft>
                <a:spcPts val="0"/>
              </a:spcAft>
              <a:buClr>
                <a:srgbClr val="FFFFFF"/>
              </a:buClr>
              <a:buSzPts val="800"/>
              <a:buChar char="■"/>
              <a:defRPr sz="800">
                <a:solidFill>
                  <a:srgbClr val="FFFFFF"/>
                </a:solidFill>
              </a:defRPr>
            </a:lvl6pPr>
            <a:lvl7pPr indent="-279400" lvl="6" marL="3200400" rtl="0">
              <a:lnSpc>
                <a:spcPct val="100000"/>
              </a:lnSpc>
              <a:spcBef>
                <a:spcPts val="1000"/>
              </a:spcBef>
              <a:spcAft>
                <a:spcPts val="0"/>
              </a:spcAft>
              <a:buClr>
                <a:srgbClr val="FFFFFF"/>
              </a:buClr>
              <a:buSzPts val="800"/>
              <a:buChar char="●"/>
              <a:defRPr sz="800">
                <a:solidFill>
                  <a:srgbClr val="FFFFFF"/>
                </a:solidFill>
              </a:defRPr>
            </a:lvl7pPr>
            <a:lvl8pPr indent="-279400" lvl="7" marL="3657600" rtl="0">
              <a:lnSpc>
                <a:spcPct val="100000"/>
              </a:lnSpc>
              <a:spcBef>
                <a:spcPts val="1000"/>
              </a:spcBef>
              <a:spcAft>
                <a:spcPts val="0"/>
              </a:spcAft>
              <a:buClr>
                <a:srgbClr val="FFFFFF"/>
              </a:buClr>
              <a:buSzPts val="800"/>
              <a:buChar char="○"/>
              <a:defRPr sz="800">
                <a:solidFill>
                  <a:srgbClr val="FFFFFF"/>
                </a:solidFill>
              </a:defRPr>
            </a:lvl8pPr>
            <a:lvl9pPr indent="-279400" lvl="8" marL="4114800" rtl="0">
              <a:lnSpc>
                <a:spcPct val="100000"/>
              </a:lnSpc>
              <a:spcBef>
                <a:spcPts val="1000"/>
              </a:spcBef>
              <a:spcAft>
                <a:spcPts val="1000"/>
              </a:spcAft>
              <a:buClr>
                <a:srgbClr val="FFFFFF"/>
              </a:buClr>
              <a:buSzPts val="800"/>
              <a:buChar char="■"/>
              <a:defRPr sz="800">
                <a:solidFill>
                  <a:srgbClr val="FFFFFF"/>
                </a:solidFill>
              </a:defRPr>
            </a:lvl9pPr>
          </a:lstStyle>
          <a:p/>
        </p:txBody>
      </p:sp>
      <p:cxnSp>
        <p:nvCxnSpPr>
          <p:cNvPr id="46" name="Google Shape;46;p5"/>
          <p:cNvCxnSpPr/>
          <p:nvPr/>
        </p:nvCxnSpPr>
        <p:spPr>
          <a:xfrm flipH="1" rot="10800000">
            <a:off x="545450" y="43879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47" name="Google Shape;47;p5"/>
          <p:cNvSpPr txBox="1"/>
          <p:nvPr>
            <p:ph idx="2" type="subTitle"/>
          </p:nvPr>
        </p:nvSpPr>
        <p:spPr>
          <a:xfrm>
            <a:off x="4688725" y="525600"/>
            <a:ext cx="39099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rgbClr val="FFFFFF"/>
              </a:buClr>
              <a:buSzPts val="800"/>
              <a:buNone/>
              <a:defRPr b="1" sz="800">
                <a:solidFill>
                  <a:srgbClr val="FFFFFF"/>
                </a:solidFill>
              </a:defRPr>
            </a:lvl1pPr>
            <a:lvl2pPr lvl="1" rtl="0" algn="r">
              <a:lnSpc>
                <a:spcPct val="100000"/>
              </a:lnSpc>
              <a:spcBef>
                <a:spcPts val="0"/>
              </a:spcBef>
              <a:spcAft>
                <a:spcPts val="0"/>
              </a:spcAft>
              <a:buClr>
                <a:srgbClr val="FFFFFF"/>
              </a:buClr>
              <a:buSzPts val="1000"/>
              <a:buNone/>
              <a:defRPr b="1" sz="1000">
                <a:solidFill>
                  <a:srgbClr val="FFFFFF"/>
                </a:solidFill>
              </a:defRPr>
            </a:lvl2pPr>
            <a:lvl3pPr lvl="2" rtl="0" algn="r">
              <a:lnSpc>
                <a:spcPct val="100000"/>
              </a:lnSpc>
              <a:spcBef>
                <a:spcPts val="0"/>
              </a:spcBef>
              <a:spcAft>
                <a:spcPts val="0"/>
              </a:spcAft>
              <a:buClr>
                <a:srgbClr val="FFFFFF"/>
              </a:buClr>
              <a:buSzPts val="1000"/>
              <a:buNone/>
              <a:defRPr b="1" sz="1000">
                <a:solidFill>
                  <a:srgbClr val="FFFFFF"/>
                </a:solidFill>
              </a:defRPr>
            </a:lvl3pPr>
            <a:lvl4pPr lvl="3" rtl="0" algn="r">
              <a:lnSpc>
                <a:spcPct val="100000"/>
              </a:lnSpc>
              <a:spcBef>
                <a:spcPts val="0"/>
              </a:spcBef>
              <a:spcAft>
                <a:spcPts val="0"/>
              </a:spcAft>
              <a:buClr>
                <a:srgbClr val="FFFFFF"/>
              </a:buClr>
              <a:buSzPts val="1000"/>
              <a:buNone/>
              <a:defRPr b="1" sz="1000">
                <a:solidFill>
                  <a:srgbClr val="FFFFFF"/>
                </a:solidFill>
              </a:defRPr>
            </a:lvl4pPr>
            <a:lvl5pPr lvl="4" rtl="0" algn="r">
              <a:lnSpc>
                <a:spcPct val="100000"/>
              </a:lnSpc>
              <a:spcBef>
                <a:spcPts val="0"/>
              </a:spcBef>
              <a:spcAft>
                <a:spcPts val="0"/>
              </a:spcAft>
              <a:buClr>
                <a:srgbClr val="FFFFFF"/>
              </a:buClr>
              <a:buSzPts val="1000"/>
              <a:buNone/>
              <a:defRPr b="1" sz="1000">
                <a:solidFill>
                  <a:srgbClr val="FFFFFF"/>
                </a:solidFill>
              </a:defRPr>
            </a:lvl5pPr>
            <a:lvl6pPr lvl="5" rtl="0" algn="r">
              <a:lnSpc>
                <a:spcPct val="100000"/>
              </a:lnSpc>
              <a:spcBef>
                <a:spcPts val="0"/>
              </a:spcBef>
              <a:spcAft>
                <a:spcPts val="0"/>
              </a:spcAft>
              <a:buClr>
                <a:srgbClr val="FFFFFF"/>
              </a:buClr>
              <a:buSzPts val="1000"/>
              <a:buNone/>
              <a:defRPr b="1" sz="1000">
                <a:solidFill>
                  <a:srgbClr val="FFFFFF"/>
                </a:solidFill>
              </a:defRPr>
            </a:lvl6pPr>
            <a:lvl7pPr lvl="6" rtl="0" algn="r">
              <a:lnSpc>
                <a:spcPct val="100000"/>
              </a:lnSpc>
              <a:spcBef>
                <a:spcPts val="0"/>
              </a:spcBef>
              <a:spcAft>
                <a:spcPts val="0"/>
              </a:spcAft>
              <a:buClr>
                <a:srgbClr val="FFFFFF"/>
              </a:buClr>
              <a:buSzPts val="1000"/>
              <a:buNone/>
              <a:defRPr b="1" sz="1000">
                <a:solidFill>
                  <a:srgbClr val="FFFFFF"/>
                </a:solidFill>
              </a:defRPr>
            </a:lvl7pPr>
            <a:lvl8pPr lvl="7" rtl="0" algn="r">
              <a:lnSpc>
                <a:spcPct val="100000"/>
              </a:lnSpc>
              <a:spcBef>
                <a:spcPts val="0"/>
              </a:spcBef>
              <a:spcAft>
                <a:spcPts val="0"/>
              </a:spcAft>
              <a:buClr>
                <a:srgbClr val="FFFFFF"/>
              </a:buClr>
              <a:buSzPts val="1000"/>
              <a:buNone/>
              <a:defRPr b="1" sz="1000">
                <a:solidFill>
                  <a:srgbClr val="FFFFFF"/>
                </a:solidFill>
              </a:defRPr>
            </a:lvl8pPr>
            <a:lvl9pPr lvl="8" rtl="0" algn="r">
              <a:lnSpc>
                <a:spcPct val="100000"/>
              </a:lnSpc>
              <a:spcBef>
                <a:spcPts val="0"/>
              </a:spcBef>
              <a:spcAft>
                <a:spcPts val="0"/>
              </a:spcAft>
              <a:buClr>
                <a:srgbClr val="FFFFFF"/>
              </a:buClr>
              <a:buSzPts val="1000"/>
              <a:buNone/>
              <a:defRPr b="1" sz="1000">
                <a:solidFill>
                  <a:srgbClr val="FFFFFF"/>
                </a:solidFill>
              </a:defRPr>
            </a:lvl9pPr>
          </a:lstStyle>
          <a:p/>
        </p:txBody>
      </p:sp>
      <p:sp>
        <p:nvSpPr>
          <p:cNvPr id="48" name="Google Shape;48;p5"/>
          <p:cNvSpPr txBox="1"/>
          <p:nvPr>
            <p:ph idx="3" type="subTitle"/>
          </p:nvPr>
        </p:nvSpPr>
        <p:spPr>
          <a:xfrm>
            <a:off x="4688725" y="4614750"/>
            <a:ext cx="39099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49" name="Google Shape;49;p5"/>
          <p:cNvSpPr txBox="1"/>
          <p:nvPr>
            <p:ph idx="4" type="subTitle"/>
          </p:nvPr>
        </p:nvSpPr>
        <p:spPr>
          <a:xfrm>
            <a:off x="545450" y="4614750"/>
            <a:ext cx="39099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50" name="Google Shape;50;p5"/>
          <p:cNvSpPr txBox="1"/>
          <p:nvPr>
            <p:ph idx="5" type="subTitle"/>
          </p:nvPr>
        </p:nvSpPr>
        <p:spPr>
          <a:xfrm>
            <a:off x="545450" y="44542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sp>
        <p:nvSpPr>
          <p:cNvPr id="51" name="Google Shape;51;p5"/>
          <p:cNvSpPr txBox="1"/>
          <p:nvPr>
            <p:ph idx="6" type="subTitle"/>
          </p:nvPr>
        </p:nvSpPr>
        <p:spPr>
          <a:xfrm>
            <a:off x="4688725" y="44542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pic>
        <p:nvPicPr>
          <p:cNvPr id="52" name="Google Shape;52;p5"/>
          <p:cNvPicPr preferRelativeResize="0"/>
          <p:nvPr/>
        </p:nvPicPr>
        <p:blipFill>
          <a:blip r:embed="rId3">
            <a:alphaModFix/>
          </a:blip>
          <a:stretch>
            <a:fillRect/>
          </a:stretch>
        </p:blipFill>
        <p:spPr>
          <a:xfrm>
            <a:off x="545450" y="525370"/>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COVER">
  <p:cSld name="BLANK_2">
    <p:bg>
      <p:bgPr>
        <a:solidFill>
          <a:srgbClr val="131313"/>
        </a:solidFill>
      </p:bgPr>
    </p:bg>
    <p:spTree>
      <p:nvGrpSpPr>
        <p:cNvPr id="53" name="Shape 53"/>
        <p:cNvGrpSpPr/>
        <p:nvPr/>
      </p:nvGrpSpPr>
      <p:grpSpPr>
        <a:xfrm>
          <a:off x="0" y="0"/>
          <a:ext cx="0" cy="0"/>
          <a:chOff x="0" y="0"/>
          <a:chExt cx="0" cy="0"/>
        </a:xfrm>
      </p:grpSpPr>
      <p:sp>
        <p:nvSpPr>
          <p:cNvPr id="54" name="Google Shape;54;p6"/>
          <p:cNvSpPr txBox="1"/>
          <p:nvPr>
            <p:ph type="ctrTitle"/>
          </p:nvPr>
        </p:nvSpPr>
        <p:spPr>
          <a:xfrm>
            <a:off x="545450"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55" name="Google Shape;55;p6"/>
          <p:cNvCxnSpPr/>
          <p:nvPr/>
        </p:nvCxnSpPr>
        <p:spPr>
          <a:xfrm flipH="1" rot="10800000">
            <a:off x="545450" y="361350"/>
            <a:ext cx="3909900" cy="6900"/>
          </a:xfrm>
          <a:prstGeom prst="straightConnector1">
            <a:avLst/>
          </a:prstGeom>
          <a:noFill/>
          <a:ln cap="flat" cmpd="sng" w="9525">
            <a:solidFill>
              <a:srgbClr val="FFFFFF"/>
            </a:solidFill>
            <a:prstDash val="solid"/>
            <a:round/>
            <a:headEnd len="med" w="med" type="none"/>
            <a:tailEnd len="med" w="med" type="none"/>
          </a:ln>
        </p:spPr>
      </p:cxnSp>
      <p:cxnSp>
        <p:nvCxnSpPr>
          <p:cNvPr id="56" name="Google Shape;56;p6"/>
          <p:cNvCxnSpPr/>
          <p:nvPr/>
        </p:nvCxnSpPr>
        <p:spPr>
          <a:xfrm flipH="1" rot="10800000">
            <a:off x="545450" y="842850"/>
            <a:ext cx="3909900" cy="6900"/>
          </a:xfrm>
          <a:prstGeom prst="straightConnector1">
            <a:avLst/>
          </a:prstGeom>
          <a:noFill/>
          <a:ln cap="flat" cmpd="sng" w="9525">
            <a:solidFill>
              <a:srgbClr val="FFFFFF"/>
            </a:solidFill>
            <a:prstDash val="solid"/>
            <a:round/>
            <a:headEnd len="med" w="med" type="none"/>
            <a:tailEnd len="med" w="med" type="none"/>
          </a:ln>
        </p:spPr>
      </p:cxnSp>
      <p:sp>
        <p:nvSpPr>
          <p:cNvPr id="57" name="Google Shape;57;p6"/>
          <p:cNvSpPr txBox="1"/>
          <p:nvPr>
            <p:ph idx="1" type="subTitle"/>
          </p:nvPr>
        </p:nvSpPr>
        <p:spPr>
          <a:xfrm>
            <a:off x="1926550"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rgbClr val="FFFFFF"/>
              </a:buClr>
              <a:buSzPts val="800"/>
              <a:buNone/>
              <a:defRPr b="1" sz="800">
                <a:solidFill>
                  <a:srgbClr val="FFFFFF"/>
                </a:solidFill>
              </a:defRPr>
            </a:lvl1pPr>
            <a:lvl2pPr lvl="1" rtl="0" algn="r">
              <a:lnSpc>
                <a:spcPct val="100000"/>
              </a:lnSpc>
              <a:spcBef>
                <a:spcPts val="0"/>
              </a:spcBef>
              <a:spcAft>
                <a:spcPts val="0"/>
              </a:spcAft>
              <a:buClr>
                <a:srgbClr val="FFFFFF"/>
              </a:buClr>
              <a:buSzPts val="1000"/>
              <a:buNone/>
              <a:defRPr b="1" sz="1000">
                <a:solidFill>
                  <a:srgbClr val="FFFFFF"/>
                </a:solidFill>
              </a:defRPr>
            </a:lvl2pPr>
            <a:lvl3pPr lvl="2" rtl="0" algn="r">
              <a:lnSpc>
                <a:spcPct val="100000"/>
              </a:lnSpc>
              <a:spcBef>
                <a:spcPts val="0"/>
              </a:spcBef>
              <a:spcAft>
                <a:spcPts val="0"/>
              </a:spcAft>
              <a:buClr>
                <a:srgbClr val="FFFFFF"/>
              </a:buClr>
              <a:buSzPts val="1000"/>
              <a:buNone/>
              <a:defRPr b="1" sz="1000">
                <a:solidFill>
                  <a:srgbClr val="FFFFFF"/>
                </a:solidFill>
              </a:defRPr>
            </a:lvl3pPr>
            <a:lvl4pPr lvl="3" rtl="0" algn="r">
              <a:lnSpc>
                <a:spcPct val="100000"/>
              </a:lnSpc>
              <a:spcBef>
                <a:spcPts val="0"/>
              </a:spcBef>
              <a:spcAft>
                <a:spcPts val="0"/>
              </a:spcAft>
              <a:buClr>
                <a:srgbClr val="FFFFFF"/>
              </a:buClr>
              <a:buSzPts val="1000"/>
              <a:buNone/>
              <a:defRPr b="1" sz="1000">
                <a:solidFill>
                  <a:srgbClr val="FFFFFF"/>
                </a:solidFill>
              </a:defRPr>
            </a:lvl4pPr>
            <a:lvl5pPr lvl="4" rtl="0" algn="r">
              <a:lnSpc>
                <a:spcPct val="100000"/>
              </a:lnSpc>
              <a:spcBef>
                <a:spcPts val="0"/>
              </a:spcBef>
              <a:spcAft>
                <a:spcPts val="0"/>
              </a:spcAft>
              <a:buClr>
                <a:srgbClr val="FFFFFF"/>
              </a:buClr>
              <a:buSzPts val="1000"/>
              <a:buNone/>
              <a:defRPr b="1" sz="1000">
                <a:solidFill>
                  <a:srgbClr val="FFFFFF"/>
                </a:solidFill>
              </a:defRPr>
            </a:lvl5pPr>
            <a:lvl6pPr lvl="5" rtl="0" algn="r">
              <a:lnSpc>
                <a:spcPct val="100000"/>
              </a:lnSpc>
              <a:spcBef>
                <a:spcPts val="0"/>
              </a:spcBef>
              <a:spcAft>
                <a:spcPts val="0"/>
              </a:spcAft>
              <a:buClr>
                <a:srgbClr val="FFFFFF"/>
              </a:buClr>
              <a:buSzPts val="1000"/>
              <a:buNone/>
              <a:defRPr b="1" sz="1000">
                <a:solidFill>
                  <a:srgbClr val="FFFFFF"/>
                </a:solidFill>
              </a:defRPr>
            </a:lvl6pPr>
            <a:lvl7pPr lvl="6" rtl="0" algn="r">
              <a:lnSpc>
                <a:spcPct val="100000"/>
              </a:lnSpc>
              <a:spcBef>
                <a:spcPts val="0"/>
              </a:spcBef>
              <a:spcAft>
                <a:spcPts val="0"/>
              </a:spcAft>
              <a:buClr>
                <a:srgbClr val="FFFFFF"/>
              </a:buClr>
              <a:buSzPts val="1000"/>
              <a:buNone/>
              <a:defRPr b="1" sz="1000">
                <a:solidFill>
                  <a:srgbClr val="FFFFFF"/>
                </a:solidFill>
              </a:defRPr>
            </a:lvl7pPr>
            <a:lvl8pPr lvl="7" rtl="0" algn="r">
              <a:lnSpc>
                <a:spcPct val="100000"/>
              </a:lnSpc>
              <a:spcBef>
                <a:spcPts val="0"/>
              </a:spcBef>
              <a:spcAft>
                <a:spcPts val="0"/>
              </a:spcAft>
              <a:buClr>
                <a:srgbClr val="FFFFFF"/>
              </a:buClr>
              <a:buSzPts val="1000"/>
              <a:buNone/>
              <a:defRPr b="1" sz="1000">
                <a:solidFill>
                  <a:srgbClr val="FFFFFF"/>
                </a:solidFill>
              </a:defRPr>
            </a:lvl8pPr>
            <a:lvl9pPr lvl="8" rtl="0" algn="r">
              <a:lnSpc>
                <a:spcPct val="100000"/>
              </a:lnSpc>
              <a:spcBef>
                <a:spcPts val="0"/>
              </a:spcBef>
              <a:spcAft>
                <a:spcPts val="0"/>
              </a:spcAft>
              <a:buClr>
                <a:srgbClr val="FFFFFF"/>
              </a:buClr>
              <a:buSzPts val="1000"/>
              <a:buNone/>
              <a:defRPr b="1" sz="1000">
                <a:solidFill>
                  <a:srgbClr val="FFFFFF"/>
                </a:solidFill>
              </a:defRPr>
            </a:lvl9pPr>
          </a:lstStyle>
          <a:p/>
        </p:txBody>
      </p:sp>
      <p:sp>
        <p:nvSpPr>
          <p:cNvPr id="58" name="Google Shape;58;p6"/>
          <p:cNvSpPr txBox="1"/>
          <p:nvPr>
            <p:ph idx="2" type="subTitle"/>
          </p:nvPr>
        </p:nvSpPr>
        <p:spPr>
          <a:xfrm>
            <a:off x="545450" y="1287900"/>
            <a:ext cx="3909900" cy="160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cxnSp>
        <p:nvCxnSpPr>
          <p:cNvPr id="59" name="Google Shape;59;p6"/>
          <p:cNvCxnSpPr/>
          <p:nvPr/>
        </p:nvCxnSpPr>
        <p:spPr>
          <a:xfrm>
            <a:off x="545450" y="4394822"/>
            <a:ext cx="3912300" cy="0"/>
          </a:xfrm>
          <a:prstGeom prst="straightConnector1">
            <a:avLst/>
          </a:prstGeom>
          <a:noFill/>
          <a:ln cap="flat" cmpd="sng" w="9525">
            <a:solidFill>
              <a:srgbClr val="FFFFFF"/>
            </a:solidFill>
            <a:prstDash val="solid"/>
            <a:round/>
            <a:headEnd len="med" w="med" type="none"/>
            <a:tailEnd len="med" w="med" type="none"/>
          </a:ln>
        </p:spPr>
      </p:cxnSp>
      <p:sp>
        <p:nvSpPr>
          <p:cNvPr id="60" name="Google Shape;60;p6"/>
          <p:cNvSpPr txBox="1"/>
          <p:nvPr>
            <p:ph idx="3" type="subTitle"/>
          </p:nvPr>
        </p:nvSpPr>
        <p:spPr>
          <a:xfrm>
            <a:off x="545450"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61" name="Google Shape;61;p6"/>
          <p:cNvSpPr txBox="1"/>
          <p:nvPr>
            <p:ph idx="4" type="subTitle"/>
          </p:nvPr>
        </p:nvSpPr>
        <p:spPr>
          <a:xfrm>
            <a:off x="545450"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sp>
        <p:nvSpPr>
          <p:cNvPr id="62" name="Google Shape;62;p6"/>
          <p:cNvSpPr txBox="1"/>
          <p:nvPr>
            <p:ph idx="5" type="subTitle"/>
          </p:nvPr>
        </p:nvSpPr>
        <p:spPr>
          <a:xfrm>
            <a:off x="2617088"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63" name="Google Shape;63;p6"/>
          <p:cNvSpPr txBox="1"/>
          <p:nvPr>
            <p:ph idx="6" type="subTitle"/>
          </p:nvPr>
        </p:nvSpPr>
        <p:spPr>
          <a:xfrm>
            <a:off x="2617088"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pic>
        <p:nvPicPr>
          <p:cNvPr id="64" name="Google Shape;64;p6"/>
          <p:cNvPicPr preferRelativeResize="0"/>
          <p:nvPr/>
        </p:nvPicPr>
        <p:blipFill>
          <a:blip r:embed="rId2">
            <a:alphaModFix/>
          </a:blip>
          <a:stretch>
            <a:fillRect/>
          </a:stretch>
        </p:blipFill>
        <p:spPr>
          <a:xfrm>
            <a:off x="545450" y="525370"/>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02 - black">
  <p:cSld name="BLANK_2_2">
    <p:bg>
      <p:bgPr>
        <a:solidFill>
          <a:srgbClr val="131313"/>
        </a:solidFill>
      </p:bgPr>
    </p:bg>
    <p:spTree>
      <p:nvGrpSpPr>
        <p:cNvPr id="65" name="Shape 65"/>
        <p:cNvGrpSpPr/>
        <p:nvPr/>
      </p:nvGrpSpPr>
      <p:grpSpPr>
        <a:xfrm>
          <a:off x="0" y="0"/>
          <a:ext cx="0" cy="0"/>
          <a:chOff x="0" y="0"/>
          <a:chExt cx="0" cy="0"/>
        </a:xfrm>
      </p:grpSpPr>
      <p:sp>
        <p:nvSpPr>
          <p:cNvPr id="66" name="Google Shape;66;p7"/>
          <p:cNvSpPr txBox="1"/>
          <p:nvPr>
            <p:ph type="ctrTitle"/>
          </p:nvPr>
        </p:nvSpPr>
        <p:spPr>
          <a:xfrm>
            <a:off x="545450"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67" name="Google Shape;67;p7"/>
          <p:cNvCxnSpPr/>
          <p:nvPr/>
        </p:nvCxnSpPr>
        <p:spPr>
          <a:xfrm flipH="1" rot="10800000">
            <a:off x="545450" y="361350"/>
            <a:ext cx="3909900" cy="6900"/>
          </a:xfrm>
          <a:prstGeom prst="straightConnector1">
            <a:avLst/>
          </a:prstGeom>
          <a:noFill/>
          <a:ln cap="flat" cmpd="sng" w="9525">
            <a:solidFill>
              <a:srgbClr val="FFFFFF"/>
            </a:solidFill>
            <a:prstDash val="solid"/>
            <a:round/>
            <a:headEnd len="med" w="med" type="none"/>
            <a:tailEnd len="med" w="med" type="none"/>
          </a:ln>
        </p:spPr>
      </p:cxnSp>
      <p:cxnSp>
        <p:nvCxnSpPr>
          <p:cNvPr id="68" name="Google Shape;68;p7"/>
          <p:cNvCxnSpPr/>
          <p:nvPr/>
        </p:nvCxnSpPr>
        <p:spPr>
          <a:xfrm flipH="1" rot="10800000">
            <a:off x="545450" y="842850"/>
            <a:ext cx="3909900" cy="6900"/>
          </a:xfrm>
          <a:prstGeom prst="straightConnector1">
            <a:avLst/>
          </a:prstGeom>
          <a:noFill/>
          <a:ln cap="flat" cmpd="sng" w="9525">
            <a:solidFill>
              <a:srgbClr val="FFFFFF"/>
            </a:solidFill>
            <a:prstDash val="solid"/>
            <a:round/>
            <a:headEnd len="med" w="med" type="none"/>
            <a:tailEnd len="med" w="med" type="none"/>
          </a:ln>
        </p:spPr>
      </p:cxnSp>
      <p:sp>
        <p:nvSpPr>
          <p:cNvPr id="69" name="Google Shape;69;p7"/>
          <p:cNvSpPr txBox="1"/>
          <p:nvPr>
            <p:ph idx="1" type="subTitle"/>
          </p:nvPr>
        </p:nvSpPr>
        <p:spPr>
          <a:xfrm>
            <a:off x="1926550"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rgbClr val="FFFFFF"/>
              </a:buClr>
              <a:buSzPts val="800"/>
              <a:buNone/>
              <a:defRPr b="1" sz="800">
                <a:solidFill>
                  <a:srgbClr val="FFFFFF"/>
                </a:solidFill>
              </a:defRPr>
            </a:lvl1pPr>
            <a:lvl2pPr lvl="1" rtl="0" algn="r">
              <a:lnSpc>
                <a:spcPct val="100000"/>
              </a:lnSpc>
              <a:spcBef>
                <a:spcPts val="0"/>
              </a:spcBef>
              <a:spcAft>
                <a:spcPts val="0"/>
              </a:spcAft>
              <a:buClr>
                <a:srgbClr val="FFFFFF"/>
              </a:buClr>
              <a:buSzPts val="1000"/>
              <a:buNone/>
              <a:defRPr b="1" sz="1000">
                <a:solidFill>
                  <a:srgbClr val="FFFFFF"/>
                </a:solidFill>
              </a:defRPr>
            </a:lvl2pPr>
            <a:lvl3pPr lvl="2" rtl="0" algn="r">
              <a:lnSpc>
                <a:spcPct val="100000"/>
              </a:lnSpc>
              <a:spcBef>
                <a:spcPts val="0"/>
              </a:spcBef>
              <a:spcAft>
                <a:spcPts val="0"/>
              </a:spcAft>
              <a:buClr>
                <a:srgbClr val="FFFFFF"/>
              </a:buClr>
              <a:buSzPts val="1000"/>
              <a:buNone/>
              <a:defRPr b="1" sz="1000">
                <a:solidFill>
                  <a:srgbClr val="FFFFFF"/>
                </a:solidFill>
              </a:defRPr>
            </a:lvl3pPr>
            <a:lvl4pPr lvl="3" rtl="0" algn="r">
              <a:lnSpc>
                <a:spcPct val="100000"/>
              </a:lnSpc>
              <a:spcBef>
                <a:spcPts val="0"/>
              </a:spcBef>
              <a:spcAft>
                <a:spcPts val="0"/>
              </a:spcAft>
              <a:buClr>
                <a:srgbClr val="FFFFFF"/>
              </a:buClr>
              <a:buSzPts val="1000"/>
              <a:buNone/>
              <a:defRPr b="1" sz="1000">
                <a:solidFill>
                  <a:srgbClr val="FFFFFF"/>
                </a:solidFill>
              </a:defRPr>
            </a:lvl4pPr>
            <a:lvl5pPr lvl="4" rtl="0" algn="r">
              <a:lnSpc>
                <a:spcPct val="100000"/>
              </a:lnSpc>
              <a:spcBef>
                <a:spcPts val="0"/>
              </a:spcBef>
              <a:spcAft>
                <a:spcPts val="0"/>
              </a:spcAft>
              <a:buClr>
                <a:srgbClr val="FFFFFF"/>
              </a:buClr>
              <a:buSzPts val="1000"/>
              <a:buNone/>
              <a:defRPr b="1" sz="1000">
                <a:solidFill>
                  <a:srgbClr val="FFFFFF"/>
                </a:solidFill>
              </a:defRPr>
            </a:lvl5pPr>
            <a:lvl6pPr lvl="5" rtl="0" algn="r">
              <a:lnSpc>
                <a:spcPct val="100000"/>
              </a:lnSpc>
              <a:spcBef>
                <a:spcPts val="0"/>
              </a:spcBef>
              <a:spcAft>
                <a:spcPts val="0"/>
              </a:spcAft>
              <a:buClr>
                <a:srgbClr val="FFFFFF"/>
              </a:buClr>
              <a:buSzPts val="1000"/>
              <a:buNone/>
              <a:defRPr b="1" sz="1000">
                <a:solidFill>
                  <a:srgbClr val="FFFFFF"/>
                </a:solidFill>
              </a:defRPr>
            </a:lvl6pPr>
            <a:lvl7pPr lvl="6" rtl="0" algn="r">
              <a:lnSpc>
                <a:spcPct val="100000"/>
              </a:lnSpc>
              <a:spcBef>
                <a:spcPts val="0"/>
              </a:spcBef>
              <a:spcAft>
                <a:spcPts val="0"/>
              </a:spcAft>
              <a:buClr>
                <a:srgbClr val="FFFFFF"/>
              </a:buClr>
              <a:buSzPts val="1000"/>
              <a:buNone/>
              <a:defRPr b="1" sz="1000">
                <a:solidFill>
                  <a:srgbClr val="FFFFFF"/>
                </a:solidFill>
              </a:defRPr>
            </a:lvl7pPr>
            <a:lvl8pPr lvl="7" rtl="0" algn="r">
              <a:lnSpc>
                <a:spcPct val="100000"/>
              </a:lnSpc>
              <a:spcBef>
                <a:spcPts val="0"/>
              </a:spcBef>
              <a:spcAft>
                <a:spcPts val="0"/>
              </a:spcAft>
              <a:buClr>
                <a:srgbClr val="FFFFFF"/>
              </a:buClr>
              <a:buSzPts val="1000"/>
              <a:buNone/>
              <a:defRPr b="1" sz="1000">
                <a:solidFill>
                  <a:srgbClr val="FFFFFF"/>
                </a:solidFill>
              </a:defRPr>
            </a:lvl8pPr>
            <a:lvl9pPr lvl="8" rtl="0" algn="r">
              <a:lnSpc>
                <a:spcPct val="100000"/>
              </a:lnSpc>
              <a:spcBef>
                <a:spcPts val="0"/>
              </a:spcBef>
              <a:spcAft>
                <a:spcPts val="0"/>
              </a:spcAft>
              <a:buClr>
                <a:srgbClr val="FFFFFF"/>
              </a:buClr>
              <a:buSzPts val="1000"/>
              <a:buNone/>
              <a:defRPr b="1" sz="1000">
                <a:solidFill>
                  <a:srgbClr val="FFFFFF"/>
                </a:solidFill>
              </a:defRPr>
            </a:lvl9pPr>
          </a:lstStyle>
          <a:p/>
        </p:txBody>
      </p:sp>
      <p:cxnSp>
        <p:nvCxnSpPr>
          <p:cNvPr id="70" name="Google Shape;70;p7"/>
          <p:cNvCxnSpPr/>
          <p:nvPr/>
        </p:nvCxnSpPr>
        <p:spPr>
          <a:xfrm>
            <a:off x="545450" y="4555322"/>
            <a:ext cx="3912600" cy="0"/>
          </a:xfrm>
          <a:prstGeom prst="straightConnector1">
            <a:avLst/>
          </a:prstGeom>
          <a:noFill/>
          <a:ln cap="flat" cmpd="sng" w="9525">
            <a:solidFill>
              <a:srgbClr val="FFFFFF"/>
            </a:solidFill>
            <a:prstDash val="solid"/>
            <a:round/>
            <a:headEnd len="med" w="med" type="none"/>
            <a:tailEnd len="med" w="med" type="none"/>
          </a:ln>
        </p:spPr>
      </p:cxnSp>
      <p:sp>
        <p:nvSpPr>
          <p:cNvPr id="71" name="Google Shape;71;p7"/>
          <p:cNvSpPr txBox="1"/>
          <p:nvPr>
            <p:ph idx="2" type="subTitle"/>
          </p:nvPr>
        </p:nvSpPr>
        <p:spPr>
          <a:xfrm>
            <a:off x="54545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pic>
        <p:nvPicPr>
          <p:cNvPr id="72" name="Google Shape;72;p7"/>
          <p:cNvPicPr preferRelativeResize="0"/>
          <p:nvPr/>
        </p:nvPicPr>
        <p:blipFill>
          <a:blip r:embed="rId2">
            <a:alphaModFix/>
          </a:blip>
          <a:stretch>
            <a:fillRect/>
          </a:stretch>
        </p:blipFill>
        <p:spPr>
          <a:xfrm>
            <a:off x="545450" y="525370"/>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03 - black">
  <p:cSld name="BLANK_2_2_2">
    <p:bg>
      <p:bgPr>
        <a:solidFill>
          <a:srgbClr val="131313"/>
        </a:solidFill>
      </p:bgPr>
    </p:bg>
    <p:spTree>
      <p:nvGrpSpPr>
        <p:cNvPr id="73" name="Shape 73"/>
        <p:cNvGrpSpPr/>
        <p:nvPr/>
      </p:nvGrpSpPr>
      <p:grpSpPr>
        <a:xfrm>
          <a:off x="0" y="0"/>
          <a:ext cx="0" cy="0"/>
          <a:chOff x="0" y="0"/>
          <a:chExt cx="0" cy="0"/>
        </a:xfrm>
      </p:grpSpPr>
      <p:sp>
        <p:nvSpPr>
          <p:cNvPr id="74" name="Google Shape;74;p8"/>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75" name="Google Shape;75;p8"/>
          <p:cNvCxnSpPr/>
          <p:nvPr/>
        </p:nvCxnSpPr>
        <p:spPr>
          <a:xfrm flipH="1" rot="10800000">
            <a:off x="4688725" y="361350"/>
            <a:ext cx="3909900" cy="6900"/>
          </a:xfrm>
          <a:prstGeom prst="straightConnector1">
            <a:avLst/>
          </a:prstGeom>
          <a:noFill/>
          <a:ln cap="flat" cmpd="sng" w="9525">
            <a:solidFill>
              <a:srgbClr val="FFFFFF"/>
            </a:solidFill>
            <a:prstDash val="solid"/>
            <a:round/>
            <a:headEnd len="med" w="med" type="none"/>
            <a:tailEnd len="med" w="med" type="none"/>
          </a:ln>
        </p:spPr>
      </p:cxnSp>
      <p:cxnSp>
        <p:nvCxnSpPr>
          <p:cNvPr id="76" name="Google Shape;76;p8"/>
          <p:cNvCxnSpPr/>
          <p:nvPr/>
        </p:nvCxnSpPr>
        <p:spPr>
          <a:xfrm flipH="1" rot="10800000">
            <a:off x="4688725" y="842850"/>
            <a:ext cx="3909900" cy="6900"/>
          </a:xfrm>
          <a:prstGeom prst="straightConnector1">
            <a:avLst/>
          </a:prstGeom>
          <a:noFill/>
          <a:ln cap="flat" cmpd="sng" w="9525">
            <a:solidFill>
              <a:srgbClr val="FFFFFF"/>
            </a:solidFill>
            <a:prstDash val="solid"/>
            <a:round/>
            <a:headEnd len="med" w="med" type="none"/>
            <a:tailEnd len="med" w="med" type="none"/>
          </a:ln>
        </p:spPr>
      </p:cxnSp>
      <p:sp>
        <p:nvSpPr>
          <p:cNvPr id="77" name="Google Shape;77;p8"/>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rgbClr val="FFFFFF"/>
              </a:buClr>
              <a:buSzPts val="800"/>
              <a:buNone/>
              <a:defRPr b="1" sz="800">
                <a:solidFill>
                  <a:srgbClr val="FFFFFF"/>
                </a:solidFill>
              </a:defRPr>
            </a:lvl1pPr>
            <a:lvl2pPr lvl="1" rtl="0" algn="r">
              <a:lnSpc>
                <a:spcPct val="100000"/>
              </a:lnSpc>
              <a:spcBef>
                <a:spcPts val="0"/>
              </a:spcBef>
              <a:spcAft>
                <a:spcPts val="0"/>
              </a:spcAft>
              <a:buClr>
                <a:srgbClr val="FFFFFF"/>
              </a:buClr>
              <a:buSzPts val="1000"/>
              <a:buNone/>
              <a:defRPr b="1" sz="1000">
                <a:solidFill>
                  <a:srgbClr val="FFFFFF"/>
                </a:solidFill>
              </a:defRPr>
            </a:lvl2pPr>
            <a:lvl3pPr lvl="2" rtl="0" algn="r">
              <a:lnSpc>
                <a:spcPct val="100000"/>
              </a:lnSpc>
              <a:spcBef>
                <a:spcPts val="0"/>
              </a:spcBef>
              <a:spcAft>
                <a:spcPts val="0"/>
              </a:spcAft>
              <a:buClr>
                <a:srgbClr val="FFFFFF"/>
              </a:buClr>
              <a:buSzPts val="1000"/>
              <a:buNone/>
              <a:defRPr b="1" sz="1000">
                <a:solidFill>
                  <a:srgbClr val="FFFFFF"/>
                </a:solidFill>
              </a:defRPr>
            </a:lvl3pPr>
            <a:lvl4pPr lvl="3" rtl="0" algn="r">
              <a:lnSpc>
                <a:spcPct val="100000"/>
              </a:lnSpc>
              <a:spcBef>
                <a:spcPts val="0"/>
              </a:spcBef>
              <a:spcAft>
                <a:spcPts val="0"/>
              </a:spcAft>
              <a:buClr>
                <a:srgbClr val="FFFFFF"/>
              </a:buClr>
              <a:buSzPts val="1000"/>
              <a:buNone/>
              <a:defRPr b="1" sz="1000">
                <a:solidFill>
                  <a:srgbClr val="FFFFFF"/>
                </a:solidFill>
              </a:defRPr>
            </a:lvl4pPr>
            <a:lvl5pPr lvl="4" rtl="0" algn="r">
              <a:lnSpc>
                <a:spcPct val="100000"/>
              </a:lnSpc>
              <a:spcBef>
                <a:spcPts val="0"/>
              </a:spcBef>
              <a:spcAft>
                <a:spcPts val="0"/>
              </a:spcAft>
              <a:buClr>
                <a:srgbClr val="FFFFFF"/>
              </a:buClr>
              <a:buSzPts val="1000"/>
              <a:buNone/>
              <a:defRPr b="1" sz="1000">
                <a:solidFill>
                  <a:srgbClr val="FFFFFF"/>
                </a:solidFill>
              </a:defRPr>
            </a:lvl5pPr>
            <a:lvl6pPr lvl="5" rtl="0" algn="r">
              <a:lnSpc>
                <a:spcPct val="100000"/>
              </a:lnSpc>
              <a:spcBef>
                <a:spcPts val="0"/>
              </a:spcBef>
              <a:spcAft>
                <a:spcPts val="0"/>
              </a:spcAft>
              <a:buClr>
                <a:srgbClr val="FFFFFF"/>
              </a:buClr>
              <a:buSzPts val="1000"/>
              <a:buNone/>
              <a:defRPr b="1" sz="1000">
                <a:solidFill>
                  <a:srgbClr val="FFFFFF"/>
                </a:solidFill>
              </a:defRPr>
            </a:lvl6pPr>
            <a:lvl7pPr lvl="6" rtl="0" algn="r">
              <a:lnSpc>
                <a:spcPct val="100000"/>
              </a:lnSpc>
              <a:spcBef>
                <a:spcPts val="0"/>
              </a:spcBef>
              <a:spcAft>
                <a:spcPts val="0"/>
              </a:spcAft>
              <a:buClr>
                <a:srgbClr val="FFFFFF"/>
              </a:buClr>
              <a:buSzPts val="1000"/>
              <a:buNone/>
              <a:defRPr b="1" sz="1000">
                <a:solidFill>
                  <a:srgbClr val="FFFFFF"/>
                </a:solidFill>
              </a:defRPr>
            </a:lvl7pPr>
            <a:lvl8pPr lvl="7" rtl="0" algn="r">
              <a:lnSpc>
                <a:spcPct val="100000"/>
              </a:lnSpc>
              <a:spcBef>
                <a:spcPts val="0"/>
              </a:spcBef>
              <a:spcAft>
                <a:spcPts val="0"/>
              </a:spcAft>
              <a:buClr>
                <a:srgbClr val="FFFFFF"/>
              </a:buClr>
              <a:buSzPts val="1000"/>
              <a:buNone/>
              <a:defRPr b="1" sz="1000">
                <a:solidFill>
                  <a:srgbClr val="FFFFFF"/>
                </a:solidFill>
              </a:defRPr>
            </a:lvl8pPr>
            <a:lvl9pPr lvl="8" rtl="0" algn="r">
              <a:lnSpc>
                <a:spcPct val="100000"/>
              </a:lnSpc>
              <a:spcBef>
                <a:spcPts val="0"/>
              </a:spcBef>
              <a:spcAft>
                <a:spcPts val="0"/>
              </a:spcAft>
              <a:buClr>
                <a:srgbClr val="FFFFFF"/>
              </a:buClr>
              <a:buSzPts val="1000"/>
              <a:buNone/>
              <a:defRPr b="1" sz="1000">
                <a:solidFill>
                  <a:srgbClr val="FFFFFF"/>
                </a:solidFill>
              </a:defRPr>
            </a:lvl9pPr>
          </a:lstStyle>
          <a:p/>
        </p:txBody>
      </p:sp>
      <p:cxnSp>
        <p:nvCxnSpPr>
          <p:cNvPr id="78" name="Google Shape;78;p8"/>
          <p:cNvCxnSpPr/>
          <p:nvPr/>
        </p:nvCxnSpPr>
        <p:spPr>
          <a:xfrm>
            <a:off x="4688725" y="4555322"/>
            <a:ext cx="3912600" cy="0"/>
          </a:xfrm>
          <a:prstGeom prst="straightConnector1">
            <a:avLst/>
          </a:prstGeom>
          <a:noFill/>
          <a:ln cap="flat" cmpd="sng" w="9525">
            <a:solidFill>
              <a:srgbClr val="FFFFFF"/>
            </a:solidFill>
            <a:prstDash val="solid"/>
            <a:round/>
            <a:headEnd len="med" w="med" type="none"/>
            <a:tailEnd len="med" w="med" type="none"/>
          </a:ln>
        </p:spPr>
      </p:cxnSp>
      <p:sp>
        <p:nvSpPr>
          <p:cNvPr id="79" name="Google Shape;79;p8"/>
          <p:cNvSpPr txBox="1"/>
          <p:nvPr>
            <p:ph idx="2" type="subTitle"/>
          </p:nvPr>
        </p:nvSpPr>
        <p:spPr>
          <a:xfrm>
            <a:off x="4688725"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pic>
        <p:nvPicPr>
          <p:cNvPr id="80" name="Google Shape;80;p8"/>
          <p:cNvPicPr preferRelativeResize="0"/>
          <p:nvPr/>
        </p:nvPicPr>
        <p:blipFill>
          <a:blip r:embed="rId2">
            <a:alphaModFix/>
          </a:blip>
          <a:stretch>
            <a:fillRect/>
          </a:stretch>
        </p:blipFill>
        <p:spPr>
          <a:xfrm>
            <a:off x="4691325" y="525445"/>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02">
  <p:cSld name="BLANK_2_2_1">
    <p:bg>
      <p:bgPr>
        <a:solidFill>
          <a:schemeClr val="lt1"/>
        </a:solidFill>
      </p:bgPr>
    </p:bg>
    <p:spTree>
      <p:nvGrpSpPr>
        <p:cNvPr id="81" name="Shape 81"/>
        <p:cNvGrpSpPr/>
        <p:nvPr/>
      </p:nvGrpSpPr>
      <p:grpSpPr>
        <a:xfrm>
          <a:off x="0" y="0"/>
          <a:ext cx="0" cy="0"/>
          <a:chOff x="0" y="0"/>
          <a:chExt cx="0" cy="0"/>
        </a:xfrm>
      </p:grpSpPr>
      <p:sp>
        <p:nvSpPr>
          <p:cNvPr id="82" name="Google Shape;82;p9"/>
          <p:cNvSpPr txBox="1"/>
          <p:nvPr>
            <p:ph type="ctrTitle"/>
          </p:nvPr>
        </p:nvSpPr>
        <p:spPr>
          <a:xfrm>
            <a:off x="545450"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chemeClr val="dk1"/>
              </a:buClr>
              <a:buSzPts val="3400"/>
              <a:buNone/>
              <a:defRPr sz="3400">
                <a:solidFill>
                  <a:schemeClr val="dk1"/>
                </a:solidFill>
              </a:defRPr>
            </a:lvl1pPr>
            <a:lvl2pPr lvl="1" rtl="0">
              <a:spcBef>
                <a:spcPts val="0"/>
              </a:spcBef>
              <a:spcAft>
                <a:spcPts val="0"/>
              </a:spcAft>
              <a:buClr>
                <a:schemeClr val="dk1"/>
              </a:buClr>
              <a:buSzPts val="4400"/>
              <a:buNone/>
              <a:defRPr sz="4400">
                <a:solidFill>
                  <a:schemeClr val="dk1"/>
                </a:solidFill>
              </a:defRPr>
            </a:lvl2pPr>
            <a:lvl3pPr lvl="2" rtl="0">
              <a:spcBef>
                <a:spcPts val="0"/>
              </a:spcBef>
              <a:spcAft>
                <a:spcPts val="0"/>
              </a:spcAft>
              <a:buClr>
                <a:schemeClr val="dk1"/>
              </a:buClr>
              <a:buSzPts val="4400"/>
              <a:buNone/>
              <a:defRPr sz="4400">
                <a:solidFill>
                  <a:schemeClr val="dk1"/>
                </a:solidFill>
              </a:defRPr>
            </a:lvl3pPr>
            <a:lvl4pPr lvl="3" rtl="0">
              <a:spcBef>
                <a:spcPts val="0"/>
              </a:spcBef>
              <a:spcAft>
                <a:spcPts val="0"/>
              </a:spcAft>
              <a:buClr>
                <a:schemeClr val="dk1"/>
              </a:buClr>
              <a:buSzPts val="4400"/>
              <a:buNone/>
              <a:defRPr sz="4400">
                <a:solidFill>
                  <a:schemeClr val="dk1"/>
                </a:solidFill>
              </a:defRPr>
            </a:lvl4pPr>
            <a:lvl5pPr lvl="4" rtl="0">
              <a:spcBef>
                <a:spcPts val="0"/>
              </a:spcBef>
              <a:spcAft>
                <a:spcPts val="0"/>
              </a:spcAft>
              <a:buClr>
                <a:schemeClr val="dk1"/>
              </a:buClr>
              <a:buSzPts val="4400"/>
              <a:buNone/>
              <a:defRPr sz="4400">
                <a:solidFill>
                  <a:schemeClr val="dk1"/>
                </a:solidFill>
              </a:defRPr>
            </a:lvl5pPr>
            <a:lvl6pPr lvl="5" rtl="0">
              <a:spcBef>
                <a:spcPts val="0"/>
              </a:spcBef>
              <a:spcAft>
                <a:spcPts val="0"/>
              </a:spcAft>
              <a:buClr>
                <a:schemeClr val="dk1"/>
              </a:buClr>
              <a:buSzPts val="4400"/>
              <a:buNone/>
              <a:defRPr sz="4400">
                <a:solidFill>
                  <a:schemeClr val="dk1"/>
                </a:solidFill>
              </a:defRPr>
            </a:lvl6pPr>
            <a:lvl7pPr lvl="6" rtl="0">
              <a:spcBef>
                <a:spcPts val="0"/>
              </a:spcBef>
              <a:spcAft>
                <a:spcPts val="0"/>
              </a:spcAft>
              <a:buClr>
                <a:schemeClr val="dk1"/>
              </a:buClr>
              <a:buSzPts val="4400"/>
              <a:buNone/>
              <a:defRPr sz="4400">
                <a:solidFill>
                  <a:schemeClr val="dk1"/>
                </a:solidFill>
              </a:defRPr>
            </a:lvl7pPr>
            <a:lvl8pPr lvl="7" rtl="0">
              <a:spcBef>
                <a:spcPts val="0"/>
              </a:spcBef>
              <a:spcAft>
                <a:spcPts val="0"/>
              </a:spcAft>
              <a:buClr>
                <a:schemeClr val="dk1"/>
              </a:buClr>
              <a:buSzPts val="4400"/>
              <a:buNone/>
              <a:defRPr sz="4400">
                <a:solidFill>
                  <a:schemeClr val="dk1"/>
                </a:solidFill>
              </a:defRPr>
            </a:lvl8pPr>
            <a:lvl9pPr lvl="8" rtl="0">
              <a:spcBef>
                <a:spcPts val="0"/>
              </a:spcBef>
              <a:spcAft>
                <a:spcPts val="0"/>
              </a:spcAft>
              <a:buClr>
                <a:schemeClr val="dk1"/>
              </a:buClr>
              <a:buSzPts val="4400"/>
              <a:buNone/>
              <a:defRPr sz="4400">
                <a:solidFill>
                  <a:schemeClr val="dk1"/>
                </a:solidFill>
              </a:defRPr>
            </a:lvl9pPr>
          </a:lstStyle>
          <a:p/>
        </p:txBody>
      </p:sp>
      <p:cxnSp>
        <p:nvCxnSpPr>
          <p:cNvPr id="83" name="Google Shape;83;p9"/>
          <p:cNvCxnSpPr/>
          <p:nvPr/>
        </p:nvCxnSpPr>
        <p:spPr>
          <a:xfrm>
            <a:off x="545450" y="4555322"/>
            <a:ext cx="3912600" cy="0"/>
          </a:xfrm>
          <a:prstGeom prst="straightConnector1">
            <a:avLst/>
          </a:prstGeom>
          <a:noFill/>
          <a:ln cap="flat" cmpd="sng" w="9525">
            <a:solidFill>
              <a:schemeClr val="dk1"/>
            </a:solidFill>
            <a:prstDash val="solid"/>
            <a:round/>
            <a:headEnd len="med" w="med" type="none"/>
            <a:tailEnd len="med" w="med" type="none"/>
          </a:ln>
        </p:spPr>
      </p:cxnSp>
      <p:sp>
        <p:nvSpPr>
          <p:cNvPr id="84" name="Google Shape;84;p9"/>
          <p:cNvSpPr txBox="1"/>
          <p:nvPr>
            <p:ph idx="1" type="subTitle"/>
          </p:nvPr>
        </p:nvSpPr>
        <p:spPr>
          <a:xfrm>
            <a:off x="54545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b="1" sz="6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cxnSp>
        <p:nvCxnSpPr>
          <p:cNvPr id="85" name="Google Shape;85;p9"/>
          <p:cNvCxnSpPr/>
          <p:nvPr/>
        </p:nvCxnSpPr>
        <p:spPr>
          <a:xfrm flipH="1" rot="10800000">
            <a:off x="545450" y="361350"/>
            <a:ext cx="3909900" cy="6900"/>
          </a:xfrm>
          <a:prstGeom prst="straightConnector1">
            <a:avLst/>
          </a:prstGeom>
          <a:noFill/>
          <a:ln cap="flat" cmpd="sng" w="9525">
            <a:solidFill>
              <a:srgbClr val="131313"/>
            </a:solidFill>
            <a:prstDash val="solid"/>
            <a:round/>
            <a:headEnd len="med" w="med" type="none"/>
            <a:tailEnd len="med" w="med" type="none"/>
          </a:ln>
        </p:spPr>
      </p:cxnSp>
      <p:cxnSp>
        <p:nvCxnSpPr>
          <p:cNvPr id="86" name="Google Shape;86;p9"/>
          <p:cNvCxnSpPr/>
          <p:nvPr/>
        </p:nvCxnSpPr>
        <p:spPr>
          <a:xfrm flipH="1" rot="10800000">
            <a:off x="545450" y="842850"/>
            <a:ext cx="3909900" cy="6900"/>
          </a:xfrm>
          <a:prstGeom prst="straightConnector1">
            <a:avLst/>
          </a:prstGeom>
          <a:noFill/>
          <a:ln cap="flat" cmpd="sng" w="9525">
            <a:solidFill>
              <a:srgbClr val="131313"/>
            </a:solidFill>
            <a:prstDash val="solid"/>
            <a:round/>
            <a:headEnd len="med" w="med" type="none"/>
            <a:tailEnd len="med" w="med" type="none"/>
          </a:ln>
        </p:spPr>
      </p:cxnSp>
      <p:sp>
        <p:nvSpPr>
          <p:cNvPr id="87" name="Google Shape;87;p9"/>
          <p:cNvSpPr txBox="1"/>
          <p:nvPr>
            <p:ph idx="2" type="subTitle"/>
          </p:nvPr>
        </p:nvSpPr>
        <p:spPr>
          <a:xfrm>
            <a:off x="1926550"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chemeClr val="dk1"/>
              </a:buClr>
              <a:buSzPts val="800"/>
              <a:buNone/>
              <a:defRPr b="1" sz="800">
                <a:solidFill>
                  <a:schemeClr val="dk1"/>
                </a:solidFill>
              </a:defRPr>
            </a:lvl1pPr>
            <a:lvl2pPr lvl="1" rtl="0" algn="r">
              <a:lnSpc>
                <a:spcPct val="100000"/>
              </a:lnSpc>
              <a:spcBef>
                <a:spcPts val="0"/>
              </a:spcBef>
              <a:spcAft>
                <a:spcPts val="0"/>
              </a:spcAft>
              <a:buClr>
                <a:schemeClr val="dk1"/>
              </a:buClr>
              <a:buSzPts val="1000"/>
              <a:buNone/>
              <a:defRPr b="1" sz="1000">
                <a:solidFill>
                  <a:schemeClr val="dk1"/>
                </a:solidFill>
              </a:defRPr>
            </a:lvl2pPr>
            <a:lvl3pPr lvl="2" rtl="0" algn="r">
              <a:lnSpc>
                <a:spcPct val="100000"/>
              </a:lnSpc>
              <a:spcBef>
                <a:spcPts val="0"/>
              </a:spcBef>
              <a:spcAft>
                <a:spcPts val="0"/>
              </a:spcAft>
              <a:buClr>
                <a:schemeClr val="dk1"/>
              </a:buClr>
              <a:buSzPts val="1000"/>
              <a:buNone/>
              <a:defRPr b="1" sz="1000">
                <a:solidFill>
                  <a:schemeClr val="dk1"/>
                </a:solidFill>
              </a:defRPr>
            </a:lvl3pPr>
            <a:lvl4pPr lvl="3" rtl="0" algn="r">
              <a:lnSpc>
                <a:spcPct val="100000"/>
              </a:lnSpc>
              <a:spcBef>
                <a:spcPts val="0"/>
              </a:spcBef>
              <a:spcAft>
                <a:spcPts val="0"/>
              </a:spcAft>
              <a:buClr>
                <a:schemeClr val="dk1"/>
              </a:buClr>
              <a:buSzPts val="1000"/>
              <a:buNone/>
              <a:defRPr b="1" sz="1000">
                <a:solidFill>
                  <a:schemeClr val="dk1"/>
                </a:solidFill>
              </a:defRPr>
            </a:lvl4pPr>
            <a:lvl5pPr lvl="4" rtl="0" algn="r">
              <a:lnSpc>
                <a:spcPct val="100000"/>
              </a:lnSpc>
              <a:spcBef>
                <a:spcPts val="0"/>
              </a:spcBef>
              <a:spcAft>
                <a:spcPts val="0"/>
              </a:spcAft>
              <a:buClr>
                <a:schemeClr val="dk1"/>
              </a:buClr>
              <a:buSzPts val="1000"/>
              <a:buNone/>
              <a:defRPr b="1" sz="1000">
                <a:solidFill>
                  <a:schemeClr val="dk1"/>
                </a:solidFill>
              </a:defRPr>
            </a:lvl5pPr>
            <a:lvl6pPr lvl="5" rtl="0" algn="r">
              <a:lnSpc>
                <a:spcPct val="100000"/>
              </a:lnSpc>
              <a:spcBef>
                <a:spcPts val="0"/>
              </a:spcBef>
              <a:spcAft>
                <a:spcPts val="0"/>
              </a:spcAft>
              <a:buClr>
                <a:schemeClr val="dk1"/>
              </a:buClr>
              <a:buSzPts val="1000"/>
              <a:buNone/>
              <a:defRPr b="1" sz="1000">
                <a:solidFill>
                  <a:schemeClr val="dk1"/>
                </a:solidFill>
              </a:defRPr>
            </a:lvl6pPr>
            <a:lvl7pPr lvl="6" rtl="0" algn="r">
              <a:lnSpc>
                <a:spcPct val="100000"/>
              </a:lnSpc>
              <a:spcBef>
                <a:spcPts val="0"/>
              </a:spcBef>
              <a:spcAft>
                <a:spcPts val="0"/>
              </a:spcAft>
              <a:buClr>
                <a:schemeClr val="dk1"/>
              </a:buClr>
              <a:buSzPts val="1000"/>
              <a:buNone/>
              <a:defRPr b="1" sz="1000">
                <a:solidFill>
                  <a:schemeClr val="dk1"/>
                </a:solidFill>
              </a:defRPr>
            </a:lvl7pPr>
            <a:lvl8pPr lvl="7" rtl="0" algn="r">
              <a:lnSpc>
                <a:spcPct val="100000"/>
              </a:lnSpc>
              <a:spcBef>
                <a:spcPts val="0"/>
              </a:spcBef>
              <a:spcAft>
                <a:spcPts val="0"/>
              </a:spcAft>
              <a:buClr>
                <a:schemeClr val="dk1"/>
              </a:buClr>
              <a:buSzPts val="1000"/>
              <a:buNone/>
              <a:defRPr b="1" sz="1000">
                <a:solidFill>
                  <a:schemeClr val="dk1"/>
                </a:solidFill>
              </a:defRPr>
            </a:lvl8pPr>
            <a:lvl9pPr lvl="8" rtl="0" algn="r">
              <a:lnSpc>
                <a:spcPct val="100000"/>
              </a:lnSpc>
              <a:spcBef>
                <a:spcPts val="0"/>
              </a:spcBef>
              <a:spcAft>
                <a:spcPts val="0"/>
              </a:spcAft>
              <a:buClr>
                <a:schemeClr val="dk1"/>
              </a:buClr>
              <a:buSzPts val="1000"/>
              <a:buNone/>
              <a:defRPr b="1" sz="1000">
                <a:solidFill>
                  <a:schemeClr val="dk1"/>
                </a:solidFill>
              </a:defRPr>
            </a:lvl9pPr>
          </a:lstStyle>
          <a:p/>
        </p:txBody>
      </p:sp>
      <p:pic>
        <p:nvPicPr>
          <p:cNvPr id="88" name="Google Shape;88;p9"/>
          <p:cNvPicPr preferRelativeResize="0"/>
          <p:nvPr/>
        </p:nvPicPr>
        <p:blipFill>
          <a:blip r:embed="rId2">
            <a:alphaModFix/>
          </a:blip>
          <a:stretch>
            <a:fillRect/>
          </a:stretch>
        </p:blipFill>
        <p:spPr>
          <a:xfrm>
            <a:off x="545450" y="525379"/>
            <a:ext cx="650950" cy="160197"/>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03">
  <p:cSld name="BLANK_2_2_1_1">
    <p:bg>
      <p:bgPr>
        <a:solidFill>
          <a:schemeClr val="lt1"/>
        </a:solidFill>
      </p:bgPr>
    </p:bg>
    <p:spTree>
      <p:nvGrpSpPr>
        <p:cNvPr id="89" name="Shape 89"/>
        <p:cNvGrpSpPr/>
        <p:nvPr/>
      </p:nvGrpSpPr>
      <p:grpSpPr>
        <a:xfrm>
          <a:off x="0" y="0"/>
          <a:ext cx="0" cy="0"/>
          <a:chOff x="0" y="0"/>
          <a:chExt cx="0" cy="0"/>
        </a:xfrm>
      </p:grpSpPr>
      <p:sp>
        <p:nvSpPr>
          <p:cNvPr id="90" name="Google Shape;90;p10"/>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chemeClr val="dk1"/>
              </a:buClr>
              <a:buSzPts val="3400"/>
              <a:buNone/>
              <a:defRPr sz="3400">
                <a:solidFill>
                  <a:schemeClr val="dk1"/>
                </a:solidFill>
              </a:defRPr>
            </a:lvl1pPr>
            <a:lvl2pPr lvl="1" rtl="0">
              <a:spcBef>
                <a:spcPts val="0"/>
              </a:spcBef>
              <a:spcAft>
                <a:spcPts val="0"/>
              </a:spcAft>
              <a:buClr>
                <a:schemeClr val="dk1"/>
              </a:buClr>
              <a:buSzPts val="4400"/>
              <a:buNone/>
              <a:defRPr sz="4400">
                <a:solidFill>
                  <a:schemeClr val="dk1"/>
                </a:solidFill>
              </a:defRPr>
            </a:lvl2pPr>
            <a:lvl3pPr lvl="2" rtl="0">
              <a:spcBef>
                <a:spcPts val="0"/>
              </a:spcBef>
              <a:spcAft>
                <a:spcPts val="0"/>
              </a:spcAft>
              <a:buClr>
                <a:schemeClr val="dk1"/>
              </a:buClr>
              <a:buSzPts val="4400"/>
              <a:buNone/>
              <a:defRPr sz="4400">
                <a:solidFill>
                  <a:schemeClr val="dk1"/>
                </a:solidFill>
              </a:defRPr>
            </a:lvl3pPr>
            <a:lvl4pPr lvl="3" rtl="0">
              <a:spcBef>
                <a:spcPts val="0"/>
              </a:spcBef>
              <a:spcAft>
                <a:spcPts val="0"/>
              </a:spcAft>
              <a:buClr>
                <a:schemeClr val="dk1"/>
              </a:buClr>
              <a:buSzPts val="4400"/>
              <a:buNone/>
              <a:defRPr sz="4400">
                <a:solidFill>
                  <a:schemeClr val="dk1"/>
                </a:solidFill>
              </a:defRPr>
            </a:lvl4pPr>
            <a:lvl5pPr lvl="4" rtl="0">
              <a:spcBef>
                <a:spcPts val="0"/>
              </a:spcBef>
              <a:spcAft>
                <a:spcPts val="0"/>
              </a:spcAft>
              <a:buClr>
                <a:schemeClr val="dk1"/>
              </a:buClr>
              <a:buSzPts val="4400"/>
              <a:buNone/>
              <a:defRPr sz="4400">
                <a:solidFill>
                  <a:schemeClr val="dk1"/>
                </a:solidFill>
              </a:defRPr>
            </a:lvl5pPr>
            <a:lvl6pPr lvl="5" rtl="0">
              <a:spcBef>
                <a:spcPts val="0"/>
              </a:spcBef>
              <a:spcAft>
                <a:spcPts val="0"/>
              </a:spcAft>
              <a:buClr>
                <a:schemeClr val="dk1"/>
              </a:buClr>
              <a:buSzPts val="4400"/>
              <a:buNone/>
              <a:defRPr sz="4400">
                <a:solidFill>
                  <a:schemeClr val="dk1"/>
                </a:solidFill>
              </a:defRPr>
            </a:lvl6pPr>
            <a:lvl7pPr lvl="6" rtl="0">
              <a:spcBef>
                <a:spcPts val="0"/>
              </a:spcBef>
              <a:spcAft>
                <a:spcPts val="0"/>
              </a:spcAft>
              <a:buClr>
                <a:schemeClr val="dk1"/>
              </a:buClr>
              <a:buSzPts val="4400"/>
              <a:buNone/>
              <a:defRPr sz="4400">
                <a:solidFill>
                  <a:schemeClr val="dk1"/>
                </a:solidFill>
              </a:defRPr>
            </a:lvl7pPr>
            <a:lvl8pPr lvl="7" rtl="0">
              <a:spcBef>
                <a:spcPts val="0"/>
              </a:spcBef>
              <a:spcAft>
                <a:spcPts val="0"/>
              </a:spcAft>
              <a:buClr>
                <a:schemeClr val="dk1"/>
              </a:buClr>
              <a:buSzPts val="4400"/>
              <a:buNone/>
              <a:defRPr sz="4400">
                <a:solidFill>
                  <a:schemeClr val="dk1"/>
                </a:solidFill>
              </a:defRPr>
            </a:lvl8pPr>
            <a:lvl9pPr lvl="8" rtl="0">
              <a:spcBef>
                <a:spcPts val="0"/>
              </a:spcBef>
              <a:spcAft>
                <a:spcPts val="0"/>
              </a:spcAft>
              <a:buClr>
                <a:schemeClr val="dk1"/>
              </a:buClr>
              <a:buSzPts val="4400"/>
              <a:buNone/>
              <a:defRPr sz="4400">
                <a:solidFill>
                  <a:schemeClr val="dk1"/>
                </a:solidFill>
              </a:defRPr>
            </a:lvl9pPr>
          </a:lstStyle>
          <a:p/>
        </p:txBody>
      </p:sp>
      <p:cxnSp>
        <p:nvCxnSpPr>
          <p:cNvPr id="91" name="Google Shape;91;p10"/>
          <p:cNvCxnSpPr/>
          <p:nvPr/>
        </p:nvCxnSpPr>
        <p:spPr>
          <a:xfrm>
            <a:off x="4688725" y="4555322"/>
            <a:ext cx="3912600" cy="0"/>
          </a:xfrm>
          <a:prstGeom prst="straightConnector1">
            <a:avLst/>
          </a:prstGeom>
          <a:noFill/>
          <a:ln cap="flat" cmpd="sng" w="9525">
            <a:solidFill>
              <a:schemeClr val="dk1"/>
            </a:solidFill>
            <a:prstDash val="solid"/>
            <a:round/>
            <a:headEnd len="med" w="med" type="none"/>
            <a:tailEnd len="med" w="med" type="none"/>
          </a:ln>
        </p:spPr>
      </p:cxnSp>
      <p:sp>
        <p:nvSpPr>
          <p:cNvPr id="92" name="Google Shape;92;p10"/>
          <p:cNvSpPr txBox="1"/>
          <p:nvPr>
            <p:ph idx="1" type="subTitle"/>
          </p:nvPr>
        </p:nvSpPr>
        <p:spPr>
          <a:xfrm>
            <a:off x="4688725"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b="1" sz="6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cxnSp>
        <p:nvCxnSpPr>
          <p:cNvPr id="93" name="Google Shape;93;p10"/>
          <p:cNvCxnSpPr/>
          <p:nvPr/>
        </p:nvCxnSpPr>
        <p:spPr>
          <a:xfrm flipH="1" rot="10800000">
            <a:off x="4688725" y="361350"/>
            <a:ext cx="3909900" cy="6900"/>
          </a:xfrm>
          <a:prstGeom prst="straightConnector1">
            <a:avLst/>
          </a:prstGeom>
          <a:noFill/>
          <a:ln cap="flat" cmpd="sng" w="9525">
            <a:solidFill>
              <a:srgbClr val="131313"/>
            </a:solidFill>
            <a:prstDash val="solid"/>
            <a:round/>
            <a:headEnd len="med" w="med" type="none"/>
            <a:tailEnd len="med" w="med" type="none"/>
          </a:ln>
        </p:spPr>
      </p:cxnSp>
      <p:cxnSp>
        <p:nvCxnSpPr>
          <p:cNvPr id="94" name="Google Shape;94;p10"/>
          <p:cNvCxnSpPr/>
          <p:nvPr/>
        </p:nvCxnSpPr>
        <p:spPr>
          <a:xfrm flipH="1" rot="10800000">
            <a:off x="4688725" y="842850"/>
            <a:ext cx="3909900" cy="6900"/>
          </a:xfrm>
          <a:prstGeom prst="straightConnector1">
            <a:avLst/>
          </a:prstGeom>
          <a:noFill/>
          <a:ln cap="flat" cmpd="sng" w="9525">
            <a:solidFill>
              <a:srgbClr val="131313"/>
            </a:solidFill>
            <a:prstDash val="solid"/>
            <a:round/>
            <a:headEnd len="med" w="med" type="none"/>
            <a:tailEnd len="med" w="med" type="none"/>
          </a:ln>
        </p:spPr>
      </p:cxnSp>
      <p:sp>
        <p:nvSpPr>
          <p:cNvPr id="95" name="Google Shape;95;p10"/>
          <p:cNvSpPr txBox="1"/>
          <p:nvPr>
            <p:ph idx="2" type="subTitle"/>
          </p:nvPr>
        </p:nvSpPr>
        <p:spPr>
          <a:xfrm>
            <a:off x="6069825"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chemeClr val="dk1"/>
              </a:buClr>
              <a:buSzPts val="800"/>
              <a:buNone/>
              <a:defRPr b="1" sz="800">
                <a:solidFill>
                  <a:schemeClr val="dk1"/>
                </a:solidFill>
              </a:defRPr>
            </a:lvl1pPr>
            <a:lvl2pPr lvl="1" rtl="0" algn="r">
              <a:lnSpc>
                <a:spcPct val="100000"/>
              </a:lnSpc>
              <a:spcBef>
                <a:spcPts val="0"/>
              </a:spcBef>
              <a:spcAft>
                <a:spcPts val="0"/>
              </a:spcAft>
              <a:buClr>
                <a:schemeClr val="dk1"/>
              </a:buClr>
              <a:buSzPts val="1000"/>
              <a:buNone/>
              <a:defRPr b="1" sz="1000">
                <a:solidFill>
                  <a:schemeClr val="dk1"/>
                </a:solidFill>
              </a:defRPr>
            </a:lvl2pPr>
            <a:lvl3pPr lvl="2" rtl="0" algn="r">
              <a:lnSpc>
                <a:spcPct val="100000"/>
              </a:lnSpc>
              <a:spcBef>
                <a:spcPts val="0"/>
              </a:spcBef>
              <a:spcAft>
                <a:spcPts val="0"/>
              </a:spcAft>
              <a:buClr>
                <a:schemeClr val="dk1"/>
              </a:buClr>
              <a:buSzPts val="1000"/>
              <a:buNone/>
              <a:defRPr b="1" sz="1000">
                <a:solidFill>
                  <a:schemeClr val="dk1"/>
                </a:solidFill>
              </a:defRPr>
            </a:lvl3pPr>
            <a:lvl4pPr lvl="3" rtl="0" algn="r">
              <a:lnSpc>
                <a:spcPct val="100000"/>
              </a:lnSpc>
              <a:spcBef>
                <a:spcPts val="0"/>
              </a:spcBef>
              <a:spcAft>
                <a:spcPts val="0"/>
              </a:spcAft>
              <a:buClr>
                <a:schemeClr val="dk1"/>
              </a:buClr>
              <a:buSzPts val="1000"/>
              <a:buNone/>
              <a:defRPr b="1" sz="1000">
                <a:solidFill>
                  <a:schemeClr val="dk1"/>
                </a:solidFill>
              </a:defRPr>
            </a:lvl4pPr>
            <a:lvl5pPr lvl="4" rtl="0" algn="r">
              <a:lnSpc>
                <a:spcPct val="100000"/>
              </a:lnSpc>
              <a:spcBef>
                <a:spcPts val="0"/>
              </a:spcBef>
              <a:spcAft>
                <a:spcPts val="0"/>
              </a:spcAft>
              <a:buClr>
                <a:schemeClr val="dk1"/>
              </a:buClr>
              <a:buSzPts val="1000"/>
              <a:buNone/>
              <a:defRPr b="1" sz="1000">
                <a:solidFill>
                  <a:schemeClr val="dk1"/>
                </a:solidFill>
              </a:defRPr>
            </a:lvl5pPr>
            <a:lvl6pPr lvl="5" rtl="0" algn="r">
              <a:lnSpc>
                <a:spcPct val="100000"/>
              </a:lnSpc>
              <a:spcBef>
                <a:spcPts val="0"/>
              </a:spcBef>
              <a:spcAft>
                <a:spcPts val="0"/>
              </a:spcAft>
              <a:buClr>
                <a:schemeClr val="dk1"/>
              </a:buClr>
              <a:buSzPts val="1000"/>
              <a:buNone/>
              <a:defRPr b="1" sz="1000">
                <a:solidFill>
                  <a:schemeClr val="dk1"/>
                </a:solidFill>
              </a:defRPr>
            </a:lvl6pPr>
            <a:lvl7pPr lvl="6" rtl="0" algn="r">
              <a:lnSpc>
                <a:spcPct val="100000"/>
              </a:lnSpc>
              <a:spcBef>
                <a:spcPts val="0"/>
              </a:spcBef>
              <a:spcAft>
                <a:spcPts val="0"/>
              </a:spcAft>
              <a:buClr>
                <a:schemeClr val="dk1"/>
              </a:buClr>
              <a:buSzPts val="1000"/>
              <a:buNone/>
              <a:defRPr b="1" sz="1000">
                <a:solidFill>
                  <a:schemeClr val="dk1"/>
                </a:solidFill>
              </a:defRPr>
            </a:lvl7pPr>
            <a:lvl8pPr lvl="7" rtl="0" algn="r">
              <a:lnSpc>
                <a:spcPct val="100000"/>
              </a:lnSpc>
              <a:spcBef>
                <a:spcPts val="0"/>
              </a:spcBef>
              <a:spcAft>
                <a:spcPts val="0"/>
              </a:spcAft>
              <a:buClr>
                <a:schemeClr val="dk1"/>
              </a:buClr>
              <a:buSzPts val="1000"/>
              <a:buNone/>
              <a:defRPr b="1" sz="1000">
                <a:solidFill>
                  <a:schemeClr val="dk1"/>
                </a:solidFill>
              </a:defRPr>
            </a:lvl8pPr>
            <a:lvl9pPr lvl="8" rtl="0" algn="r">
              <a:lnSpc>
                <a:spcPct val="100000"/>
              </a:lnSpc>
              <a:spcBef>
                <a:spcPts val="0"/>
              </a:spcBef>
              <a:spcAft>
                <a:spcPts val="0"/>
              </a:spcAft>
              <a:buClr>
                <a:schemeClr val="dk1"/>
              </a:buClr>
              <a:buSzPts val="1000"/>
              <a:buNone/>
              <a:defRPr b="1" sz="1000">
                <a:solidFill>
                  <a:schemeClr val="dk1"/>
                </a:solidFill>
              </a:defRPr>
            </a:lvl9pPr>
          </a:lstStyle>
          <a:p/>
        </p:txBody>
      </p:sp>
      <p:pic>
        <p:nvPicPr>
          <p:cNvPr id="96" name="Google Shape;96;p10"/>
          <p:cNvPicPr preferRelativeResize="0"/>
          <p:nvPr/>
        </p:nvPicPr>
        <p:blipFill>
          <a:blip r:embed="rId2">
            <a:alphaModFix/>
          </a:blip>
          <a:stretch>
            <a:fillRect/>
          </a:stretch>
        </p:blipFill>
        <p:spPr>
          <a:xfrm>
            <a:off x="4691338" y="525379"/>
            <a:ext cx="650950" cy="160197"/>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COVER">
  <p:cSld name="BLANK_2_1">
    <p:bg>
      <p:bgPr>
        <a:solidFill>
          <a:srgbClr val="131313"/>
        </a:solidFill>
      </p:bgPr>
    </p:bg>
    <p:spTree>
      <p:nvGrpSpPr>
        <p:cNvPr id="97" name="Shape 97"/>
        <p:cNvGrpSpPr/>
        <p:nvPr/>
      </p:nvGrpSpPr>
      <p:grpSpPr>
        <a:xfrm>
          <a:off x="0" y="0"/>
          <a:ext cx="0" cy="0"/>
          <a:chOff x="0" y="0"/>
          <a:chExt cx="0" cy="0"/>
        </a:xfrm>
      </p:grpSpPr>
      <p:sp>
        <p:nvSpPr>
          <p:cNvPr id="98" name="Google Shape;98;p11"/>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99" name="Google Shape;99;p11"/>
          <p:cNvCxnSpPr/>
          <p:nvPr/>
        </p:nvCxnSpPr>
        <p:spPr>
          <a:xfrm flipH="1" rot="10800000">
            <a:off x="4688725" y="361350"/>
            <a:ext cx="3909900" cy="6900"/>
          </a:xfrm>
          <a:prstGeom prst="straightConnector1">
            <a:avLst/>
          </a:prstGeom>
          <a:noFill/>
          <a:ln cap="flat" cmpd="sng" w="9525">
            <a:solidFill>
              <a:srgbClr val="FFFFFF"/>
            </a:solidFill>
            <a:prstDash val="solid"/>
            <a:round/>
            <a:headEnd len="med" w="med" type="none"/>
            <a:tailEnd len="med" w="med" type="none"/>
          </a:ln>
        </p:spPr>
      </p:cxnSp>
      <p:cxnSp>
        <p:nvCxnSpPr>
          <p:cNvPr id="100" name="Google Shape;100;p11"/>
          <p:cNvCxnSpPr/>
          <p:nvPr/>
        </p:nvCxnSpPr>
        <p:spPr>
          <a:xfrm flipH="1" rot="10800000">
            <a:off x="4688725" y="842850"/>
            <a:ext cx="3909900" cy="6900"/>
          </a:xfrm>
          <a:prstGeom prst="straightConnector1">
            <a:avLst/>
          </a:prstGeom>
          <a:noFill/>
          <a:ln cap="flat" cmpd="sng" w="9525">
            <a:solidFill>
              <a:srgbClr val="FFFFFF"/>
            </a:solidFill>
            <a:prstDash val="solid"/>
            <a:round/>
            <a:headEnd len="med" w="med" type="none"/>
            <a:tailEnd len="med" w="med" type="none"/>
          </a:ln>
        </p:spPr>
      </p:cxnSp>
      <p:sp>
        <p:nvSpPr>
          <p:cNvPr id="101" name="Google Shape;101;p11"/>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rgbClr val="FFFFFF"/>
              </a:buClr>
              <a:buSzPts val="800"/>
              <a:buNone/>
              <a:defRPr b="1" sz="800">
                <a:solidFill>
                  <a:srgbClr val="FFFFFF"/>
                </a:solidFill>
              </a:defRPr>
            </a:lvl1pPr>
            <a:lvl2pPr lvl="1" rtl="0" algn="r">
              <a:lnSpc>
                <a:spcPct val="100000"/>
              </a:lnSpc>
              <a:spcBef>
                <a:spcPts val="0"/>
              </a:spcBef>
              <a:spcAft>
                <a:spcPts val="0"/>
              </a:spcAft>
              <a:buClr>
                <a:srgbClr val="FFFFFF"/>
              </a:buClr>
              <a:buSzPts val="1000"/>
              <a:buNone/>
              <a:defRPr b="1" sz="1000">
                <a:solidFill>
                  <a:srgbClr val="FFFFFF"/>
                </a:solidFill>
              </a:defRPr>
            </a:lvl2pPr>
            <a:lvl3pPr lvl="2" rtl="0" algn="r">
              <a:lnSpc>
                <a:spcPct val="100000"/>
              </a:lnSpc>
              <a:spcBef>
                <a:spcPts val="0"/>
              </a:spcBef>
              <a:spcAft>
                <a:spcPts val="0"/>
              </a:spcAft>
              <a:buClr>
                <a:srgbClr val="FFFFFF"/>
              </a:buClr>
              <a:buSzPts val="1000"/>
              <a:buNone/>
              <a:defRPr b="1" sz="1000">
                <a:solidFill>
                  <a:srgbClr val="FFFFFF"/>
                </a:solidFill>
              </a:defRPr>
            </a:lvl3pPr>
            <a:lvl4pPr lvl="3" rtl="0" algn="r">
              <a:lnSpc>
                <a:spcPct val="100000"/>
              </a:lnSpc>
              <a:spcBef>
                <a:spcPts val="0"/>
              </a:spcBef>
              <a:spcAft>
                <a:spcPts val="0"/>
              </a:spcAft>
              <a:buClr>
                <a:srgbClr val="FFFFFF"/>
              </a:buClr>
              <a:buSzPts val="1000"/>
              <a:buNone/>
              <a:defRPr b="1" sz="1000">
                <a:solidFill>
                  <a:srgbClr val="FFFFFF"/>
                </a:solidFill>
              </a:defRPr>
            </a:lvl4pPr>
            <a:lvl5pPr lvl="4" rtl="0" algn="r">
              <a:lnSpc>
                <a:spcPct val="100000"/>
              </a:lnSpc>
              <a:spcBef>
                <a:spcPts val="0"/>
              </a:spcBef>
              <a:spcAft>
                <a:spcPts val="0"/>
              </a:spcAft>
              <a:buClr>
                <a:srgbClr val="FFFFFF"/>
              </a:buClr>
              <a:buSzPts val="1000"/>
              <a:buNone/>
              <a:defRPr b="1" sz="1000">
                <a:solidFill>
                  <a:srgbClr val="FFFFFF"/>
                </a:solidFill>
              </a:defRPr>
            </a:lvl5pPr>
            <a:lvl6pPr lvl="5" rtl="0" algn="r">
              <a:lnSpc>
                <a:spcPct val="100000"/>
              </a:lnSpc>
              <a:spcBef>
                <a:spcPts val="0"/>
              </a:spcBef>
              <a:spcAft>
                <a:spcPts val="0"/>
              </a:spcAft>
              <a:buClr>
                <a:srgbClr val="FFFFFF"/>
              </a:buClr>
              <a:buSzPts val="1000"/>
              <a:buNone/>
              <a:defRPr b="1" sz="1000">
                <a:solidFill>
                  <a:srgbClr val="FFFFFF"/>
                </a:solidFill>
              </a:defRPr>
            </a:lvl6pPr>
            <a:lvl7pPr lvl="6" rtl="0" algn="r">
              <a:lnSpc>
                <a:spcPct val="100000"/>
              </a:lnSpc>
              <a:spcBef>
                <a:spcPts val="0"/>
              </a:spcBef>
              <a:spcAft>
                <a:spcPts val="0"/>
              </a:spcAft>
              <a:buClr>
                <a:srgbClr val="FFFFFF"/>
              </a:buClr>
              <a:buSzPts val="1000"/>
              <a:buNone/>
              <a:defRPr b="1" sz="1000">
                <a:solidFill>
                  <a:srgbClr val="FFFFFF"/>
                </a:solidFill>
              </a:defRPr>
            </a:lvl7pPr>
            <a:lvl8pPr lvl="7" rtl="0" algn="r">
              <a:lnSpc>
                <a:spcPct val="100000"/>
              </a:lnSpc>
              <a:spcBef>
                <a:spcPts val="0"/>
              </a:spcBef>
              <a:spcAft>
                <a:spcPts val="0"/>
              </a:spcAft>
              <a:buClr>
                <a:srgbClr val="FFFFFF"/>
              </a:buClr>
              <a:buSzPts val="1000"/>
              <a:buNone/>
              <a:defRPr b="1" sz="1000">
                <a:solidFill>
                  <a:srgbClr val="FFFFFF"/>
                </a:solidFill>
              </a:defRPr>
            </a:lvl8pPr>
            <a:lvl9pPr lvl="8" rtl="0" algn="r">
              <a:lnSpc>
                <a:spcPct val="100000"/>
              </a:lnSpc>
              <a:spcBef>
                <a:spcPts val="0"/>
              </a:spcBef>
              <a:spcAft>
                <a:spcPts val="0"/>
              </a:spcAft>
              <a:buClr>
                <a:srgbClr val="FFFFFF"/>
              </a:buClr>
              <a:buSzPts val="1000"/>
              <a:buNone/>
              <a:defRPr b="1" sz="1000">
                <a:solidFill>
                  <a:srgbClr val="FFFFFF"/>
                </a:solidFill>
              </a:defRPr>
            </a:lvl9pPr>
          </a:lstStyle>
          <a:p/>
        </p:txBody>
      </p:sp>
      <p:sp>
        <p:nvSpPr>
          <p:cNvPr id="102" name="Google Shape;102;p11"/>
          <p:cNvSpPr txBox="1"/>
          <p:nvPr>
            <p:ph idx="2" type="subTitle"/>
          </p:nvPr>
        </p:nvSpPr>
        <p:spPr>
          <a:xfrm>
            <a:off x="4688725" y="1287900"/>
            <a:ext cx="3909900" cy="160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cxnSp>
        <p:nvCxnSpPr>
          <p:cNvPr id="103" name="Google Shape;103;p11"/>
          <p:cNvCxnSpPr/>
          <p:nvPr/>
        </p:nvCxnSpPr>
        <p:spPr>
          <a:xfrm>
            <a:off x="4687525" y="4394822"/>
            <a:ext cx="3912300" cy="0"/>
          </a:xfrm>
          <a:prstGeom prst="straightConnector1">
            <a:avLst/>
          </a:prstGeom>
          <a:noFill/>
          <a:ln cap="flat" cmpd="sng" w="9525">
            <a:solidFill>
              <a:srgbClr val="FFFFFF"/>
            </a:solidFill>
            <a:prstDash val="solid"/>
            <a:round/>
            <a:headEnd len="med" w="med" type="none"/>
            <a:tailEnd len="med" w="med" type="none"/>
          </a:ln>
        </p:spPr>
      </p:cxnSp>
      <p:sp>
        <p:nvSpPr>
          <p:cNvPr id="104" name="Google Shape;104;p11"/>
          <p:cNvSpPr txBox="1"/>
          <p:nvPr>
            <p:ph idx="3" type="subTitle"/>
          </p:nvPr>
        </p:nvSpPr>
        <p:spPr>
          <a:xfrm>
            <a:off x="4687525"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05" name="Google Shape;105;p11"/>
          <p:cNvSpPr txBox="1"/>
          <p:nvPr>
            <p:ph idx="4" type="subTitle"/>
          </p:nvPr>
        </p:nvSpPr>
        <p:spPr>
          <a:xfrm>
            <a:off x="4687525"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sp>
        <p:nvSpPr>
          <p:cNvPr id="106" name="Google Shape;106;p11"/>
          <p:cNvSpPr txBox="1"/>
          <p:nvPr>
            <p:ph idx="5" type="subTitle"/>
          </p:nvPr>
        </p:nvSpPr>
        <p:spPr>
          <a:xfrm>
            <a:off x="6759163"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07" name="Google Shape;107;p11"/>
          <p:cNvSpPr txBox="1"/>
          <p:nvPr>
            <p:ph idx="6" type="subTitle"/>
          </p:nvPr>
        </p:nvSpPr>
        <p:spPr>
          <a:xfrm>
            <a:off x="6759163"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pic>
        <p:nvPicPr>
          <p:cNvPr id="108" name="Google Shape;108;p11"/>
          <p:cNvPicPr preferRelativeResize="0"/>
          <p:nvPr/>
        </p:nvPicPr>
        <p:blipFill>
          <a:blip r:embed="rId2">
            <a:alphaModFix/>
          </a:blip>
          <a:stretch>
            <a:fillRect/>
          </a:stretch>
        </p:blipFill>
        <p:spPr>
          <a:xfrm>
            <a:off x="4691325" y="525445"/>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COVER">
  <p:cSld name="BLANK_1">
    <p:bg>
      <p:bgPr>
        <a:solidFill>
          <a:srgbClr val="FFFFFF"/>
        </a:solidFill>
      </p:bgPr>
    </p:bg>
    <p:spTree>
      <p:nvGrpSpPr>
        <p:cNvPr id="109" name="Shape 109"/>
        <p:cNvGrpSpPr/>
        <p:nvPr/>
      </p:nvGrpSpPr>
      <p:grpSpPr>
        <a:xfrm>
          <a:off x="0" y="0"/>
          <a:ext cx="0" cy="0"/>
          <a:chOff x="0" y="0"/>
          <a:chExt cx="0" cy="0"/>
        </a:xfrm>
      </p:grpSpPr>
      <p:sp>
        <p:nvSpPr>
          <p:cNvPr id="110" name="Google Shape;110;p12"/>
          <p:cNvSpPr txBox="1"/>
          <p:nvPr>
            <p:ph type="ctrTitle"/>
          </p:nvPr>
        </p:nvSpPr>
        <p:spPr>
          <a:xfrm>
            <a:off x="545450" y="1448400"/>
            <a:ext cx="5981700" cy="2470500"/>
          </a:xfrm>
          <a:prstGeom prst="rect">
            <a:avLst/>
          </a:prstGeom>
        </p:spPr>
        <p:txBody>
          <a:bodyPr anchorCtr="0" anchor="t" bIns="0" lIns="0" spcFirstLastPara="1" rIns="0" wrap="square" tIns="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cxnSp>
        <p:nvCxnSpPr>
          <p:cNvPr id="111" name="Google Shape;111;p12"/>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112" name="Google Shape;112;p12"/>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113" name="Google Shape;113;p12"/>
          <p:cNvSpPr txBox="1"/>
          <p:nvPr>
            <p:ph idx="1" type="subTitle"/>
          </p:nvPr>
        </p:nvSpPr>
        <p:spPr>
          <a:xfrm>
            <a:off x="4688725" y="525600"/>
            <a:ext cx="39099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SzPts val="800"/>
              <a:buNone/>
              <a:defRPr b="1" sz="800"/>
            </a:lvl1pPr>
            <a:lvl2pPr lvl="1" rtl="0" algn="r">
              <a:lnSpc>
                <a:spcPct val="100000"/>
              </a:lnSpc>
              <a:spcBef>
                <a:spcPts val="0"/>
              </a:spcBef>
              <a:spcAft>
                <a:spcPts val="0"/>
              </a:spcAft>
              <a:buSzPts val="1000"/>
              <a:buNone/>
              <a:defRPr b="1" sz="1000"/>
            </a:lvl2pPr>
            <a:lvl3pPr lvl="2" rtl="0" algn="r">
              <a:lnSpc>
                <a:spcPct val="100000"/>
              </a:lnSpc>
              <a:spcBef>
                <a:spcPts val="0"/>
              </a:spcBef>
              <a:spcAft>
                <a:spcPts val="0"/>
              </a:spcAft>
              <a:buSzPts val="1000"/>
              <a:buNone/>
              <a:defRPr b="1" sz="1000"/>
            </a:lvl3pPr>
            <a:lvl4pPr lvl="3" rtl="0" algn="r">
              <a:lnSpc>
                <a:spcPct val="100000"/>
              </a:lnSpc>
              <a:spcBef>
                <a:spcPts val="0"/>
              </a:spcBef>
              <a:spcAft>
                <a:spcPts val="0"/>
              </a:spcAft>
              <a:buSzPts val="1000"/>
              <a:buNone/>
              <a:defRPr b="1" sz="1000"/>
            </a:lvl4pPr>
            <a:lvl5pPr lvl="4" rtl="0" algn="r">
              <a:lnSpc>
                <a:spcPct val="100000"/>
              </a:lnSpc>
              <a:spcBef>
                <a:spcPts val="0"/>
              </a:spcBef>
              <a:spcAft>
                <a:spcPts val="0"/>
              </a:spcAft>
              <a:buSzPts val="1000"/>
              <a:buNone/>
              <a:defRPr b="1" sz="1000"/>
            </a:lvl5pPr>
            <a:lvl6pPr lvl="5" rtl="0" algn="r">
              <a:lnSpc>
                <a:spcPct val="100000"/>
              </a:lnSpc>
              <a:spcBef>
                <a:spcPts val="0"/>
              </a:spcBef>
              <a:spcAft>
                <a:spcPts val="0"/>
              </a:spcAft>
              <a:buSzPts val="1000"/>
              <a:buNone/>
              <a:defRPr b="1" sz="1000"/>
            </a:lvl6pPr>
            <a:lvl7pPr lvl="6" rtl="0" algn="r">
              <a:lnSpc>
                <a:spcPct val="100000"/>
              </a:lnSpc>
              <a:spcBef>
                <a:spcPts val="0"/>
              </a:spcBef>
              <a:spcAft>
                <a:spcPts val="0"/>
              </a:spcAft>
              <a:buSzPts val="1000"/>
              <a:buNone/>
              <a:defRPr b="1" sz="1000"/>
            </a:lvl7pPr>
            <a:lvl8pPr lvl="7" rtl="0" algn="r">
              <a:lnSpc>
                <a:spcPct val="100000"/>
              </a:lnSpc>
              <a:spcBef>
                <a:spcPts val="0"/>
              </a:spcBef>
              <a:spcAft>
                <a:spcPts val="0"/>
              </a:spcAft>
              <a:buSzPts val="1000"/>
              <a:buNone/>
              <a:defRPr b="1" sz="1000"/>
            </a:lvl8pPr>
            <a:lvl9pPr lvl="8" rtl="0" algn="r">
              <a:lnSpc>
                <a:spcPct val="100000"/>
              </a:lnSpc>
              <a:spcBef>
                <a:spcPts val="0"/>
              </a:spcBef>
              <a:spcAft>
                <a:spcPts val="0"/>
              </a:spcAft>
              <a:buSzPts val="1000"/>
              <a:buNone/>
              <a:defRPr b="1" sz="1000"/>
            </a:lvl9pPr>
          </a:lstStyle>
          <a:p/>
        </p:txBody>
      </p:sp>
      <p:sp>
        <p:nvSpPr>
          <p:cNvPr id="114" name="Google Shape;114;p12"/>
          <p:cNvSpPr txBox="1"/>
          <p:nvPr>
            <p:ph idx="2" type="subTitle"/>
          </p:nvPr>
        </p:nvSpPr>
        <p:spPr>
          <a:xfrm>
            <a:off x="545450" y="1287900"/>
            <a:ext cx="3909900" cy="160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SzPts val="600"/>
              <a:buNone/>
              <a:defRPr sz="600"/>
            </a:lvl1pPr>
            <a:lvl2pPr lvl="1" rtl="0">
              <a:lnSpc>
                <a:spcPct val="100000"/>
              </a:lnSpc>
              <a:spcBef>
                <a:spcPts val="0"/>
              </a:spcBef>
              <a:spcAft>
                <a:spcPts val="0"/>
              </a:spcAft>
              <a:buSzPts val="800"/>
              <a:buNone/>
              <a:defRPr sz="800"/>
            </a:lvl2pPr>
            <a:lvl3pPr lvl="2" rtl="0">
              <a:lnSpc>
                <a:spcPct val="100000"/>
              </a:lnSpc>
              <a:spcBef>
                <a:spcPts val="0"/>
              </a:spcBef>
              <a:spcAft>
                <a:spcPts val="0"/>
              </a:spcAft>
              <a:buSzPts val="800"/>
              <a:buNone/>
              <a:defRPr sz="800"/>
            </a:lvl3pPr>
            <a:lvl4pPr lvl="3" rtl="0">
              <a:lnSpc>
                <a:spcPct val="100000"/>
              </a:lnSpc>
              <a:spcBef>
                <a:spcPts val="0"/>
              </a:spcBef>
              <a:spcAft>
                <a:spcPts val="0"/>
              </a:spcAft>
              <a:buSzPts val="800"/>
              <a:buNone/>
              <a:defRPr sz="800"/>
            </a:lvl4pPr>
            <a:lvl5pPr lvl="4" rtl="0">
              <a:lnSpc>
                <a:spcPct val="100000"/>
              </a:lnSpc>
              <a:spcBef>
                <a:spcPts val="0"/>
              </a:spcBef>
              <a:spcAft>
                <a:spcPts val="0"/>
              </a:spcAft>
              <a:buSzPts val="800"/>
              <a:buNone/>
              <a:defRPr sz="800"/>
            </a:lvl5pPr>
            <a:lvl6pPr lvl="5" rtl="0">
              <a:lnSpc>
                <a:spcPct val="100000"/>
              </a:lnSpc>
              <a:spcBef>
                <a:spcPts val="0"/>
              </a:spcBef>
              <a:spcAft>
                <a:spcPts val="0"/>
              </a:spcAft>
              <a:buSzPts val="800"/>
              <a:buNone/>
              <a:defRPr sz="800"/>
            </a:lvl6pPr>
            <a:lvl7pPr lvl="6" rtl="0">
              <a:lnSpc>
                <a:spcPct val="100000"/>
              </a:lnSpc>
              <a:spcBef>
                <a:spcPts val="0"/>
              </a:spcBef>
              <a:spcAft>
                <a:spcPts val="0"/>
              </a:spcAft>
              <a:buSzPts val="800"/>
              <a:buNone/>
              <a:defRPr sz="800"/>
            </a:lvl7pPr>
            <a:lvl8pPr lvl="7" rtl="0">
              <a:lnSpc>
                <a:spcPct val="100000"/>
              </a:lnSpc>
              <a:spcBef>
                <a:spcPts val="0"/>
              </a:spcBef>
              <a:spcAft>
                <a:spcPts val="0"/>
              </a:spcAft>
              <a:buSzPts val="800"/>
              <a:buNone/>
              <a:defRPr sz="800"/>
            </a:lvl8pPr>
            <a:lvl9pPr lvl="8" rtl="0">
              <a:lnSpc>
                <a:spcPct val="100000"/>
              </a:lnSpc>
              <a:spcBef>
                <a:spcPts val="0"/>
              </a:spcBef>
              <a:spcAft>
                <a:spcPts val="0"/>
              </a:spcAft>
              <a:buSzPts val="800"/>
              <a:buNone/>
              <a:defRPr sz="800"/>
            </a:lvl9pPr>
          </a:lstStyle>
          <a:p/>
        </p:txBody>
      </p:sp>
      <p:cxnSp>
        <p:nvCxnSpPr>
          <p:cNvPr id="115" name="Google Shape;115;p12"/>
          <p:cNvCxnSpPr/>
          <p:nvPr/>
        </p:nvCxnSpPr>
        <p:spPr>
          <a:xfrm flipH="1" rot="10800000">
            <a:off x="545450" y="43879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116" name="Google Shape;116;p12"/>
          <p:cNvSpPr txBox="1"/>
          <p:nvPr>
            <p:ph idx="3" type="subTitle"/>
          </p:nvPr>
        </p:nvSpPr>
        <p:spPr>
          <a:xfrm>
            <a:off x="4688725" y="4614750"/>
            <a:ext cx="39099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800"/>
              <a:buNone/>
              <a:defRPr b="1" sz="8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117" name="Google Shape;117;p12"/>
          <p:cNvSpPr txBox="1"/>
          <p:nvPr>
            <p:ph idx="4" type="subTitle"/>
          </p:nvPr>
        </p:nvSpPr>
        <p:spPr>
          <a:xfrm>
            <a:off x="545450" y="4614750"/>
            <a:ext cx="39099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800"/>
              <a:buNone/>
              <a:defRPr b="1" sz="8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118" name="Google Shape;118;p12"/>
          <p:cNvSpPr txBox="1"/>
          <p:nvPr>
            <p:ph idx="5" type="subTitle"/>
          </p:nvPr>
        </p:nvSpPr>
        <p:spPr>
          <a:xfrm>
            <a:off x="545450" y="44542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sz="600"/>
            </a:lvl1pPr>
            <a:lvl2pPr lvl="1" rtl="0">
              <a:lnSpc>
                <a:spcPct val="100000"/>
              </a:lnSpc>
              <a:spcBef>
                <a:spcPts val="0"/>
              </a:spcBef>
              <a:spcAft>
                <a:spcPts val="0"/>
              </a:spcAft>
              <a:buSzPts val="800"/>
              <a:buNone/>
              <a:defRPr sz="800"/>
            </a:lvl2pPr>
            <a:lvl3pPr lvl="2" rtl="0">
              <a:lnSpc>
                <a:spcPct val="100000"/>
              </a:lnSpc>
              <a:spcBef>
                <a:spcPts val="0"/>
              </a:spcBef>
              <a:spcAft>
                <a:spcPts val="0"/>
              </a:spcAft>
              <a:buSzPts val="800"/>
              <a:buNone/>
              <a:defRPr sz="800"/>
            </a:lvl3pPr>
            <a:lvl4pPr lvl="3" rtl="0">
              <a:lnSpc>
                <a:spcPct val="100000"/>
              </a:lnSpc>
              <a:spcBef>
                <a:spcPts val="0"/>
              </a:spcBef>
              <a:spcAft>
                <a:spcPts val="0"/>
              </a:spcAft>
              <a:buSzPts val="800"/>
              <a:buNone/>
              <a:defRPr sz="800"/>
            </a:lvl4pPr>
            <a:lvl5pPr lvl="4" rtl="0">
              <a:lnSpc>
                <a:spcPct val="100000"/>
              </a:lnSpc>
              <a:spcBef>
                <a:spcPts val="0"/>
              </a:spcBef>
              <a:spcAft>
                <a:spcPts val="0"/>
              </a:spcAft>
              <a:buSzPts val="800"/>
              <a:buNone/>
              <a:defRPr sz="800"/>
            </a:lvl5pPr>
            <a:lvl6pPr lvl="5" rtl="0">
              <a:lnSpc>
                <a:spcPct val="100000"/>
              </a:lnSpc>
              <a:spcBef>
                <a:spcPts val="0"/>
              </a:spcBef>
              <a:spcAft>
                <a:spcPts val="0"/>
              </a:spcAft>
              <a:buSzPts val="800"/>
              <a:buNone/>
              <a:defRPr sz="800"/>
            </a:lvl6pPr>
            <a:lvl7pPr lvl="6" rtl="0">
              <a:lnSpc>
                <a:spcPct val="100000"/>
              </a:lnSpc>
              <a:spcBef>
                <a:spcPts val="0"/>
              </a:spcBef>
              <a:spcAft>
                <a:spcPts val="0"/>
              </a:spcAft>
              <a:buSzPts val="800"/>
              <a:buNone/>
              <a:defRPr sz="800"/>
            </a:lvl7pPr>
            <a:lvl8pPr lvl="7" rtl="0">
              <a:lnSpc>
                <a:spcPct val="100000"/>
              </a:lnSpc>
              <a:spcBef>
                <a:spcPts val="0"/>
              </a:spcBef>
              <a:spcAft>
                <a:spcPts val="0"/>
              </a:spcAft>
              <a:buSzPts val="800"/>
              <a:buNone/>
              <a:defRPr sz="800"/>
            </a:lvl8pPr>
            <a:lvl9pPr lvl="8" rtl="0">
              <a:lnSpc>
                <a:spcPct val="100000"/>
              </a:lnSpc>
              <a:spcBef>
                <a:spcPts val="0"/>
              </a:spcBef>
              <a:spcAft>
                <a:spcPts val="0"/>
              </a:spcAft>
              <a:buSzPts val="800"/>
              <a:buNone/>
              <a:defRPr sz="800"/>
            </a:lvl9pPr>
          </a:lstStyle>
          <a:p/>
        </p:txBody>
      </p:sp>
      <p:sp>
        <p:nvSpPr>
          <p:cNvPr id="119" name="Google Shape;119;p12"/>
          <p:cNvSpPr txBox="1"/>
          <p:nvPr>
            <p:ph idx="6" type="subTitle"/>
          </p:nvPr>
        </p:nvSpPr>
        <p:spPr>
          <a:xfrm>
            <a:off x="4688725" y="44542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sz="600"/>
            </a:lvl1pPr>
            <a:lvl2pPr lvl="1" rtl="0">
              <a:lnSpc>
                <a:spcPct val="100000"/>
              </a:lnSpc>
              <a:spcBef>
                <a:spcPts val="0"/>
              </a:spcBef>
              <a:spcAft>
                <a:spcPts val="0"/>
              </a:spcAft>
              <a:buSzPts val="800"/>
              <a:buNone/>
              <a:defRPr sz="800"/>
            </a:lvl2pPr>
            <a:lvl3pPr lvl="2" rtl="0">
              <a:lnSpc>
                <a:spcPct val="100000"/>
              </a:lnSpc>
              <a:spcBef>
                <a:spcPts val="0"/>
              </a:spcBef>
              <a:spcAft>
                <a:spcPts val="0"/>
              </a:spcAft>
              <a:buSzPts val="800"/>
              <a:buNone/>
              <a:defRPr sz="800"/>
            </a:lvl3pPr>
            <a:lvl4pPr lvl="3" rtl="0">
              <a:lnSpc>
                <a:spcPct val="100000"/>
              </a:lnSpc>
              <a:spcBef>
                <a:spcPts val="0"/>
              </a:spcBef>
              <a:spcAft>
                <a:spcPts val="0"/>
              </a:spcAft>
              <a:buSzPts val="800"/>
              <a:buNone/>
              <a:defRPr sz="800"/>
            </a:lvl4pPr>
            <a:lvl5pPr lvl="4" rtl="0">
              <a:lnSpc>
                <a:spcPct val="100000"/>
              </a:lnSpc>
              <a:spcBef>
                <a:spcPts val="0"/>
              </a:spcBef>
              <a:spcAft>
                <a:spcPts val="0"/>
              </a:spcAft>
              <a:buSzPts val="800"/>
              <a:buNone/>
              <a:defRPr sz="800"/>
            </a:lvl5pPr>
            <a:lvl6pPr lvl="5" rtl="0">
              <a:lnSpc>
                <a:spcPct val="100000"/>
              </a:lnSpc>
              <a:spcBef>
                <a:spcPts val="0"/>
              </a:spcBef>
              <a:spcAft>
                <a:spcPts val="0"/>
              </a:spcAft>
              <a:buSzPts val="800"/>
              <a:buNone/>
              <a:defRPr sz="800"/>
            </a:lvl6pPr>
            <a:lvl7pPr lvl="6" rtl="0">
              <a:lnSpc>
                <a:spcPct val="100000"/>
              </a:lnSpc>
              <a:spcBef>
                <a:spcPts val="0"/>
              </a:spcBef>
              <a:spcAft>
                <a:spcPts val="0"/>
              </a:spcAft>
              <a:buSzPts val="800"/>
              <a:buNone/>
              <a:defRPr sz="800"/>
            </a:lvl7pPr>
            <a:lvl8pPr lvl="7" rtl="0">
              <a:lnSpc>
                <a:spcPct val="100000"/>
              </a:lnSpc>
              <a:spcBef>
                <a:spcPts val="0"/>
              </a:spcBef>
              <a:spcAft>
                <a:spcPts val="0"/>
              </a:spcAft>
              <a:buSzPts val="800"/>
              <a:buNone/>
              <a:defRPr sz="800"/>
            </a:lvl8pPr>
            <a:lvl9pPr lvl="8" rtl="0">
              <a:lnSpc>
                <a:spcPct val="100000"/>
              </a:lnSpc>
              <a:spcBef>
                <a:spcPts val="0"/>
              </a:spcBef>
              <a:spcAft>
                <a:spcPts val="0"/>
              </a:spcAft>
              <a:buSzPts val="800"/>
              <a:buNone/>
              <a:defRPr sz="800"/>
            </a:lvl9pPr>
          </a:lstStyle>
          <a:p/>
        </p:txBody>
      </p:sp>
      <p:pic>
        <p:nvPicPr>
          <p:cNvPr id="120" name="Google Shape;120;p12"/>
          <p:cNvPicPr preferRelativeResize="0"/>
          <p:nvPr/>
        </p:nvPicPr>
        <p:blipFill>
          <a:blip r:embed="rId2">
            <a:alphaModFix/>
          </a:blip>
          <a:stretch>
            <a:fillRect/>
          </a:stretch>
        </p:blipFill>
        <p:spPr>
          <a:xfrm>
            <a:off x="545450" y="525379"/>
            <a:ext cx="650950" cy="160197"/>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COVER">
  <p:cSld name="BLANK_1_1">
    <p:bg>
      <p:bgPr>
        <a:solidFill>
          <a:srgbClr val="FFFFFF"/>
        </a:solidFill>
      </p:bgPr>
    </p:bg>
    <p:spTree>
      <p:nvGrpSpPr>
        <p:cNvPr id="121" name="Shape 121"/>
        <p:cNvGrpSpPr/>
        <p:nvPr/>
      </p:nvGrpSpPr>
      <p:grpSpPr>
        <a:xfrm>
          <a:off x="0" y="0"/>
          <a:ext cx="0" cy="0"/>
          <a:chOff x="0" y="0"/>
          <a:chExt cx="0" cy="0"/>
        </a:xfrm>
      </p:grpSpPr>
      <p:sp>
        <p:nvSpPr>
          <p:cNvPr id="122" name="Google Shape;122;p13"/>
          <p:cNvSpPr txBox="1"/>
          <p:nvPr>
            <p:ph type="ctrTitle"/>
          </p:nvPr>
        </p:nvSpPr>
        <p:spPr>
          <a:xfrm>
            <a:off x="545450"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SzPts val="3400"/>
              <a:buNone/>
              <a:defRPr sz="3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cxnSp>
        <p:nvCxnSpPr>
          <p:cNvPr id="123" name="Google Shape;123;p13"/>
          <p:cNvCxnSpPr/>
          <p:nvPr/>
        </p:nvCxnSpPr>
        <p:spPr>
          <a:xfrm flipH="1" rot="10800000">
            <a:off x="545450" y="361350"/>
            <a:ext cx="3909900" cy="6900"/>
          </a:xfrm>
          <a:prstGeom prst="straightConnector1">
            <a:avLst/>
          </a:prstGeom>
          <a:noFill/>
          <a:ln cap="flat" cmpd="sng" w="9525">
            <a:solidFill>
              <a:srgbClr val="131313"/>
            </a:solidFill>
            <a:prstDash val="solid"/>
            <a:round/>
            <a:headEnd len="med" w="med" type="none"/>
            <a:tailEnd len="med" w="med" type="none"/>
          </a:ln>
        </p:spPr>
      </p:cxnSp>
      <p:cxnSp>
        <p:nvCxnSpPr>
          <p:cNvPr id="124" name="Google Shape;124;p13"/>
          <p:cNvCxnSpPr/>
          <p:nvPr/>
        </p:nvCxnSpPr>
        <p:spPr>
          <a:xfrm flipH="1" rot="10800000">
            <a:off x="545450" y="842850"/>
            <a:ext cx="3909900" cy="6900"/>
          </a:xfrm>
          <a:prstGeom prst="straightConnector1">
            <a:avLst/>
          </a:prstGeom>
          <a:noFill/>
          <a:ln cap="flat" cmpd="sng" w="9525">
            <a:solidFill>
              <a:srgbClr val="131313"/>
            </a:solidFill>
            <a:prstDash val="solid"/>
            <a:round/>
            <a:headEnd len="med" w="med" type="none"/>
            <a:tailEnd len="med" w="med" type="none"/>
          </a:ln>
        </p:spPr>
      </p:cxnSp>
      <p:cxnSp>
        <p:nvCxnSpPr>
          <p:cNvPr id="125" name="Google Shape;125;p13"/>
          <p:cNvCxnSpPr/>
          <p:nvPr/>
        </p:nvCxnSpPr>
        <p:spPr>
          <a:xfrm>
            <a:off x="545450" y="4394822"/>
            <a:ext cx="3912300" cy="0"/>
          </a:xfrm>
          <a:prstGeom prst="straightConnector1">
            <a:avLst/>
          </a:prstGeom>
          <a:noFill/>
          <a:ln cap="flat" cmpd="sng" w="9525">
            <a:solidFill>
              <a:schemeClr val="dk1"/>
            </a:solidFill>
            <a:prstDash val="solid"/>
            <a:round/>
            <a:headEnd len="med" w="med" type="none"/>
            <a:tailEnd len="med" w="med" type="none"/>
          </a:ln>
        </p:spPr>
      </p:cxnSp>
      <p:sp>
        <p:nvSpPr>
          <p:cNvPr id="126" name="Google Shape;126;p13"/>
          <p:cNvSpPr txBox="1"/>
          <p:nvPr>
            <p:ph idx="1" type="subTitle"/>
          </p:nvPr>
        </p:nvSpPr>
        <p:spPr>
          <a:xfrm>
            <a:off x="1926550"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chemeClr val="dk1"/>
              </a:buClr>
              <a:buSzPts val="800"/>
              <a:buNone/>
              <a:defRPr b="1" sz="800">
                <a:solidFill>
                  <a:schemeClr val="dk1"/>
                </a:solidFill>
              </a:defRPr>
            </a:lvl1pPr>
            <a:lvl2pPr lvl="1" rtl="0" algn="r">
              <a:lnSpc>
                <a:spcPct val="100000"/>
              </a:lnSpc>
              <a:spcBef>
                <a:spcPts val="0"/>
              </a:spcBef>
              <a:spcAft>
                <a:spcPts val="0"/>
              </a:spcAft>
              <a:buClr>
                <a:schemeClr val="dk1"/>
              </a:buClr>
              <a:buSzPts val="1000"/>
              <a:buNone/>
              <a:defRPr b="1" sz="1000">
                <a:solidFill>
                  <a:schemeClr val="dk1"/>
                </a:solidFill>
              </a:defRPr>
            </a:lvl2pPr>
            <a:lvl3pPr lvl="2" rtl="0" algn="r">
              <a:lnSpc>
                <a:spcPct val="100000"/>
              </a:lnSpc>
              <a:spcBef>
                <a:spcPts val="0"/>
              </a:spcBef>
              <a:spcAft>
                <a:spcPts val="0"/>
              </a:spcAft>
              <a:buClr>
                <a:schemeClr val="dk1"/>
              </a:buClr>
              <a:buSzPts val="1000"/>
              <a:buNone/>
              <a:defRPr b="1" sz="1000">
                <a:solidFill>
                  <a:schemeClr val="dk1"/>
                </a:solidFill>
              </a:defRPr>
            </a:lvl3pPr>
            <a:lvl4pPr lvl="3" rtl="0" algn="r">
              <a:lnSpc>
                <a:spcPct val="100000"/>
              </a:lnSpc>
              <a:spcBef>
                <a:spcPts val="0"/>
              </a:spcBef>
              <a:spcAft>
                <a:spcPts val="0"/>
              </a:spcAft>
              <a:buClr>
                <a:schemeClr val="dk1"/>
              </a:buClr>
              <a:buSzPts val="1000"/>
              <a:buNone/>
              <a:defRPr b="1" sz="1000">
                <a:solidFill>
                  <a:schemeClr val="dk1"/>
                </a:solidFill>
              </a:defRPr>
            </a:lvl4pPr>
            <a:lvl5pPr lvl="4" rtl="0" algn="r">
              <a:lnSpc>
                <a:spcPct val="100000"/>
              </a:lnSpc>
              <a:spcBef>
                <a:spcPts val="0"/>
              </a:spcBef>
              <a:spcAft>
                <a:spcPts val="0"/>
              </a:spcAft>
              <a:buClr>
                <a:schemeClr val="dk1"/>
              </a:buClr>
              <a:buSzPts val="1000"/>
              <a:buNone/>
              <a:defRPr b="1" sz="1000">
                <a:solidFill>
                  <a:schemeClr val="dk1"/>
                </a:solidFill>
              </a:defRPr>
            </a:lvl5pPr>
            <a:lvl6pPr lvl="5" rtl="0" algn="r">
              <a:lnSpc>
                <a:spcPct val="100000"/>
              </a:lnSpc>
              <a:spcBef>
                <a:spcPts val="0"/>
              </a:spcBef>
              <a:spcAft>
                <a:spcPts val="0"/>
              </a:spcAft>
              <a:buClr>
                <a:schemeClr val="dk1"/>
              </a:buClr>
              <a:buSzPts val="1000"/>
              <a:buNone/>
              <a:defRPr b="1" sz="1000">
                <a:solidFill>
                  <a:schemeClr val="dk1"/>
                </a:solidFill>
              </a:defRPr>
            </a:lvl6pPr>
            <a:lvl7pPr lvl="6" rtl="0" algn="r">
              <a:lnSpc>
                <a:spcPct val="100000"/>
              </a:lnSpc>
              <a:spcBef>
                <a:spcPts val="0"/>
              </a:spcBef>
              <a:spcAft>
                <a:spcPts val="0"/>
              </a:spcAft>
              <a:buClr>
                <a:schemeClr val="dk1"/>
              </a:buClr>
              <a:buSzPts val="1000"/>
              <a:buNone/>
              <a:defRPr b="1" sz="1000">
                <a:solidFill>
                  <a:schemeClr val="dk1"/>
                </a:solidFill>
              </a:defRPr>
            </a:lvl7pPr>
            <a:lvl8pPr lvl="7" rtl="0" algn="r">
              <a:lnSpc>
                <a:spcPct val="100000"/>
              </a:lnSpc>
              <a:spcBef>
                <a:spcPts val="0"/>
              </a:spcBef>
              <a:spcAft>
                <a:spcPts val="0"/>
              </a:spcAft>
              <a:buClr>
                <a:schemeClr val="dk1"/>
              </a:buClr>
              <a:buSzPts val="1000"/>
              <a:buNone/>
              <a:defRPr b="1" sz="1000">
                <a:solidFill>
                  <a:schemeClr val="dk1"/>
                </a:solidFill>
              </a:defRPr>
            </a:lvl8pPr>
            <a:lvl9pPr lvl="8" rtl="0" algn="r">
              <a:lnSpc>
                <a:spcPct val="100000"/>
              </a:lnSpc>
              <a:spcBef>
                <a:spcPts val="0"/>
              </a:spcBef>
              <a:spcAft>
                <a:spcPts val="0"/>
              </a:spcAft>
              <a:buClr>
                <a:schemeClr val="dk1"/>
              </a:buClr>
              <a:buSzPts val="1000"/>
              <a:buNone/>
              <a:defRPr b="1" sz="1000">
                <a:solidFill>
                  <a:schemeClr val="dk1"/>
                </a:solidFill>
              </a:defRPr>
            </a:lvl9pPr>
          </a:lstStyle>
          <a:p/>
        </p:txBody>
      </p:sp>
      <p:sp>
        <p:nvSpPr>
          <p:cNvPr id="127" name="Google Shape;127;p13"/>
          <p:cNvSpPr txBox="1"/>
          <p:nvPr>
            <p:ph idx="2" type="subTitle"/>
          </p:nvPr>
        </p:nvSpPr>
        <p:spPr>
          <a:xfrm>
            <a:off x="545450" y="1287900"/>
            <a:ext cx="3909900" cy="160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dk1"/>
              </a:buClr>
              <a:buSzPts val="600"/>
              <a:buNone/>
              <a:defRPr sz="600">
                <a:solidFill>
                  <a:schemeClr val="dk1"/>
                </a:solidFill>
              </a:defRPr>
            </a:lvl1pPr>
            <a:lvl2pPr lvl="1" rtl="0">
              <a:lnSpc>
                <a:spcPct val="100000"/>
              </a:lnSpc>
              <a:spcBef>
                <a:spcPts val="0"/>
              </a:spcBef>
              <a:spcAft>
                <a:spcPts val="0"/>
              </a:spcAft>
              <a:buClr>
                <a:schemeClr val="dk1"/>
              </a:buClr>
              <a:buSzPts val="800"/>
              <a:buNone/>
              <a:defRPr sz="800">
                <a:solidFill>
                  <a:schemeClr val="dk1"/>
                </a:solidFill>
              </a:defRPr>
            </a:lvl2pPr>
            <a:lvl3pPr lvl="2" rtl="0">
              <a:lnSpc>
                <a:spcPct val="100000"/>
              </a:lnSpc>
              <a:spcBef>
                <a:spcPts val="0"/>
              </a:spcBef>
              <a:spcAft>
                <a:spcPts val="0"/>
              </a:spcAft>
              <a:buClr>
                <a:schemeClr val="dk1"/>
              </a:buClr>
              <a:buSzPts val="800"/>
              <a:buNone/>
              <a:defRPr sz="800">
                <a:solidFill>
                  <a:schemeClr val="dk1"/>
                </a:solidFill>
              </a:defRPr>
            </a:lvl3pPr>
            <a:lvl4pPr lvl="3" rtl="0">
              <a:lnSpc>
                <a:spcPct val="100000"/>
              </a:lnSpc>
              <a:spcBef>
                <a:spcPts val="0"/>
              </a:spcBef>
              <a:spcAft>
                <a:spcPts val="0"/>
              </a:spcAft>
              <a:buClr>
                <a:schemeClr val="dk1"/>
              </a:buClr>
              <a:buSzPts val="800"/>
              <a:buNone/>
              <a:defRPr sz="800">
                <a:solidFill>
                  <a:schemeClr val="dk1"/>
                </a:solidFill>
              </a:defRPr>
            </a:lvl4pPr>
            <a:lvl5pPr lvl="4" rtl="0">
              <a:lnSpc>
                <a:spcPct val="100000"/>
              </a:lnSpc>
              <a:spcBef>
                <a:spcPts val="0"/>
              </a:spcBef>
              <a:spcAft>
                <a:spcPts val="0"/>
              </a:spcAft>
              <a:buClr>
                <a:schemeClr val="dk1"/>
              </a:buClr>
              <a:buSzPts val="800"/>
              <a:buNone/>
              <a:defRPr sz="800">
                <a:solidFill>
                  <a:schemeClr val="dk1"/>
                </a:solidFill>
              </a:defRPr>
            </a:lvl5pPr>
            <a:lvl6pPr lvl="5" rtl="0">
              <a:lnSpc>
                <a:spcPct val="100000"/>
              </a:lnSpc>
              <a:spcBef>
                <a:spcPts val="0"/>
              </a:spcBef>
              <a:spcAft>
                <a:spcPts val="0"/>
              </a:spcAft>
              <a:buClr>
                <a:schemeClr val="dk1"/>
              </a:buClr>
              <a:buSzPts val="800"/>
              <a:buNone/>
              <a:defRPr sz="800">
                <a:solidFill>
                  <a:schemeClr val="dk1"/>
                </a:solidFill>
              </a:defRPr>
            </a:lvl6pPr>
            <a:lvl7pPr lvl="6" rtl="0">
              <a:lnSpc>
                <a:spcPct val="100000"/>
              </a:lnSpc>
              <a:spcBef>
                <a:spcPts val="0"/>
              </a:spcBef>
              <a:spcAft>
                <a:spcPts val="0"/>
              </a:spcAft>
              <a:buClr>
                <a:schemeClr val="dk1"/>
              </a:buClr>
              <a:buSzPts val="800"/>
              <a:buNone/>
              <a:defRPr sz="800">
                <a:solidFill>
                  <a:schemeClr val="dk1"/>
                </a:solidFill>
              </a:defRPr>
            </a:lvl7pPr>
            <a:lvl8pPr lvl="7" rtl="0">
              <a:lnSpc>
                <a:spcPct val="100000"/>
              </a:lnSpc>
              <a:spcBef>
                <a:spcPts val="0"/>
              </a:spcBef>
              <a:spcAft>
                <a:spcPts val="0"/>
              </a:spcAft>
              <a:buClr>
                <a:schemeClr val="dk1"/>
              </a:buClr>
              <a:buSzPts val="800"/>
              <a:buNone/>
              <a:defRPr sz="800">
                <a:solidFill>
                  <a:schemeClr val="dk1"/>
                </a:solidFill>
              </a:defRPr>
            </a:lvl8pPr>
            <a:lvl9pPr lvl="8" rtl="0">
              <a:lnSpc>
                <a:spcPct val="100000"/>
              </a:lnSpc>
              <a:spcBef>
                <a:spcPts val="0"/>
              </a:spcBef>
              <a:spcAft>
                <a:spcPts val="0"/>
              </a:spcAft>
              <a:buClr>
                <a:schemeClr val="dk1"/>
              </a:buClr>
              <a:buSzPts val="800"/>
              <a:buNone/>
              <a:defRPr sz="800">
                <a:solidFill>
                  <a:schemeClr val="dk1"/>
                </a:solidFill>
              </a:defRPr>
            </a:lvl9pPr>
          </a:lstStyle>
          <a:p/>
        </p:txBody>
      </p:sp>
      <p:sp>
        <p:nvSpPr>
          <p:cNvPr id="128" name="Google Shape;128;p13"/>
          <p:cNvSpPr txBox="1"/>
          <p:nvPr>
            <p:ph idx="3" type="subTitle"/>
          </p:nvPr>
        </p:nvSpPr>
        <p:spPr>
          <a:xfrm>
            <a:off x="545450"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800"/>
              <a:buNone/>
              <a:defRPr b="1" sz="8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sp>
        <p:nvSpPr>
          <p:cNvPr id="129" name="Google Shape;129;p13"/>
          <p:cNvSpPr txBox="1"/>
          <p:nvPr>
            <p:ph idx="4" type="subTitle"/>
          </p:nvPr>
        </p:nvSpPr>
        <p:spPr>
          <a:xfrm>
            <a:off x="545450"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sz="600">
                <a:solidFill>
                  <a:schemeClr val="dk1"/>
                </a:solidFill>
              </a:defRPr>
            </a:lvl1pPr>
            <a:lvl2pPr lvl="1" rtl="0">
              <a:lnSpc>
                <a:spcPct val="100000"/>
              </a:lnSpc>
              <a:spcBef>
                <a:spcPts val="0"/>
              </a:spcBef>
              <a:spcAft>
                <a:spcPts val="0"/>
              </a:spcAft>
              <a:buClr>
                <a:schemeClr val="dk1"/>
              </a:buClr>
              <a:buSzPts val="800"/>
              <a:buNone/>
              <a:defRPr sz="800">
                <a:solidFill>
                  <a:schemeClr val="dk1"/>
                </a:solidFill>
              </a:defRPr>
            </a:lvl2pPr>
            <a:lvl3pPr lvl="2" rtl="0">
              <a:lnSpc>
                <a:spcPct val="100000"/>
              </a:lnSpc>
              <a:spcBef>
                <a:spcPts val="0"/>
              </a:spcBef>
              <a:spcAft>
                <a:spcPts val="0"/>
              </a:spcAft>
              <a:buClr>
                <a:schemeClr val="dk1"/>
              </a:buClr>
              <a:buSzPts val="800"/>
              <a:buNone/>
              <a:defRPr sz="800">
                <a:solidFill>
                  <a:schemeClr val="dk1"/>
                </a:solidFill>
              </a:defRPr>
            </a:lvl3pPr>
            <a:lvl4pPr lvl="3" rtl="0">
              <a:lnSpc>
                <a:spcPct val="100000"/>
              </a:lnSpc>
              <a:spcBef>
                <a:spcPts val="0"/>
              </a:spcBef>
              <a:spcAft>
                <a:spcPts val="0"/>
              </a:spcAft>
              <a:buClr>
                <a:schemeClr val="dk1"/>
              </a:buClr>
              <a:buSzPts val="800"/>
              <a:buNone/>
              <a:defRPr sz="800">
                <a:solidFill>
                  <a:schemeClr val="dk1"/>
                </a:solidFill>
              </a:defRPr>
            </a:lvl4pPr>
            <a:lvl5pPr lvl="4" rtl="0">
              <a:lnSpc>
                <a:spcPct val="100000"/>
              </a:lnSpc>
              <a:spcBef>
                <a:spcPts val="0"/>
              </a:spcBef>
              <a:spcAft>
                <a:spcPts val="0"/>
              </a:spcAft>
              <a:buClr>
                <a:schemeClr val="dk1"/>
              </a:buClr>
              <a:buSzPts val="800"/>
              <a:buNone/>
              <a:defRPr sz="800">
                <a:solidFill>
                  <a:schemeClr val="dk1"/>
                </a:solidFill>
              </a:defRPr>
            </a:lvl5pPr>
            <a:lvl6pPr lvl="5" rtl="0">
              <a:lnSpc>
                <a:spcPct val="100000"/>
              </a:lnSpc>
              <a:spcBef>
                <a:spcPts val="0"/>
              </a:spcBef>
              <a:spcAft>
                <a:spcPts val="0"/>
              </a:spcAft>
              <a:buClr>
                <a:schemeClr val="dk1"/>
              </a:buClr>
              <a:buSzPts val="800"/>
              <a:buNone/>
              <a:defRPr sz="800">
                <a:solidFill>
                  <a:schemeClr val="dk1"/>
                </a:solidFill>
              </a:defRPr>
            </a:lvl6pPr>
            <a:lvl7pPr lvl="6" rtl="0">
              <a:lnSpc>
                <a:spcPct val="100000"/>
              </a:lnSpc>
              <a:spcBef>
                <a:spcPts val="0"/>
              </a:spcBef>
              <a:spcAft>
                <a:spcPts val="0"/>
              </a:spcAft>
              <a:buClr>
                <a:schemeClr val="dk1"/>
              </a:buClr>
              <a:buSzPts val="800"/>
              <a:buNone/>
              <a:defRPr sz="800">
                <a:solidFill>
                  <a:schemeClr val="dk1"/>
                </a:solidFill>
              </a:defRPr>
            </a:lvl7pPr>
            <a:lvl8pPr lvl="7" rtl="0">
              <a:lnSpc>
                <a:spcPct val="100000"/>
              </a:lnSpc>
              <a:spcBef>
                <a:spcPts val="0"/>
              </a:spcBef>
              <a:spcAft>
                <a:spcPts val="0"/>
              </a:spcAft>
              <a:buClr>
                <a:schemeClr val="dk1"/>
              </a:buClr>
              <a:buSzPts val="800"/>
              <a:buNone/>
              <a:defRPr sz="800">
                <a:solidFill>
                  <a:schemeClr val="dk1"/>
                </a:solidFill>
              </a:defRPr>
            </a:lvl8pPr>
            <a:lvl9pPr lvl="8" rtl="0">
              <a:lnSpc>
                <a:spcPct val="100000"/>
              </a:lnSpc>
              <a:spcBef>
                <a:spcPts val="0"/>
              </a:spcBef>
              <a:spcAft>
                <a:spcPts val="0"/>
              </a:spcAft>
              <a:buClr>
                <a:schemeClr val="dk1"/>
              </a:buClr>
              <a:buSzPts val="800"/>
              <a:buNone/>
              <a:defRPr sz="800">
                <a:solidFill>
                  <a:schemeClr val="dk1"/>
                </a:solidFill>
              </a:defRPr>
            </a:lvl9pPr>
          </a:lstStyle>
          <a:p/>
        </p:txBody>
      </p:sp>
      <p:sp>
        <p:nvSpPr>
          <p:cNvPr id="130" name="Google Shape;130;p13"/>
          <p:cNvSpPr txBox="1"/>
          <p:nvPr>
            <p:ph idx="5" type="subTitle"/>
          </p:nvPr>
        </p:nvSpPr>
        <p:spPr>
          <a:xfrm>
            <a:off x="2617088"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800"/>
              <a:buNone/>
              <a:defRPr b="1" sz="8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sp>
        <p:nvSpPr>
          <p:cNvPr id="131" name="Google Shape;131;p13"/>
          <p:cNvSpPr txBox="1"/>
          <p:nvPr>
            <p:ph idx="6" type="subTitle"/>
          </p:nvPr>
        </p:nvSpPr>
        <p:spPr>
          <a:xfrm>
            <a:off x="2617088"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sz="600">
                <a:solidFill>
                  <a:schemeClr val="dk1"/>
                </a:solidFill>
              </a:defRPr>
            </a:lvl1pPr>
            <a:lvl2pPr lvl="1" rtl="0">
              <a:lnSpc>
                <a:spcPct val="100000"/>
              </a:lnSpc>
              <a:spcBef>
                <a:spcPts val="0"/>
              </a:spcBef>
              <a:spcAft>
                <a:spcPts val="0"/>
              </a:spcAft>
              <a:buClr>
                <a:schemeClr val="dk1"/>
              </a:buClr>
              <a:buSzPts val="800"/>
              <a:buNone/>
              <a:defRPr sz="800">
                <a:solidFill>
                  <a:schemeClr val="dk1"/>
                </a:solidFill>
              </a:defRPr>
            </a:lvl2pPr>
            <a:lvl3pPr lvl="2" rtl="0">
              <a:lnSpc>
                <a:spcPct val="100000"/>
              </a:lnSpc>
              <a:spcBef>
                <a:spcPts val="0"/>
              </a:spcBef>
              <a:spcAft>
                <a:spcPts val="0"/>
              </a:spcAft>
              <a:buClr>
                <a:schemeClr val="dk1"/>
              </a:buClr>
              <a:buSzPts val="800"/>
              <a:buNone/>
              <a:defRPr sz="800">
                <a:solidFill>
                  <a:schemeClr val="dk1"/>
                </a:solidFill>
              </a:defRPr>
            </a:lvl3pPr>
            <a:lvl4pPr lvl="3" rtl="0">
              <a:lnSpc>
                <a:spcPct val="100000"/>
              </a:lnSpc>
              <a:spcBef>
                <a:spcPts val="0"/>
              </a:spcBef>
              <a:spcAft>
                <a:spcPts val="0"/>
              </a:spcAft>
              <a:buClr>
                <a:schemeClr val="dk1"/>
              </a:buClr>
              <a:buSzPts val="800"/>
              <a:buNone/>
              <a:defRPr sz="800">
                <a:solidFill>
                  <a:schemeClr val="dk1"/>
                </a:solidFill>
              </a:defRPr>
            </a:lvl4pPr>
            <a:lvl5pPr lvl="4" rtl="0">
              <a:lnSpc>
                <a:spcPct val="100000"/>
              </a:lnSpc>
              <a:spcBef>
                <a:spcPts val="0"/>
              </a:spcBef>
              <a:spcAft>
                <a:spcPts val="0"/>
              </a:spcAft>
              <a:buClr>
                <a:schemeClr val="dk1"/>
              </a:buClr>
              <a:buSzPts val="800"/>
              <a:buNone/>
              <a:defRPr sz="800">
                <a:solidFill>
                  <a:schemeClr val="dk1"/>
                </a:solidFill>
              </a:defRPr>
            </a:lvl5pPr>
            <a:lvl6pPr lvl="5" rtl="0">
              <a:lnSpc>
                <a:spcPct val="100000"/>
              </a:lnSpc>
              <a:spcBef>
                <a:spcPts val="0"/>
              </a:spcBef>
              <a:spcAft>
                <a:spcPts val="0"/>
              </a:spcAft>
              <a:buClr>
                <a:schemeClr val="dk1"/>
              </a:buClr>
              <a:buSzPts val="800"/>
              <a:buNone/>
              <a:defRPr sz="800">
                <a:solidFill>
                  <a:schemeClr val="dk1"/>
                </a:solidFill>
              </a:defRPr>
            </a:lvl6pPr>
            <a:lvl7pPr lvl="6" rtl="0">
              <a:lnSpc>
                <a:spcPct val="100000"/>
              </a:lnSpc>
              <a:spcBef>
                <a:spcPts val="0"/>
              </a:spcBef>
              <a:spcAft>
                <a:spcPts val="0"/>
              </a:spcAft>
              <a:buClr>
                <a:schemeClr val="dk1"/>
              </a:buClr>
              <a:buSzPts val="800"/>
              <a:buNone/>
              <a:defRPr sz="800">
                <a:solidFill>
                  <a:schemeClr val="dk1"/>
                </a:solidFill>
              </a:defRPr>
            </a:lvl7pPr>
            <a:lvl8pPr lvl="7" rtl="0">
              <a:lnSpc>
                <a:spcPct val="100000"/>
              </a:lnSpc>
              <a:spcBef>
                <a:spcPts val="0"/>
              </a:spcBef>
              <a:spcAft>
                <a:spcPts val="0"/>
              </a:spcAft>
              <a:buClr>
                <a:schemeClr val="dk1"/>
              </a:buClr>
              <a:buSzPts val="800"/>
              <a:buNone/>
              <a:defRPr sz="800">
                <a:solidFill>
                  <a:schemeClr val="dk1"/>
                </a:solidFill>
              </a:defRPr>
            </a:lvl8pPr>
            <a:lvl9pPr lvl="8" rtl="0">
              <a:lnSpc>
                <a:spcPct val="100000"/>
              </a:lnSpc>
              <a:spcBef>
                <a:spcPts val="0"/>
              </a:spcBef>
              <a:spcAft>
                <a:spcPts val="0"/>
              </a:spcAft>
              <a:buClr>
                <a:schemeClr val="dk1"/>
              </a:buClr>
              <a:buSzPts val="800"/>
              <a:buNone/>
              <a:defRPr sz="800">
                <a:solidFill>
                  <a:schemeClr val="dk1"/>
                </a:solidFill>
              </a:defRPr>
            </a:lvl9pPr>
          </a:lstStyle>
          <a:p/>
        </p:txBody>
      </p:sp>
      <p:pic>
        <p:nvPicPr>
          <p:cNvPr id="132" name="Google Shape;132;p13"/>
          <p:cNvPicPr preferRelativeResize="0"/>
          <p:nvPr/>
        </p:nvPicPr>
        <p:blipFill>
          <a:blip r:embed="rId2">
            <a:alphaModFix/>
          </a:blip>
          <a:stretch>
            <a:fillRect/>
          </a:stretch>
        </p:blipFill>
        <p:spPr>
          <a:xfrm>
            <a:off x="545450" y="525379"/>
            <a:ext cx="650950" cy="160197"/>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COVER">
  <p:cSld name="BLANK_1_1_1">
    <p:bg>
      <p:bgPr>
        <a:solidFill>
          <a:srgbClr val="FFFFFF"/>
        </a:solidFill>
      </p:bgPr>
    </p:bg>
    <p:spTree>
      <p:nvGrpSpPr>
        <p:cNvPr id="133" name="Shape 133"/>
        <p:cNvGrpSpPr/>
        <p:nvPr/>
      </p:nvGrpSpPr>
      <p:grpSpPr>
        <a:xfrm>
          <a:off x="0" y="0"/>
          <a:ext cx="0" cy="0"/>
          <a:chOff x="0" y="0"/>
          <a:chExt cx="0" cy="0"/>
        </a:xfrm>
      </p:grpSpPr>
      <p:sp>
        <p:nvSpPr>
          <p:cNvPr id="134" name="Google Shape;134;p14"/>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SzPts val="3400"/>
              <a:buNone/>
              <a:defRPr sz="3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cxnSp>
        <p:nvCxnSpPr>
          <p:cNvPr id="135" name="Google Shape;135;p14"/>
          <p:cNvCxnSpPr/>
          <p:nvPr/>
        </p:nvCxnSpPr>
        <p:spPr>
          <a:xfrm flipH="1" rot="10800000">
            <a:off x="4688725" y="361350"/>
            <a:ext cx="3909900" cy="6900"/>
          </a:xfrm>
          <a:prstGeom prst="straightConnector1">
            <a:avLst/>
          </a:prstGeom>
          <a:noFill/>
          <a:ln cap="flat" cmpd="sng" w="9525">
            <a:solidFill>
              <a:srgbClr val="131313"/>
            </a:solidFill>
            <a:prstDash val="solid"/>
            <a:round/>
            <a:headEnd len="med" w="med" type="none"/>
            <a:tailEnd len="med" w="med" type="none"/>
          </a:ln>
        </p:spPr>
      </p:cxnSp>
      <p:cxnSp>
        <p:nvCxnSpPr>
          <p:cNvPr id="136" name="Google Shape;136;p14"/>
          <p:cNvCxnSpPr/>
          <p:nvPr/>
        </p:nvCxnSpPr>
        <p:spPr>
          <a:xfrm flipH="1" rot="10800000">
            <a:off x="4688725" y="842850"/>
            <a:ext cx="3909900" cy="6900"/>
          </a:xfrm>
          <a:prstGeom prst="straightConnector1">
            <a:avLst/>
          </a:prstGeom>
          <a:noFill/>
          <a:ln cap="flat" cmpd="sng" w="9525">
            <a:solidFill>
              <a:srgbClr val="131313"/>
            </a:solidFill>
            <a:prstDash val="solid"/>
            <a:round/>
            <a:headEnd len="med" w="med" type="none"/>
            <a:tailEnd len="med" w="med" type="none"/>
          </a:ln>
        </p:spPr>
      </p:cxnSp>
      <p:cxnSp>
        <p:nvCxnSpPr>
          <p:cNvPr id="137" name="Google Shape;137;p14"/>
          <p:cNvCxnSpPr/>
          <p:nvPr/>
        </p:nvCxnSpPr>
        <p:spPr>
          <a:xfrm>
            <a:off x="4687525" y="4394822"/>
            <a:ext cx="3912300" cy="0"/>
          </a:xfrm>
          <a:prstGeom prst="straightConnector1">
            <a:avLst/>
          </a:prstGeom>
          <a:noFill/>
          <a:ln cap="flat" cmpd="sng" w="9525">
            <a:solidFill>
              <a:schemeClr val="dk1"/>
            </a:solidFill>
            <a:prstDash val="solid"/>
            <a:round/>
            <a:headEnd len="med" w="med" type="none"/>
            <a:tailEnd len="med" w="med" type="none"/>
          </a:ln>
        </p:spPr>
      </p:cxnSp>
      <p:sp>
        <p:nvSpPr>
          <p:cNvPr id="138" name="Google Shape;138;p14"/>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chemeClr val="dk1"/>
              </a:buClr>
              <a:buSzPts val="800"/>
              <a:buNone/>
              <a:defRPr b="1" sz="800">
                <a:solidFill>
                  <a:schemeClr val="dk1"/>
                </a:solidFill>
              </a:defRPr>
            </a:lvl1pPr>
            <a:lvl2pPr lvl="1" rtl="0" algn="r">
              <a:lnSpc>
                <a:spcPct val="100000"/>
              </a:lnSpc>
              <a:spcBef>
                <a:spcPts val="0"/>
              </a:spcBef>
              <a:spcAft>
                <a:spcPts val="0"/>
              </a:spcAft>
              <a:buClr>
                <a:schemeClr val="dk1"/>
              </a:buClr>
              <a:buSzPts val="1000"/>
              <a:buNone/>
              <a:defRPr b="1" sz="1000">
                <a:solidFill>
                  <a:schemeClr val="dk1"/>
                </a:solidFill>
              </a:defRPr>
            </a:lvl2pPr>
            <a:lvl3pPr lvl="2" rtl="0" algn="r">
              <a:lnSpc>
                <a:spcPct val="100000"/>
              </a:lnSpc>
              <a:spcBef>
                <a:spcPts val="0"/>
              </a:spcBef>
              <a:spcAft>
                <a:spcPts val="0"/>
              </a:spcAft>
              <a:buClr>
                <a:schemeClr val="dk1"/>
              </a:buClr>
              <a:buSzPts val="1000"/>
              <a:buNone/>
              <a:defRPr b="1" sz="1000">
                <a:solidFill>
                  <a:schemeClr val="dk1"/>
                </a:solidFill>
              </a:defRPr>
            </a:lvl3pPr>
            <a:lvl4pPr lvl="3" rtl="0" algn="r">
              <a:lnSpc>
                <a:spcPct val="100000"/>
              </a:lnSpc>
              <a:spcBef>
                <a:spcPts val="0"/>
              </a:spcBef>
              <a:spcAft>
                <a:spcPts val="0"/>
              </a:spcAft>
              <a:buClr>
                <a:schemeClr val="dk1"/>
              </a:buClr>
              <a:buSzPts val="1000"/>
              <a:buNone/>
              <a:defRPr b="1" sz="1000">
                <a:solidFill>
                  <a:schemeClr val="dk1"/>
                </a:solidFill>
              </a:defRPr>
            </a:lvl4pPr>
            <a:lvl5pPr lvl="4" rtl="0" algn="r">
              <a:lnSpc>
                <a:spcPct val="100000"/>
              </a:lnSpc>
              <a:spcBef>
                <a:spcPts val="0"/>
              </a:spcBef>
              <a:spcAft>
                <a:spcPts val="0"/>
              </a:spcAft>
              <a:buClr>
                <a:schemeClr val="dk1"/>
              </a:buClr>
              <a:buSzPts val="1000"/>
              <a:buNone/>
              <a:defRPr b="1" sz="1000">
                <a:solidFill>
                  <a:schemeClr val="dk1"/>
                </a:solidFill>
              </a:defRPr>
            </a:lvl5pPr>
            <a:lvl6pPr lvl="5" rtl="0" algn="r">
              <a:lnSpc>
                <a:spcPct val="100000"/>
              </a:lnSpc>
              <a:spcBef>
                <a:spcPts val="0"/>
              </a:spcBef>
              <a:spcAft>
                <a:spcPts val="0"/>
              </a:spcAft>
              <a:buClr>
                <a:schemeClr val="dk1"/>
              </a:buClr>
              <a:buSzPts val="1000"/>
              <a:buNone/>
              <a:defRPr b="1" sz="1000">
                <a:solidFill>
                  <a:schemeClr val="dk1"/>
                </a:solidFill>
              </a:defRPr>
            </a:lvl6pPr>
            <a:lvl7pPr lvl="6" rtl="0" algn="r">
              <a:lnSpc>
                <a:spcPct val="100000"/>
              </a:lnSpc>
              <a:spcBef>
                <a:spcPts val="0"/>
              </a:spcBef>
              <a:spcAft>
                <a:spcPts val="0"/>
              </a:spcAft>
              <a:buClr>
                <a:schemeClr val="dk1"/>
              </a:buClr>
              <a:buSzPts val="1000"/>
              <a:buNone/>
              <a:defRPr b="1" sz="1000">
                <a:solidFill>
                  <a:schemeClr val="dk1"/>
                </a:solidFill>
              </a:defRPr>
            </a:lvl7pPr>
            <a:lvl8pPr lvl="7" rtl="0" algn="r">
              <a:lnSpc>
                <a:spcPct val="100000"/>
              </a:lnSpc>
              <a:spcBef>
                <a:spcPts val="0"/>
              </a:spcBef>
              <a:spcAft>
                <a:spcPts val="0"/>
              </a:spcAft>
              <a:buClr>
                <a:schemeClr val="dk1"/>
              </a:buClr>
              <a:buSzPts val="1000"/>
              <a:buNone/>
              <a:defRPr b="1" sz="1000">
                <a:solidFill>
                  <a:schemeClr val="dk1"/>
                </a:solidFill>
              </a:defRPr>
            </a:lvl8pPr>
            <a:lvl9pPr lvl="8" rtl="0" algn="r">
              <a:lnSpc>
                <a:spcPct val="100000"/>
              </a:lnSpc>
              <a:spcBef>
                <a:spcPts val="0"/>
              </a:spcBef>
              <a:spcAft>
                <a:spcPts val="0"/>
              </a:spcAft>
              <a:buClr>
                <a:schemeClr val="dk1"/>
              </a:buClr>
              <a:buSzPts val="1000"/>
              <a:buNone/>
              <a:defRPr b="1" sz="1000">
                <a:solidFill>
                  <a:schemeClr val="dk1"/>
                </a:solidFill>
              </a:defRPr>
            </a:lvl9pPr>
          </a:lstStyle>
          <a:p/>
        </p:txBody>
      </p:sp>
      <p:sp>
        <p:nvSpPr>
          <p:cNvPr id="139" name="Google Shape;139;p14"/>
          <p:cNvSpPr txBox="1"/>
          <p:nvPr>
            <p:ph idx="2" type="subTitle"/>
          </p:nvPr>
        </p:nvSpPr>
        <p:spPr>
          <a:xfrm>
            <a:off x="4688725" y="1287900"/>
            <a:ext cx="3909900" cy="160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dk1"/>
              </a:buClr>
              <a:buSzPts val="600"/>
              <a:buNone/>
              <a:defRPr sz="600">
                <a:solidFill>
                  <a:schemeClr val="dk1"/>
                </a:solidFill>
              </a:defRPr>
            </a:lvl1pPr>
            <a:lvl2pPr lvl="1" rtl="0">
              <a:lnSpc>
                <a:spcPct val="100000"/>
              </a:lnSpc>
              <a:spcBef>
                <a:spcPts val="0"/>
              </a:spcBef>
              <a:spcAft>
                <a:spcPts val="0"/>
              </a:spcAft>
              <a:buClr>
                <a:schemeClr val="dk1"/>
              </a:buClr>
              <a:buSzPts val="800"/>
              <a:buNone/>
              <a:defRPr sz="800">
                <a:solidFill>
                  <a:schemeClr val="dk1"/>
                </a:solidFill>
              </a:defRPr>
            </a:lvl2pPr>
            <a:lvl3pPr lvl="2" rtl="0">
              <a:lnSpc>
                <a:spcPct val="100000"/>
              </a:lnSpc>
              <a:spcBef>
                <a:spcPts val="0"/>
              </a:spcBef>
              <a:spcAft>
                <a:spcPts val="0"/>
              </a:spcAft>
              <a:buClr>
                <a:schemeClr val="dk1"/>
              </a:buClr>
              <a:buSzPts val="800"/>
              <a:buNone/>
              <a:defRPr sz="800">
                <a:solidFill>
                  <a:schemeClr val="dk1"/>
                </a:solidFill>
              </a:defRPr>
            </a:lvl3pPr>
            <a:lvl4pPr lvl="3" rtl="0">
              <a:lnSpc>
                <a:spcPct val="100000"/>
              </a:lnSpc>
              <a:spcBef>
                <a:spcPts val="0"/>
              </a:spcBef>
              <a:spcAft>
                <a:spcPts val="0"/>
              </a:spcAft>
              <a:buClr>
                <a:schemeClr val="dk1"/>
              </a:buClr>
              <a:buSzPts val="800"/>
              <a:buNone/>
              <a:defRPr sz="800">
                <a:solidFill>
                  <a:schemeClr val="dk1"/>
                </a:solidFill>
              </a:defRPr>
            </a:lvl4pPr>
            <a:lvl5pPr lvl="4" rtl="0">
              <a:lnSpc>
                <a:spcPct val="100000"/>
              </a:lnSpc>
              <a:spcBef>
                <a:spcPts val="0"/>
              </a:spcBef>
              <a:spcAft>
                <a:spcPts val="0"/>
              </a:spcAft>
              <a:buClr>
                <a:schemeClr val="dk1"/>
              </a:buClr>
              <a:buSzPts val="800"/>
              <a:buNone/>
              <a:defRPr sz="800">
                <a:solidFill>
                  <a:schemeClr val="dk1"/>
                </a:solidFill>
              </a:defRPr>
            </a:lvl5pPr>
            <a:lvl6pPr lvl="5" rtl="0">
              <a:lnSpc>
                <a:spcPct val="100000"/>
              </a:lnSpc>
              <a:spcBef>
                <a:spcPts val="0"/>
              </a:spcBef>
              <a:spcAft>
                <a:spcPts val="0"/>
              </a:spcAft>
              <a:buClr>
                <a:schemeClr val="dk1"/>
              </a:buClr>
              <a:buSzPts val="800"/>
              <a:buNone/>
              <a:defRPr sz="800">
                <a:solidFill>
                  <a:schemeClr val="dk1"/>
                </a:solidFill>
              </a:defRPr>
            </a:lvl6pPr>
            <a:lvl7pPr lvl="6" rtl="0">
              <a:lnSpc>
                <a:spcPct val="100000"/>
              </a:lnSpc>
              <a:spcBef>
                <a:spcPts val="0"/>
              </a:spcBef>
              <a:spcAft>
                <a:spcPts val="0"/>
              </a:spcAft>
              <a:buClr>
                <a:schemeClr val="dk1"/>
              </a:buClr>
              <a:buSzPts val="800"/>
              <a:buNone/>
              <a:defRPr sz="800">
                <a:solidFill>
                  <a:schemeClr val="dk1"/>
                </a:solidFill>
              </a:defRPr>
            </a:lvl7pPr>
            <a:lvl8pPr lvl="7" rtl="0">
              <a:lnSpc>
                <a:spcPct val="100000"/>
              </a:lnSpc>
              <a:spcBef>
                <a:spcPts val="0"/>
              </a:spcBef>
              <a:spcAft>
                <a:spcPts val="0"/>
              </a:spcAft>
              <a:buClr>
                <a:schemeClr val="dk1"/>
              </a:buClr>
              <a:buSzPts val="800"/>
              <a:buNone/>
              <a:defRPr sz="800">
                <a:solidFill>
                  <a:schemeClr val="dk1"/>
                </a:solidFill>
              </a:defRPr>
            </a:lvl8pPr>
            <a:lvl9pPr lvl="8" rtl="0">
              <a:lnSpc>
                <a:spcPct val="100000"/>
              </a:lnSpc>
              <a:spcBef>
                <a:spcPts val="0"/>
              </a:spcBef>
              <a:spcAft>
                <a:spcPts val="0"/>
              </a:spcAft>
              <a:buClr>
                <a:schemeClr val="dk1"/>
              </a:buClr>
              <a:buSzPts val="800"/>
              <a:buNone/>
              <a:defRPr sz="800">
                <a:solidFill>
                  <a:schemeClr val="dk1"/>
                </a:solidFill>
              </a:defRPr>
            </a:lvl9pPr>
          </a:lstStyle>
          <a:p/>
        </p:txBody>
      </p:sp>
      <p:sp>
        <p:nvSpPr>
          <p:cNvPr id="140" name="Google Shape;140;p14"/>
          <p:cNvSpPr txBox="1"/>
          <p:nvPr>
            <p:ph idx="3" type="subTitle"/>
          </p:nvPr>
        </p:nvSpPr>
        <p:spPr>
          <a:xfrm>
            <a:off x="4687525"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800"/>
              <a:buNone/>
              <a:defRPr b="1" sz="8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sp>
        <p:nvSpPr>
          <p:cNvPr id="141" name="Google Shape;141;p14"/>
          <p:cNvSpPr txBox="1"/>
          <p:nvPr>
            <p:ph idx="4" type="subTitle"/>
          </p:nvPr>
        </p:nvSpPr>
        <p:spPr>
          <a:xfrm>
            <a:off x="4687525"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sz="600">
                <a:solidFill>
                  <a:schemeClr val="dk1"/>
                </a:solidFill>
              </a:defRPr>
            </a:lvl1pPr>
            <a:lvl2pPr lvl="1" rtl="0">
              <a:lnSpc>
                <a:spcPct val="100000"/>
              </a:lnSpc>
              <a:spcBef>
                <a:spcPts val="0"/>
              </a:spcBef>
              <a:spcAft>
                <a:spcPts val="0"/>
              </a:spcAft>
              <a:buClr>
                <a:schemeClr val="dk1"/>
              </a:buClr>
              <a:buSzPts val="800"/>
              <a:buNone/>
              <a:defRPr sz="800">
                <a:solidFill>
                  <a:schemeClr val="dk1"/>
                </a:solidFill>
              </a:defRPr>
            </a:lvl2pPr>
            <a:lvl3pPr lvl="2" rtl="0">
              <a:lnSpc>
                <a:spcPct val="100000"/>
              </a:lnSpc>
              <a:spcBef>
                <a:spcPts val="0"/>
              </a:spcBef>
              <a:spcAft>
                <a:spcPts val="0"/>
              </a:spcAft>
              <a:buClr>
                <a:schemeClr val="dk1"/>
              </a:buClr>
              <a:buSzPts val="800"/>
              <a:buNone/>
              <a:defRPr sz="800">
                <a:solidFill>
                  <a:schemeClr val="dk1"/>
                </a:solidFill>
              </a:defRPr>
            </a:lvl3pPr>
            <a:lvl4pPr lvl="3" rtl="0">
              <a:lnSpc>
                <a:spcPct val="100000"/>
              </a:lnSpc>
              <a:spcBef>
                <a:spcPts val="0"/>
              </a:spcBef>
              <a:spcAft>
                <a:spcPts val="0"/>
              </a:spcAft>
              <a:buClr>
                <a:schemeClr val="dk1"/>
              </a:buClr>
              <a:buSzPts val="800"/>
              <a:buNone/>
              <a:defRPr sz="800">
                <a:solidFill>
                  <a:schemeClr val="dk1"/>
                </a:solidFill>
              </a:defRPr>
            </a:lvl4pPr>
            <a:lvl5pPr lvl="4" rtl="0">
              <a:lnSpc>
                <a:spcPct val="100000"/>
              </a:lnSpc>
              <a:spcBef>
                <a:spcPts val="0"/>
              </a:spcBef>
              <a:spcAft>
                <a:spcPts val="0"/>
              </a:spcAft>
              <a:buClr>
                <a:schemeClr val="dk1"/>
              </a:buClr>
              <a:buSzPts val="800"/>
              <a:buNone/>
              <a:defRPr sz="800">
                <a:solidFill>
                  <a:schemeClr val="dk1"/>
                </a:solidFill>
              </a:defRPr>
            </a:lvl5pPr>
            <a:lvl6pPr lvl="5" rtl="0">
              <a:lnSpc>
                <a:spcPct val="100000"/>
              </a:lnSpc>
              <a:spcBef>
                <a:spcPts val="0"/>
              </a:spcBef>
              <a:spcAft>
                <a:spcPts val="0"/>
              </a:spcAft>
              <a:buClr>
                <a:schemeClr val="dk1"/>
              </a:buClr>
              <a:buSzPts val="800"/>
              <a:buNone/>
              <a:defRPr sz="800">
                <a:solidFill>
                  <a:schemeClr val="dk1"/>
                </a:solidFill>
              </a:defRPr>
            </a:lvl6pPr>
            <a:lvl7pPr lvl="6" rtl="0">
              <a:lnSpc>
                <a:spcPct val="100000"/>
              </a:lnSpc>
              <a:spcBef>
                <a:spcPts val="0"/>
              </a:spcBef>
              <a:spcAft>
                <a:spcPts val="0"/>
              </a:spcAft>
              <a:buClr>
                <a:schemeClr val="dk1"/>
              </a:buClr>
              <a:buSzPts val="800"/>
              <a:buNone/>
              <a:defRPr sz="800">
                <a:solidFill>
                  <a:schemeClr val="dk1"/>
                </a:solidFill>
              </a:defRPr>
            </a:lvl7pPr>
            <a:lvl8pPr lvl="7" rtl="0">
              <a:lnSpc>
                <a:spcPct val="100000"/>
              </a:lnSpc>
              <a:spcBef>
                <a:spcPts val="0"/>
              </a:spcBef>
              <a:spcAft>
                <a:spcPts val="0"/>
              </a:spcAft>
              <a:buClr>
                <a:schemeClr val="dk1"/>
              </a:buClr>
              <a:buSzPts val="800"/>
              <a:buNone/>
              <a:defRPr sz="800">
                <a:solidFill>
                  <a:schemeClr val="dk1"/>
                </a:solidFill>
              </a:defRPr>
            </a:lvl8pPr>
            <a:lvl9pPr lvl="8" rtl="0">
              <a:lnSpc>
                <a:spcPct val="100000"/>
              </a:lnSpc>
              <a:spcBef>
                <a:spcPts val="0"/>
              </a:spcBef>
              <a:spcAft>
                <a:spcPts val="0"/>
              </a:spcAft>
              <a:buClr>
                <a:schemeClr val="dk1"/>
              </a:buClr>
              <a:buSzPts val="800"/>
              <a:buNone/>
              <a:defRPr sz="800">
                <a:solidFill>
                  <a:schemeClr val="dk1"/>
                </a:solidFill>
              </a:defRPr>
            </a:lvl9pPr>
          </a:lstStyle>
          <a:p/>
        </p:txBody>
      </p:sp>
      <p:sp>
        <p:nvSpPr>
          <p:cNvPr id="142" name="Google Shape;142;p14"/>
          <p:cNvSpPr txBox="1"/>
          <p:nvPr>
            <p:ph idx="5" type="subTitle"/>
          </p:nvPr>
        </p:nvSpPr>
        <p:spPr>
          <a:xfrm>
            <a:off x="6759163"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800"/>
              <a:buNone/>
              <a:defRPr b="1" sz="8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sp>
        <p:nvSpPr>
          <p:cNvPr id="143" name="Google Shape;143;p14"/>
          <p:cNvSpPr txBox="1"/>
          <p:nvPr>
            <p:ph idx="6" type="subTitle"/>
          </p:nvPr>
        </p:nvSpPr>
        <p:spPr>
          <a:xfrm>
            <a:off x="6759163"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sz="600">
                <a:solidFill>
                  <a:schemeClr val="dk1"/>
                </a:solidFill>
              </a:defRPr>
            </a:lvl1pPr>
            <a:lvl2pPr lvl="1" rtl="0">
              <a:lnSpc>
                <a:spcPct val="100000"/>
              </a:lnSpc>
              <a:spcBef>
                <a:spcPts val="0"/>
              </a:spcBef>
              <a:spcAft>
                <a:spcPts val="0"/>
              </a:spcAft>
              <a:buClr>
                <a:schemeClr val="dk1"/>
              </a:buClr>
              <a:buSzPts val="800"/>
              <a:buNone/>
              <a:defRPr sz="800">
                <a:solidFill>
                  <a:schemeClr val="dk1"/>
                </a:solidFill>
              </a:defRPr>
            </a:lvl2pPr>
            <a:lvl3pPr lvl="2" rtl="0">
              <a:lnSpc>
                <a:spcPct val="100000"/>
              </a:lnSpc>
              <a:spcBef>
                <a:spcPts val="0"/>
              </a:spcBef>
              <a:spcAft>
                <a:spcPts val="0"/>
              </a:spcAft>
              <a:buClr>
                <a:schemeClr val="dk1"/>
              </a:buClr>
              <a:buSzPts val="800"/>
              <a:buNone/>
              <a:defRPr sz="800">
                <a:solidFill>
                  <a:schemeClr val="dk1"/>
                </a:solidFill>
              </a:defRPr>
            </a:lvl3pPr>
            <a:lvl4pPr lvl="3" rtl="0">
              <a:lnSpc>
                <a:spcPct val="100000"/>
              </a:lnSpc>
              <a:spcBef>
                <a:spcPts val="0"/>
              </a:spcBef>
              <a:spcAft>
                <a:spcPts val="0"/>
              </a:spcAft>
              <a:buClr>
                <a:schemeClr val="dk1"/>
              </a:buClr>
              <a:buSzPts val="800"/>
              <a:buNone/>
              <a:defRPr sz="800">
                <a:solidFill>
                  <a:schemeClr val="dk1"/>
                </a:solidFill>
              </a:defRPr>
            </a:lvl4pPr>
            <a:lvl5pPr lvl="4" rtl="0">
              <a:lnSpc>
                <a:spcPct val="100000"/>
              </a:lnSpc>
              <a:spcBef>
                <a:spcPts val="0"/>
              </a:spcBef>
              <a:spcAft>
                <a:spcPts val="0"/>
              </a:spcAft>
              <a:buClr>
                <a:schemeClr val="dk1"/>
              </a:buClr>
              <a:buSzPts val="800"/>
              <a:buNone/>
              <a:defRPr sz="800">
                <a:solidFill>
                  <a:schemeClr val="dk1"/>
                </a:solidFill>
              </a:defRPr>
            </a:lvl5pPr>
            <a:lvl6pPr lvl="5" rtl="0">
              <a:lnSpc>
                <a:spcPct val="100000"/>
              </a:lnSpc>
              <a:spcBef>
                <a:spcPts val="0"/>
              </a:spcBef>
              <a:spcAft>
                <a:spcPts val="0"/>
              </a:spcAft>
              <a:buClr>
                <a:schemeClr val="dk1"/>
              </a:buClr>
              <a:buSzPts val="800"/>
              <a:buNone/>
              <a:defRPr sz="800">
                <a:solidFill>
                  <a:schemeClr val="dk1"/>
                </a:solidFill>
              </a:defRPr>
            </a:lvl6pPr>
            <a:lvl7pPr lvl="6" rtl="0">
              <a:lnSpc>
                <a:spcPct val="100000"/>
              </a:lnSpc>
              <a:spcBef>
                <a:spcPts val="0"/>
              </a:spcBef>
              <a:spcAft>
                <a:spcPts val="0"/>
              </a:spcAft>
              <a:buClr>
                <a:schemeClr val="dk1"/>
              </a:buClr>
              <a:buSzPts val="800"/>
              <a:buNone/>
              <a:defRPr sz="800">
                <a:solidFill>
                  <a:schemeClr val="dk1"/>
                </a:solidFill>
              </a:defRPr>
            </a:lvl7pPr>
            <a:lvl8pPr lvl="7" rtl="0">
              <a:lnSpc>
                <a:spcPct val="100000"/>
              </a:lnSpc>
              <a:spcBef>
                <a:spcPts val="0"/>
              </a:spcBef>
              <a:spcAft>
                <a:spcPts val="0"/>
              </a:spcAft>
              <a:buClr>
                <a:schemeClr val="dk1"/>
              </a:buClr>
              <a:buSzPts val="800"/>
              <a:buNone/>
              <a:defRPr sz="800">
                <a:solidFill>
                  <a:schemeClr val="dk1"/>
                </a:solidFill>
              </a:defRPr>
            </a:lvl8pPr>
            <a:lvl9pPr lvl="8" rtl="0">
              <a:lnSpc>
                <a:spcPct val="100000"/>
              </a:lnSpc>
              <a:spcBef>
                <a:spcPts val="0"/>
              </a:spcBef>
              <a:spcAft>
                <a:spcPts val="0"/>
              </a:spcAft>
              <a:buClr>
                <a:schemeClr val="dk1"/>
              </a:buClr>
              <a:buSzPts val="800"/>
              <a:buNone/>
              <a:defRPr sz="800">
                <a:solidFill>
                  <a:schemeClr val="dk1"/>
                </a:solidFill>
              </a:defRPr>
            </a:lvl9pPr>
          </a:lstStyle>
          <a:p/>
        </p:txBody>
      </p:sp>
      <p:pic>
        <p:nvPicPr>
          <p:cNvPr id="144" name="Google Shape;144;p14"/>
          <p:cNvPicPr preferRelativeResize="0"/>
          <p:nvPr/>
        </p:nvPicPr>
        <p:blipFill>
          <a:blip r:embed="rId2">
            <a:alphaModFix/>
          </a:blip>
          <a:stretch>
            <a:fillRect/>
          </a:stretch>
        </p:blipFill>
        <p:spPr>
          <a:xfrm>
            <a:off x="4691338" y="525379"/>
            <a:ext cx="650950" cy="160197"/>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TITLE">
  <p:cSld name="BLANK_1_1_1_1">
    <p:bg>
      <p:bgPr>
        <a:solidFill>
          <a:srgbClr val="FFFFFF"/>
        </a:solidFill>
      </p:bgPr>
    </p:bg>
    <p:spTree>
      <p:nvGrpSpPr>
        <p:cNvPr id="145" name="Shape 145"/>
        <p:cNvGrpSpPr/>
        <p:nvPr/>
      </p:nvGrpSpPr>
      <p:grpSpPr>
        <a:xfrm>
          <a:off x="0" y="0"/>
          <a:ext cx="0" cy="0"/>
          <a:chOff x="0" y="0"/>
          <a:chExt cx="0" cy="0"/>
        </a:xfrm>
      </p:grpSpPr>
      <p:sp>
        <p:nvSpPr>
          <p:cNvPr id="146" name="Google Shape;146;p15"/>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147" name="Google Shape;147;p15"/>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148" name="Google Shape;148;p15"/>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149" name="Google Shape;149;p15"/>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150" name="Google Shape;150;p15"/>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151" name="Google Shape;151;p15"/>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52" name="Google Shape;152;p15"/>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TITLE - 2">
  <p:cSld name="BLANK_1_1_1_1_8">
    <p:bg>
      <p:bgPr>
        <a:solidFill>
          <a:srgbClr val="FFFFFF"/>
        </a:solidFill>
      </p:bgPr>
    </p:bg>
    <p:spTree>
      <p:nvGrpSpPr>
        <p:cNvPr id="153" name="Shape 153"/>
        <p:cNvGrpSpPr/>
        <p:nvPr/>
      </p:nvGrpSpPr>
      <p:grpSpPr>
        <a:xfrm>
          <a:off x="0" y="0"/>
          <a:ext cx="0" cy="0"/>
          <a:chOff x="0" y="0"/>
          <a:chExt cx="0" cy="0"/>
        </a:xfrm>
      </p:grpSpPr>
      <p:cxnSp>
        <p:nvCxnSpPr>
          <p:cNvPr id="154" name="Google Shape;154;p16"/>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155" name="Google Shape;155;p16"/>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156" name="Google Shape;156;p1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57" name="Google Shape;157;p16"/>
          <p:cNvSpPr txBox="1"/>
          <p:nvPr>
            <p:ph type="ctrTitle"/>
          </p:nvPr>
        </p:nvSpPr>
        <p:spPr>
          <a:xfrm>
            <a:off x="545450" y="368250"/>
            <a:ext cx="8053200" cy="8388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158" name="Google Shape;158;p16"/>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159" name="Google Shape;159;p16"/>
          <p:cNvCxnSpPr/>
          <p:nvPr/>
        </p:nvCxnSpPr>
        <p:spPr>
          <a:xfrm flipH="1" rot="10800000">
            <a:off x="545450" y="1200017"/>
            <a:ext cx="8053200" cy="6900"/>
          </a:xfrm>
          <a:prstGeom prst="straightConnector1">
            <a:avLst/>
          </a:prstGeom>
          <a:noFill/>
          <a:ln cap="flat" cmpd="sng" w="9525">
            <a:solidFill>
              <a:srgbClr val="131313"/>
            </a:solidFill>
            <a:prstDash val="solid"/>
            <a:round/>
            <a:headEnd len="med" w="med" type="none"/>
            <a:tailEnd len="med" w="med" type="none"/>
          </a:ln>
        </p:spPr>
      </p:cxnSp>
      <p:pic>
        <p:nvPicPr>
          <p:cNvPr id="160" name="Google Shape;160;p16"/>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INDEX">
  <p:cSld name="BLANK_1_1_1_1_6">
    <p:bg>
      <p:bgPr>
        <a:solidFill>
          <a:srgbClr val="FFFFFF"/>
        </a:solidFill>
      </p:bgPr>
    </p:bg>
    <p:spTree>
      <p:nvGrpSpPr>
        <p:cNvPr id="161" name="Shape 161"/>
        <p:cNvGrpSpPr/>
        <p:nvPr/>
      </p:nvGrpSpPr>
      <p:grpSpPr>
        <a:xfrm>
          <a:off x="0" y="0"/>
          <a:ext cx="0" cy="0"/>
          <a:chOff x="0" y="0"/>
          <a:chExt cx="0" cy="0"/>
        </a:xfrm>
      </p:grpSpPr>
      <p:cxnSp>
        <p:nvCxnSpPr>
          <p:cNvPr id="162" name="Google Shape;162;p17"/>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163" name="Google Shape;163;p17"/>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164" name="Google Shape;164;p17"/>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165" name="Google Shape;165;p17"/>
          <p:cNvCxnSpPr/>
          <p:nvPr/>
        </p:nvCxnSpPr>
        <p:spPr>
          <a:xfrm>
            <a:off x="545450" y="1205389"/>
            <a:ext cx="2537400" cy="0"/>
          </a:xfrm>
          <a:prstGeom prst="straightConnector1">
            <a:avLst/>
          </a:prstGeom>
          <a:noFill/>
          <a:ln cap="flat" cmpd="sng" w="9525">
            <a:solidFill>
              <a:srgbClr val="131313"/>
            </a:solidFill>
            <a:prstDash val="solid"/>
            <a:round/>
            <a:headEnd len="med" w="med" type="none"/>
            <a:tailEnd len="med" w="med" type="none"/>
          </a:ln>
        </p:spPr>
      </p:cxnSp>
      <p:cxnSp>
        <p:nvCxnSpPr>
          <p:cNvPr id="166" name="Google Shape;166;p17"/>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167" name="Google Shape;167;p17"/>
          <p:cNvSpPr txBox="1"/>
          <p:nvPr>
            <p:ph type="ctrTitle"/>
          </p:nvPr>
        </p:nvSpPr>
        <p:spPr>
          <a:xfrm>
            <a:off x="545450" y="368250"/>
            <a:ext cx="2304300" cy="837300"/>
          </a:xfrm>
          <a:prstGeom prst="rect">
            <a:avLst/>
          </a:prstGeom>
        </p:spPr>
        <p:txBody>
          <a:bodyPr anchorCtr="0" anchor="ctr" bIns="0" lIns="0" spcFirstLastPara="1" rIns="0" wrap="square" tIns="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cxnSp>
        <p:nvCxnSpPr>
          <p:cNvPr id="168" name="Google Shape;168;p17"/>
          <p:cNvCxnSpPr/>
          <p:nvPr/>
        </p:nvCxnSpPr>
        <p:spPr>
          <a:xfrm>
            <a:off x="3082950" y="369400"/>
            <a:ext cx="0" cy="4182600"/>
          </a:xfrm>
          <a:prstGeom prst="straightConnector1">
            <a:avLst/>
          </a:prstGeom>
          <a:noFill/>
          <a:ln cap="flat" cmpd="sng" w="9525">
            <a:solidFill>
              <a:srgbClr val="131313"/>
            </a:solidFill>
            <a:prstDash val="solid"/>
            <a:round/>
            <a:headEnd len="med" w="med" type="none"/>
            <a:tailEnd len="med" w="med" type="none"/>
          </a:ln>
        </p:spPr>
      </p:cxnSp>
      <p:sp>
        <p:nvSpPr>
          <p:cNvPr id="169" name="Google Shape;169;p17"/>
          <p:cNvSpPr txBox="1"/>
          <p:nvPr>
            <p:ph idx="2" type="subTitle"/>
          </p:nvPr>
        </p:nvSpPr>
        <p:spPr>
          <a:xfrm>
            <a:off x="552900" y="1334614"/>
            <a:ext cx="2304300" cy="552000"/>
          </a:xfrm>
          <a:prstGeom prst="rect">
            <a:avLst/>
          </a:prstGeom>
        </p:spPr>
        <p:txBody>
          <a:bodyPr anchorCtr="0" anchor="t" bIns="0" lIns="0" spcFirstLastPara="1" rIns="0" wrap="square" tIns="0">
            <a:noAutofit/>
          </a:bodyPr>
          <a:lstStyle>
            <a:lvl1pPr lvl="0" rtl="0">
              <a:spcBef>
                <a:spcPts val="0"/>
              </a:spcBef>
              <a:spcAft>
                <a:spcPts val="0"/>
              </a:spcAft>
              <a:buSzPts val="1000"/>
              <a:buNone/>
              <a:defRPr sz="10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0" name="Google Shape;170;p17"/>
          <p:cNvSpPr txBox="1"/>
          <p:nvPr>
            <p:ph idx="3" type="body"/>
          </p:nvPr>
        </p:nvSpPr>
        <p:spPr>
          <a:xfrm>
            <a:off x="3998175" y="580950"/>
            <a:ext cx="1844700" cy="914400"/>
          </a:xfrm>
          <a:prstGeom prst="rect">
            <a:avLst/>
          </a:prstGeom>
        </p:spPr>
        <p:txBody>
          <a:bodyPr anchorCtr="0" anchor="t" bIns="0" lIns="0" spcFirstLastPara="1" rIns="0" wrap="square" tIns="0">
            <a:noAutofit/>
          </a:bodyPr>
          <a:lstStyle>
            <a:lvl1pPr indent="-317500" lvl="0" marL="457200">
              <a:lnSpc>
                <a:spcPct val="90000"/>
              </a:lnSpc>
              <a:spcBef>
                <a:spcPts val="0"/>
              </a:spcBef>
              <a:spcAft>
                <a:spcPts val="0"/>
              </a:spcAft>
              <a:buSzPts val="1400"/>
              <a:buChar char="●"/>
              <a:defRPr sz="1400"/>
            </a:lvl1pPr>
            <a:lvl2pPr indent="-317500" lvl="1" marL="914400">
              <a:lnSpc>
                <a:spcPct val="90000"/>
              </a:lnSpc>
              <a:spcBef>
                <a:spcPts val="1600"/>
              </a:spcBef>
              <a:spcAft>
                <a:spcPts val="0"/>
              </a:spcAft>
              <a:buSzPts val="1400"/>
              <a:buChar char="○"/>
              <a:defRPr/>
            </a:lvl2pPr>
            <a:lvl3pPr indent="-317500" lvl="2" marL="1371600">
              <a:lnSpc>
                <a:spcPct val="90000"/>
              </a:lnSpc>
              <a:spcBef>
                <a:spcPts val="1600"/>
              </a:spcBef>
              <a:spcAft>
                <a:spcPts val="0"/>
              </a:spcAft>
              <a:buSzPts val="1400"/>
              <a:buChar char="■"/>
              <a:defRPr/>
            </a:lvl3pPr>
            <a:lvl4pPr indent="-317500" lvl="3" marL="1828800">
              <a:lnSpc>
                <a:spcPct val="90000"/>
              </a:lnSpc>
              <a:spcBef>
                <a:spcPts val="1600"/>
              </a:spcBef>
              <a:spcAft>
                <a:spcPts val="0"/>
              </a:spcAft>
              <a:buSzPts val="1400"/>
              <a:buChar char="●"/>
              <a:defRPr/>
            </a:lvl4pPr>
            <a:lvl5pPr indent="-317500" lvl="4" marL="2286000">
              <a:lnSpc>
                <a:spcPct val="90000"/>
              </a:lnSpc>
              <a:spcBef>
                <a:spcPts val="1600"/>
              </a:spcBef>
              <a:spcAft>
                <a:spcPts val="0"/>
              </a:spcAft>
              <a:buSzPts val="1400"/>
              <a:buChar char="○"/>
              <a:defRPr/>
            </a:lvl5pPr>
            <a:lvl6pPr indent="-317500" lvl="5" marL="2743200">
              <a:lnSpc>
                <a:spcPct val="90000"/>
              </a:lnSpc>
              <a:spcBef>
                <a:spcPts val="1600"/>
              </a:spcBef>
              <a:spcAft>
                <a:spcPts val="0"/>
              </a:spcAft>
              <a:buSzPts val="1400"/>
              <a:buChar char="■"/>
              <a:defRPr/>
            </a:lvl6pPr>
            <a:lvl7pPr indent="-317500" lvl="6" marL="3200400">
              <a:lnSpc>
                <a:spcPct val="90000"/>
              </a:lnSpc>
              <a:spcBef>
                <a:spcPts val="1600"/>
              </a:spcBef>
              <a:spcAft>
                <a:spcPts val="0"/>
              </a:spcAft>
              <a:buSzPts val="1400"/>
              <a:buChar char="●"/>
              <a:defRPr/>
            </a:lvl7pPr>
            <a:lvl8pPr indent="-317500" lvl="7" marL="3657600">
              <a:lnSpc>
                <a:spcPct val="90000"/>
              </a:lnSpc>
              <a:spcBef>
                <a:spcPts val="1600"/>
              </a:spcBef>
              <a:spcAft>
                <a:spcPts val="0"/>
              </a:spcAft>
              <a:buSzPts val="1400"/>
              <a:buChar char="○"/>
              <a:defRPr/>
            </a:lvl8pPr>
            <a:lvl9pPr indent="-317500" lvl="8" marL="4114800">
              <a:lnSpc>
                <a:spcPct val="90000"/>
              </a:lnSpc>
              <a:spcBef>
                <a:spcPts val="1600"/>
              </a:spcBef>
              <a:spcAft>
                <a:spcPts val="1600"/>
              </a:spcAft>
              <a:buSzPts val="1400"/>
              <a:buChar char="■"/>
              <a:defRPr/>
            </a:lvl9pPr>
          </a:lstStyle>
          <a:p/>
        </p:txBody>
      </p:sp>
      <p:sp>
        <p:nvSpPr>
          <p:cNvPr id="171" name="Google Shape;171;p17"/>
          <p:cNvSpPr txBox="1"/>
          <p:nvPr>
            <p:ph idx="4" type="body"/>
          </p:nvPr>
        </p:nvSpPr>
        <p:spPr>
          <a:xfrm>
            <a:off x="6757950" y="580950"/>
            <a:ext cx="1844700" cy="914400"/>
          </a:xfrm>
          <a:prstGeom prst="rect">
            <a:avLst/>
          </a:prstGeom>
        </p:spPr>
        <p:txBody>
          <a:bodyPr anchorCtr="0" anchor="t" bIns="0" lIns="0" spcFirstLastPara="1" rIns="0" wrap="square" tIns="0">
            <a:noAutofit/>
          </a:bodyPr>
          <a:lstStyle>
            <a:lvl1pPr indent="-317500" lvl="0" marL="457200" rtl="0">
              <a:lnSpc>
                <a:spcPct val="90000"/>
              </a:lnSpc>
              <a:spcBef>
                <a:spcPts val="0"/>
              </a:spcBef>
              <a:spcAft>
                <a:spcPts val="0"/>
              </a:spcAft>
              <a:buSzPts val="1400"/>
              <a:buChar char="●"/>
              <a:defRPr sz="1400"/>
            </a:lvl1pPr>
            <a:lvl2pPr indent="-317500" lvl="1" marL="914400" rtl="0">
              <a:lnSpc>
                <a:spcPct val="90000"/>
              </a:lnSpc>
              <a:spcBef>
                <a:spcPts val="1600"/>
              </a:spcBef>
              <a:spcAft>
                <a:spcPts val="0"/>
              </a:spcAft>
              <a:buSzPts val="1400"/>
              <a:buChar char="○"/>
              <a:defRPr/>
            </a:lvl2pPr>
            <a:lvl3pPr indent="-317500" lvl="2" marL="1371600" rtl="0">
              <a:lnSpc>
                <a:spcPct val="90000"/>
              </a:lnSpc>
              <a:spcBef>
                <a:spcPts val="1600"/>
              </a:spcBef>
              <a:spcAft>
                <a:spcPts val="0"/>
              </a:spcAft>
              <a:buSzPts val="1400"/>
              <a:buChar char="■"/>
              <a:defRPr/>
            </a:lvl3pPr>
            <a:lvl4pPr indent="-317500" lvl="3" marL="1828800" rtl="0">
              <a:lnSpc>
                <a:spcPct val="90000"/>
              </a:lnSpc>
              <a:spcBef>
                <a:spcPts val="1600"/>
              </a:spcBef>
              <a:spcAft>
                <a:spcPts val="0"/>
              </a:spcAft>
              <a:buSzPts val="1400"/>
              <a:buChar char="●"/>
              <a:defRPr/>
            </a:lvl4pPr>
            <a:lvl5pPr indent="-317500" lvl="4" marL="2286000" rtl="0">
              <a:lnSpc>
                <a:spcPct val="90000"/>
              </a:lnSpc>
              <a:spcBef>
                <a:spcPts val="1600"/>
              </a:spcBef>
              <a:spcAft>
                <a:spcPts val="0"/>
              </a:spcAft>
              <a:buSzPts val="1400"/>
              <a:buChar char="○"/>
              <a:defRPr/>
            </a:lvl5pPr>
            <a:lvl6pPr indent="-317500" lvl="5" marL="2743200" rtl="0">
              <a:lnSpc>
                <a:spcPct val="90000"/>
              </a:lnSpc>
              <a:spcBef>
                <a:spcPts val="1600"/>
              </a:spcBef>
              <a:spcAft>
                <a:spcPts val="0"/>
              </a:spcAft>
              <a:buSzPts val="1400"/>
              <a:buChar char="■"/>
              <a:defRPr/>
            </a:lvl6pPr>
            <a:lvl7pPr indent="-317500" lvl="6" marL="3200400" rtl="0">
              <a:lnSpc>
                <a:spcPct val="90000"/>
              </a:lnSpc>
              <a:spcBef>
                <a:spcPts val="1600"/>
              </a:spcBef>
              <a:spcAft>
                <a:spcPts val="0"/>
              </a:spcAft>
              <a:buSzPts val="1400"/>
              <a:buChar char="●"/>
              <a:defRPr/>
            </a:lvl7pPr>
            <a:lvl8pPr indent="-317500" lvl="7" marL="3657600" rtl="0">
              <a:lnSpc>
                <a:spcPct val="90000"/>
              </a:lnSpc>
              <a:spcBef>
                <a:spcPts val="1600"/>
              </a:spcBef>
              <a:spcAft>
                <a:spcPts val="0"/>
              </a:spcAft>
              <a:buSzPts val="1400"/>
              <a:buChar char="○"/>
              <a:defRPr/>
            </a:lvl8pPr>
            <a:lvl9pPr indent="-317500" lvl="8" marL="4114800" rtl="0">
              <a:lnSpc>
                <a:spcPct val="90000"/>
              </a:lnSpc>
              <a:spcBef>
                <a:spcPts val="1600"/>
              </a:spcBef>
              <a:spcAft>
                <a:spcPts val="1600"/>
              </a:spcAft>
              <a:buSzPts val="1400"/>
              <a:buChar char="■"/>
              <a:defRPr/>
            </a:lvl9pPr>
          </a:lstStyle>
          <a:p/>
        </p:txBody>
      </p:sp>
      <p:sp>
        <p:nvSpPr>
          <p:cNvPr id="172" name="Google Shape;172;p17"/>
          <p:cNvSpPr txBox="1"/>
          <p:nvPr>
            <p:ph idx="5" type="body"/>
          </p:nvPr>
        </p:nvSpPr>
        <p:spPr>
          <a:xfrm>
            <a:off x="3998175" y="1708050"/>
            <a:ext cx="1844700" cy="914400"/>
          </a:xfrm>
          <a:prstGeom prst="rect">
            <a:avLst/>
          </a:prstGeom>
        </p:spPr>
        <p:txBody>
          <a:bodyPr anchorCtr="0" anchor="t" bIns="0" lIns="0" spcFirstLastPara="1" rIns="0" wrap="square" tIns="0">
            <a:noAutofit/>
          </a:bodyPr>
          <a:lstStyle>
            <a:lvl1pPr indent="-317500" lvl="0" marL="457200" rtl="0">
              <a:lnSpc>
                <a:spcPct val="90000"/>
              </a:lnSpc>
              <a:spcBef>
                <a:spcPts val="0"/>
              </a:spcBef>
              <a:spcAft>
                <a:spcPts val="0"/>
              </a:spcAft>
              <a:buSzPts val="1400"/>
              <a:buChar char="●"/>
              <a:defRPr sz="1400"/>
            </a:lvl1pPr>
            <a:lvl2pPr indent="-317500" lvl="1" marL="914400" rtl="0">
              <a:lnSpc>
                <a:spcPct val="90000"/>
              </a:lnSpc>
              <a:spcBef>
                <a:spcPts val="1600"/>
              </a:spcBef>
              <a:spcAft>
                <a:spcPts val="0"/>
              </a:spcAft>
              <a:buSzPts val="1400"/>
              <a:buChar char="○"/>
              <a:defRPr/>
            </a:lvl2pPr>
            <a:lvl3pPr indent="-317500" lvl="2" marL="1371600" rtl="0">
              <a:lnSpc>
                <a:spcPct val="90000"/>
              </a:lnSpc>
              <a:spcBef>
                <a:spcPts val="1600"/>
              </a:spcBef>
              <a:spcAft>
                <a:spcPts val="0"/>
              </a:spcAft>
              <a:buSzPts val="1400"/>
              <a:buChar char="■"/>
              <a:defRPr/>
            </a:lvl3pPr>
            <a:lvl4pPr indent="-317500" lvl="3" marL="1828800" rtl="0">
              <a:lnSpc>
                <a:spcPct val="90000"/>
              </a:lnSpc>
              <a:spcBef>
                <a:spcPts val="1600"/>
              </a:spcBef>
              <a:spcAft>
                <a:spcPts val="0"/>
              </a:spcAft>
              <a:buSzPts val="1400"/>
              <a:buChar char="●"/>
              <a:defRPr/>
            </a:lvl4pPr>
            <a:lvl5pPr indent="-317500" lvl="4" marL="2286000" rtl="0">
              <a:lnSpc>
                <a:spcPct val="90000"/>
              </a:lnSpc>
              <a:spcBef>
                <a:spcPts val="1600"/>
              </a:spcBef>
              <a:spcAft>
                <a:spcPts val="0"/>
              </a:spcAft>
              <a:buSzPts val="1400"/>
              <a:buChar char="○"/>
              <a:defRPr/>
            </a:lvl5pPr>
            <a:lvl6pPr indent="-317500" lvl="5" marL="2743200" rtl="0">
              <a:lnSpc>
                <a:spcPct val="90000"/>
              </a:lnSpc>
              <a:spcBef>
                <a:spcPts val="1600"/>
              </a:spcBef>
              <a:spcAft>
                <a:spcPts val="0"/>
              </a:spcAft>
              <a:buSzPts val="1400"/>
              <a:buChar char="■"/>
              <a:defRPr/>
            </a:lvl6pPr>
            <a:lvl7pPr indent="-317500" lvl="6" marL="3200400" rtl="0">
              <a:lnSpc>
                <a:spcPct val="90000"/>
              </a:lnSpc>
              <a:spcBef>
                <a:spcPts val="1600"/>
              </a:spcBef>
              <a:spcAft>
                <a:spcPts val="0"/>
              </a:spcAft>
              <a:buSzPts val="1400"/>
              <a:buChar char="●"/>
              <a:defRPr/>
            </a:lvl7pPr>
            <a:lvl8pPr indent="-317500" lvl="7" marL="3657600" rtl="0">
              <a:lnSpc>
                <a:spcPct val="90000"/>
              </a:lnSpc>
              <a:spcBef>
                <a:spcPts val="1600"/>
              </a:spcBef>
              <a:spcAft>
                <a:spcPts val="0"/>
              </a:spcAft>
              <a:buSzPts val="1400"/>
              <a:buChar char="○"/>
              <a:defRPr/>
            </a:lvl8pPr>
            <a:lvl9pPr indent="-317500" lvl="8" marL="4114800" rtl="0">
              <a:lnSpc>
                <a:spcPct val="90000"/>
              </a:lnSpc>
              <a:spcBef>
                <a:spcPts val="1600"/>
              </a:spcBef>
              <a:spcAft>
                <a:spcPts val="1600"/>
              </a:spcAft>
              <a:buSzPts val="1400"/>
              <a:buChar char="■"/>
              <a:defRPr/>
            </a:lvl9pPr>
          </a:lstStyle>
          <a:p/>
        </p:txBody>
      </p:sp>
      <p:sp>
        <p:nvSpPr>
          <p:cNvPr id="173" name="Google Shape;173;p17"/>
          <p:cNvSpPr txBox="1"/>
          <p:nvPr>
            <p:ph idx="6" type="body"/>
          </p:nvPr>
        </p:nvSpPr>
        <p:spPr>
          <a:xfrm>
            <a:off x="6757950" y="1708050"/>
            <a:ext cx="1844700" cy="914400"/>
          </a:xfrm>
          <a:prstGeom prst="rect">
            <a:avLst/>
          </a:prstGeom>
        </p:spPr>
        <p:txBody>
          <a:bodyPr anchorCtr="0" anchor="t" bIns="0" lIns="0" spcFirstLastPara="1" rIns="0" wrap="square" tIns="0">
            <a:noAutofit/>
          </a:bodyPr>
          <a:lstStyle>
            <a:lvl1pPr indent="-317500" lvl="0" marL="457200" rtl="0">
              <a:lnSpc>
                <a:spcPct val="90000"/>
              </a:lnSpc>
              <a:spcBef>
                <a:spcPts val="0"/>
              </a:spcBef>
              <a:spcAft>
                <a:spcPts val="0"/>
              </a:spcAft>
              <a:buSzPts val="1400"/>
              <a:buChar char="●"/>
              <a:defRPr sz="1400"/>
            </a:lvl1pPr>
            <a:lvl2pPr indent="-317500" lvl="1" marL="914400" rtl="0">
              <a:lnSpc>
                <a:spcPct val="90000"/>
              </a:lnSpc>
              <a:spcBef>
                <a:spcPts val="1600"/>
              </a:spcBef>
              <a:spcAft>
                <a:spcPts val="0"/>
              </a:spcAft>
              <a:buSzPts val="1400"/>
              <a:buChar char="○"/>
              <a:defRPr/>
            </a:lvl2pPr>
            <a:lvl3pPr indent="-317500" lvl="2" marL="1371600" rtl="0">
              <a:lnSpc>
                <a:spcPct val="90000"/>
              </a:lnSpc>
              <a:spcBef>
                <a:spcPts val="1600"/>
              </a:spcBef>
              <a:spcAft>
                <a:spcPts val="0"/>
              </a:spcAft>
              <a:buSzPts val="1400"/>
              <a:buChar char="■"/>
              <a:defRPr/>
            </a:lvl3pPr>
            <a:lvl4pPr indent="-317500" lvl="3" marL="1828800" rtl="0">
              <a:lnSpc>
                <a:spcPct val="90000"/>
              </a:lnSpc>
              <a:spcBef>
                <a:spcPts val="1600"/>
              </a:spcBef>
              <a:spcAft>
                <a:spcPts val="0"/>
              </a:spcAft>
              <a:buSzPts val="1400"/>
              <a:buChar char="●"/>
              <a:defRPr/>
            </a:lvl4pPr>
            <a:lvl5pPr indent="-317500" lvl="4" marL="2286000" rtl="0">
              <a:lnSpc>
                <a:spcPct val="90000"/>
              </a:lnSpc>
              <a:spcBef>
                <a:spcPts val="1600"/>
              </a:spcBef>
              <a:spcAft>
                <a:spcPts val="0"/>
              </a:spcAft>
              <a:buSzPts val="1400"/>
              <a:buChar char="○"/>
              <a:defRPr/>
            </a:lvl5pPr>
            <a:lvl6pPr indent="-317500" lvl="5" marL="2743200" rtl="0">
              <a:lnSpc>
                <a:spcPct val="90000"/>
              </a:lnSpc>
              <a:spcBef>
                <a:spcPts val="1600"/>
              </a:spcBef>
              <a:spcAft>
                <a:spcPts val="0"/>
              </a:spcAft>
              <a:buSzPts val="1400"/>
              <a:buChar char="■"/>
              <a:defRPr/>
            </a:lvl6pPr>
            <a:lvl7pPr indent="-317500" lvl="6" marL="3200400" rtl="0">
              <a:lnSpc>
                <a:spcPct val="90000"/>
              </a:lnSpc>
              <a:spcBef>
                <a:spcPts val="1600"/>
              </a:spcBef>
              <a:spcAft>
                <a:spcPts val="0"/>
              </a:spcAft>
              <a:buSzPts val="1400"/>
              <a:buChar char="●"/>
              <a:defRPr/>
            </a:lvl7pPr>
            <a:lvl8pPr indent="-317500" lvl="7" marL="3657600" rtl="0">
              <a:lnSpc>
                <a:spcPct val="90000"/>
              </a:lnSpc>
              <a:spcBef>
                <a:spcPts val="1600"/>
              </a:spcBef>
              <a:spcAft>
                <a:spcPts val="0"/>
              </a:spcAft>
              <a:buSzPts val="1400"/>
              <a:buChar char="○"/>
              <a:defRPr/>
            </a:lvl8pPr>
            <a:lvl9pPr indent="-317500" lvl="8" marL="4114800" rtl="0">
              <a:lnSpc>
                <a:spcPct val="90000"/>
              </a:lnSpc>
              <a:spcBef>
                <a:spcPts val="1600"/>
              </a:spcBef>
              <a:spcAft>
                <a:spcPts val="1600"/>
              </a:spcAft>
              <a:buSzPts val="1400"/>
              <a:buChar char="■"/>
              <a:defRPr/>
            </a:lvl9pPr>
          </a:lstStyle>
          <a:p/>
        </p:txBody>
      </p:sp>
      <p:sp>
        <p:nvSpPr>
          <p:cNvPr id="174" name="Google Shape;174;p17"/>
          <p:cNvSpPr txBox="1"/>
          <p:nvPr>
            <p:ph idx="7" type="body"/>
          </p:nvPr>
        </p:nvSpPr>
        <p:spPr>
          <a:xfrm>
            <a:off x="3998175" y="2842050"/>
            <a:ext cx="1844700" cy="914400"/>
          </a:xfrm>
          <a:prstGeom prst="rect">
            <a:avLst/>
          </a:prstGeom>
        </p:spPr>
        <p:txBody>
          <a:bodyPr anchorCtr="0" anchor="t" bIns="0" lIns="0" spcFirstLastPara="1" rIns="0" wrap="square" tIns="0">
            <a:noAutofit/>
          </a:bodyPr>
          <a:lstStyle>
            <a:lvl1pPr indent="-317500" lvl="0" marL="457200" rtl="0">
              <a:lnSpc>
                <a:spcPct val="90000"/>
              </a:lnSpc>
              <a:spcBef>
                <a:spcPts val="0"/>
              </a:spcBef>
              <a:spcAft>
                <a:spcPts val="0"/>
              </a:spcAft>
              <a:buSzPts val="1400"/>
              <a:buChar char="●"/>
              <a:defRPr sz="1400"/>
            </a:lvl1pPr>
            <a:lvl2pPr indent="-317500" lvl="1" marL="914400" rtl="0">
              <a:lnSpc>
                <a:spcPct val="90000"/>
              </a:lnSpc>
              <a:spcBef>
                <a:spcPts val="1600"/>
              </a:spcBef>
              <a:spcAft>
                <a:spcPts val="0"/>
              </a:spcAft>
              <a:buSzPts val="1400"/>
              <a:buChar char="○"/>
              <a:defRPr/>
            </a:lvl2pPr>
            <a:lvl3pPr indent="-317500" lvl="2" marL="1371600" rtl="0">
              <a:lnSpc>
                <a:spcPct val="90000"/>
              </a:lnSpc>
              <a:spcBef>
                <a:spcPts val="1600"/>
              </a:spcBef>
              <a:spcAft>
                <a:spcPts val="0"/>
              </a:spcAft>
              <a:buSzPts val="1400"/>
              <a:buChar char="■"/>
              <a:defRPr/>
            </a:lvl3pPr>
            <a:lvl4pPr indent="-317500" lvl="3" marL="1828800" rtl="0">
              <a:lnSpc>
                <a:spcPct val="90000"/>
              </a:lnSpc>
              <a:spcBef>
                <a:spcPts val="1600"/>
              </a:spcBef>
              <a:spcAft>
                <a:spcPts val="0"/>
              </a:spcAft>
              <a:buSzPts val="1400"/>
              <a:buChar char="●"/>
              <a:defRPr/>
            </a:lvl4pPr>
            <a:lvl5pPr indent="-317500" lvl="4" marL="2286000" rtl="0">
              <a:lnSpc>
                <a:spcPct val="90000"/>
              </a:lnSpc>
              <a:spcBef>
                <a:spcPts val="1600"/>
              </a:spcBef>
              <a:spcAft>
                <a:spcPts val="0"/>
              </a:spcAft>
              <a:buSzPts val="1400"/>
              <a:buChar char="○"/>
              <a:defRPr/>
            </a:lvl5pPr>
            <a:lvl6pPr indent="-317500" lvl="5" marL="2743200" rtl="0">
              <a:lnSpc>
                <a:spcPct val="90000"/>
              </a:lnSpc>
              <a:spcBef>
                <a:spcPts val="1600"/>
              </a:spcBef>
              <a:spcAft>
                <a:spcPts val="0"/>
              </a:spcAft>
              <a:buSzPts val="1400"/>
              <a:buChar char="■"/>
              <a:defRPr/>
            </a:lvl6pPr>
            <a:lvl7pPr indent="-317500" lvl="6" marL="3200400" rtl="0">
              <a:lnSpc>
                <a:spcPct val="90000"/>
              </a:lnSpc>
              <a:spcBef>
                <a:spcPts val="1600"/>
              </a:spcBef>
              <a:spcAft>
                <a:spcPts val="0"/>
              </a:spcAft>
              <a:buSzPts val="1400"/>
              <a:buChar char="●"/>
              <a:defRPr/>
            </a:lvl7pPr>
            <a:lvl8pPr indent="-317500" lvl="7" marL="3657600" rtl="0">
              <a:lnSpc>
                <a:spcPct val="90000"/>
              </a:lnSpc>
              <a:spcBef>
                <a:spcPts val="1600"/>
              </a:spcBef>
              <a:spcAft>
                <a:spcPts val="0"/>
              </a:spcAft>
              <a:buSzPts val="1400"/>
              <a:buChar char="○"/>
              <a:defRPr/>
            </a:lvl8pPr>
            <a:lvl9pPr indent="-317500" lvl="8" marL="4114800" rtl="0">
              <a:lnSpc>
                <a:spcPct val="90000"/>
              </a:lnSpc>
              <a:spcBef>
                <a:spcPts val="1600"/>
              </a:spcBef>
              <a:spcAft>
                <a:spcPts val="1600"/>
              </a:spcAft>
              <a:buSzPts val="1400"/>
              <a:buChar char="■"/>
              <a:defRPr/>
            </a:lvl9pPr>
          </a:lstStyle>
          <a:p/>
        </p:txBody>
      </p:sp>
      <p:sp>
        <p:nvSpPr>
          <p:cNvPr id="175" name="Google Shape;175;p17"/>
          <p:cNvSpPr txBox="1"/>
          <p:nvPr>
            <p:ph idx="8" type="body"/>
          </p:nvPr>
        </p:nvSpPr>
        <p:spPr>
          <a:xfrm>
            <a:off x="6757950" y="2842050"/>
            <a:ext cx="1844700" cy="914400"/>
          </a:xfrm>
          <a:prstGeom prst="rect">
            <a:avLst/>
          </a:prstGeom>
        </p:spPr>
        <p:txBody>
          <a:bodyPr anchorCtr="0" anchor="t" bIns="0" lIns="0" spcFirstLastPara="1" rIns="0" wrap="square" tIns="0">
            <a:noAutofit/>
          </a:bodyPr>
          <a:lstStyle>
            <a:lvl1pPr indent="-317500" lvl="0" marL="457200" rtl="0">
              <a:lnSpc>
                <a:spcPct val="90000"/>
              </a:lnSpc>
              <a:spcBef>
                <a:spcPts val="0"/>
              </a:spcBef>
              <a:spcAft>
                <a:spcPts val="0"/>
              </a:spcAft>
              <a:buSzPts val="1400"/>
              <a:buChar char="●"/>
              <a:defRPr sz="1400"/>
            </a:lvl1pPr>
            <a:lvl2pPr indent="-317500" lvl="1" marL="914400" rtl="0">
              <a:lnSpc>
                <a:spcPct val="90000"/>
              </a:lnSpc>
              <a:spcBef>
                <a:spcPts val="1600"/>
              </a:spcBef>
              <a:spcAft>
                <a:spcPts val="0"/>
              </a:spcAft>
              <a:buSzPts val="1400"/>
              <a:buChar char="○"/>
              <a:defRPr/>
            </a:lvl2pPr>
            <a:lvl3pPr indent="-317500" lvl="2" marL="1371600" rtl="0">
              <a:lnSpc>
                <a:spcPct val="90000"/>
              </a:lnSpc>
              <a:spcBef>
                <a:spcPts val="1600"/>
              </a:spcBef>
              <a:spcAft>
                <a:spcPts val="0"/>
              </a:spcAft>
              <a:buSzPts val="1400"/>
              <a:buChar char="■"/>
              <a:defRPr/>
            </a:lvl3pPr>
            <a:lvl4pPr indent="-317500" lvl="3" marL="1828800" rtl="0">
              <a:lnSpc>
                <a:spcPct val="90000"/>
              </a:lnSpc>
              <a:spcBef>
                <a:spcPts val="1600"/>
              </a:spcBef>
              <a:spcAft>
                <a:spcPts val="0"/>
              </a:spcAft>
              <a:buSzPts val="1400"/>
              <a:buChar char="●"/>
              <a:defRPr/>
            </a:lvl4pPr>
            <a:lvl5pPr indent="-317500" lvl="4" marL="2286000" rtl="0">
              <a:lnSpc>
                <a:spcPct val="90000"/>
              </a:lnSpc>
              <a:spcBef>
                <a:spcPts val="1600"/>
              </a:spcBef>
              <a:spcAft>
                <a:spcPts val="0"/>
              </a:spcAft>
              <a:buSzPts val="1400"/>
              <a:buChar char="○"/>
              <a:defRPr/>
            </a:lvl5pPr>
            <a:lvl6pPr indent="-317500" lvl="5" marL="2743200" rtl="0">
              <a:lnSpc>
                <a:spcPct val="90000"/>
              </a:lnSpc>
              <a:spcBef>
                <a:spcPts val="1600"/>
              </a:spcBef>
              <a:spcAft>
                <a:spcPts val="0"/>
              </a:spcAft>
              <a:buSzPts val="1400"/>
              <a:buChar char="■"/>
              <a:defRPr/>
            </a:lvl6pPr>
            <a:lvl7pPr indent="-317500" lvl="6" marL="3200400" rtl="0">
              <a:lnSpc>
                <a:spcPct val="90000"/>
              </a:lnSpc>
              <a:spcBef>
                <a:spcPts val="1600"/>
              </a:spcBef>
              <a:spcAft>
                <a:spcPts val="0"/>
              </a:spcAft>
              <a:buSzPts val="1400"/>
              <a:buChar char="●"/>
              <a:defRPr/>
            </a:lvl7pPr>
            <a:lvl8pPr indent="-317500" lvl="7" marL="3657600" rtl="0">
              <a:lnSpc>
                <a:spcPct val="90000"/>
              </a:lnSpc>
              <a:spcBef>
                <a:spcPts val="1600"/>
              </a:spcBef>
              <a:spcAft>
                <a:spcPts val="0"/>
              </a:spcAft>
              <a:buSzPts val="1400"/>
              <a:buChar char="○"/>
              <a:defRPr/>
            </a:lvl8pPr>
            <a:lvl9pPr indent="-317500" lvl="8" marL="4114800" rtl="0">
              <a:lnSpc>
                <a:spcPct val="90000"/>
              </a:lnSpc>
              <a:spcBef>
                <a:spcPts val="1600"/>
              </a:spcBef>
              <a:spcAft>
                <a:spcPts val="1600"/>
              </a:spcAft>
              <a:buSzPts val="1400"/>
              <a:buChar char="■"/>
              <a:defRPr/>
            </a:lvl9pPr>
          </a:lstStyle>
          <a:p/>
        </p:txBody>
      </p:sp>
      <p:pic>
        <p:nvPicPr>
          <p:cNvPr id="176" name="Google Shape;176;p17"/>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TITLE BLACK">
  <p:cSld name="BLANK_1_1_1_1_5">
    <p:bg>
      <p:bgPr>
        <a:solidFill>
          <a:srgbClr val="131313"/>
        </a:solidFill>
      </p:bgPr>
    </p:bg>
    <p:spTree>
      <p:nvGrpSpPr>
        <p:cNvPr id="177" name="Shape 177"/>
        <p:cNvGrpSpPr/>
        <p:nvPr/>
      </p:nvGrpSpPr>
      <p:grpSpPr>
        <a:xfrm>
          <a:off x="0" y="0"/>
          <a:ext cx="0" cy="0"/>
          <a:chOff x="0" y="0"/>
          <a:chExt cx="0" cy="0"/>
        </a:xfrm>
      </p:grpSpPr>
      <p:sp>
        <p:nvSpPr>
          <p:cNvPr id="178" name="Google Shape;178;p18"/>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Clr>
                <a:srgbClr val="FFFFFF"/>
              </a:buClr>
              <a:buSzPts val="1800"/>
              <a:buNone/>
              <a:defRPr sz="1800">
                <a:solidFill>
                  <a:srgbClr val="FFFFFF"/>
                </a:solidFill>
              </a:defRPr>
            </a:lvl1pPr>
            <a:lvl2pPr lvl="1" rtl="0">
              <a:spcBef>
                <a:spcPts val="0"/>
              </a:spcBef>
              <a:spcAft>
                <a:spcPts val="0"/>
              </a:spcAft>
              <a:buClr>
                <a:srgbClr val="FFFFFF"/>
              </a:buClr>
              <a:buSzPts val="1800"/>
              <a:buNone/>
              <a:defRPr sz="1800">
                <a:solidFill>
                  <a:srgbClr val="FFFFFF"/>
                </a:solidFill>
              </a:defRPr>
            </a:lvl2pPr>
            <a:lvl3pPr lvl="2" rtl="0">
              <a:spcBef>
                <a:spcPts val="0"/>
              </a:spcBef>
              <a:spcAft>
                <a:spcPts val="0"/>
              </a:spcAft>
              <a:buClr>
                <a:srgbClr val="FFFFFF"/>
              </a:buClr>
              <a:buSzPts val="1800"/>
              <a:buNone/>
              <a:defRPr sz="1800">
                <a:solidFill>
                  <a:srgbClr val="FFFFFF"/>
                </a:solidFill>
              </a:defRPr>
            </a:lvl3pPr>
            <a:lvl4pPr lvl="3" rtl="0">
              <a:spcBef>
                <a:spcPts val="0"/>
              </a:spcBef>
              <a:spcAft>
                <a:spcPts val="0"/>
              </a:spcAft>
              <a:buClr>
                <a:srgbClr val="FFFFFF"/>
              </a:buClr>
              <a:buSzPts val="1800"/>
              <a:buNone/>
              <a:defRPr sz="1800">
                <a:solidFill>
                  <a:srgbClr val="FFFFFF"/>
                </a:solidFill>
              </a:defRPr>
            </a:lvl4pPr>
            <a:lvl5pPr lvl="4" rtl="0">
              <a:spcBef>
                <a:spcPts val="0"/>
              </a:spcBef>
              <a:spcAft>
                <a:spcPts val="0"/>
              </a:spcAft>
              <a:buClr>
                <a:srgbClr val="FFFFFF"/>
              </a:buClr>
              <a:buSzPts val="1800"/>
              <a:buNone/>
              <a:defRPr sz="1800">
                <a:solidFill>
                  <a:srgbClr val="FFFFFF"/>
                </a:solidFill>
              </a:defRPr>
            </a:lvl5pPr>
            <a:lvl6pPr lvl="5" rtl="0">
              <a:spcBef>
                <a:spcPts val="0"/>
              </a:spcBef>
              <a:spcAft>
                <a:spcPts val="0"/>
              </a:spcAft>
              <a:buClr>
                <a:srgbClr val="FFFFFF"/>
              </a:buClr>
              <a:buSzPts val="1800"/>
              <a:buNone/>
              <a:defRPr sz="1800">
                <a:solidFill>
                  <a:srgbClr val="FFFFFF"/>
                </a:solidFill>
              </a:defRPr>
            </a:lvl6pPr>
            <a:lvl7pPr lvl="6" rtl="0">
              <a:spcBef>
                <a:spcPts val="0"/>
              </a:spcBef>
              <a:spcAft>
                <a:spcPts val="0"/>
              </a:spcAft>
              <a:buClr>
                <a:srgbClr val="FFFFFF"/>
              </a:buClr>
              <a:buSzPts val="1800"/>
              <a:buNone/>
              <a:defRPr sz="1800">
                <a:solidFill>
                  <a:srgbClr val="FFFFFF"/>
                </a:solidFill>
              </a:defRPr>
            </a:lvl7pPr>
            <a:lvl8pPr lvl="7" rtl="0">
              <a:spcBef>
                <a:spcPts val="0"/>
              </a:spcBef>
              <a:spcAft>
                <a:spcPts val="0"/>
              </a:spcAft>
              <a:buClr>
                <a:srgbClr val="FFFFFF"/>
              </a:buClr>
              <a:buSzPts val="1800"/>
              <a:buNone/>
              <a:defRPr sz="1800">
                <a:solidFill>
                  <a:srgbClr val="FFFFFF"/>
                </a:solidFill>
              </a:defRPr>
            </a:lvl8pPr>
            <a:lvl9pPr lvl="8" rtl="0">
              <a:spcBef>
                <a:spcPts val="0"/>
              </a:spcBef>
              <a:spcAft>
                <a:spcPts val="0"/>
              </a:spcAft>
              <a:buClr>
                <a:srgbClr val="FFFFFF"/>
              </a:buClr>
              <a:buSzPts val="1800"/>
              <a:buNone/>
              <a:defRPr sz="1800">
                <a:solidFill>
                  <a:srgbClr val="FFFFFF"/>
                </a:solidFill>
              </a:defRPr>
            </a:lvl9pPr>
          </a:lstStyle>
          <a:p/>
        </p:txBody>
      </p:sp>
      <p:cxnSp>
        <p:nvCxnSpPr>
          <p:cNvPr id="179" name="Google Shape;179;p18"/>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180" name="Google Shape;180;p18"/>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181" name="Google Shape;181;p18"/>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182" name="Google Shape;182;p18"/>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83" name="Google Shape;183;p18"/>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84" name="Google Shape;184;p18"/>
          <p:cNvPicPr preferRelativeResize="0"/>
          <p:nvPr/>
        </p:nvPicPr>
        <p:blipFill>
          <a:blip r:embed="rId2">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TITLE BLACK - 2">
  <p:cSld name="BLANK_1_1_1_1_5_1">
    <p:bg>
      <p:bgPr>
        <a:solidFill>
          <a:srgbClr val="131313"/>
        </a:solidFill>
      </p:bgPr>
    </p:bg>
    <p:spTree>
      <p:nvGrpSpPr>
        <p:cNvPr id="185" name="Shape 185"/>
        <p:cNvGrpSpPr/>
        <p:nvPr/>
      </p:nvGrpSpPr>
      <p:grpSpPr>
        <a:xfrm>
          <a:off x="0" y="0"/>
          <a:ext cx="0" cy="0"/>
          <a:chOff x="0" y="0"/>
          <a:chExt cx="0" cy="0"/>
        </a:xfrm>
      </p:grpSpPr>
      <p:cxnSp>
        <p:nvCxnSpPr>
          <p:cNvPr id="186" name="Google Shape;186;p19"/>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187" name="Google Shape;187;p19"/>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88" name="Google Shape;188;p19"/>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89" name="Google Shape;189;p19"/>
          <p:cNvSpPr txBox="1"/>
          <p:nvPr>
            <p:ph type="ctrTitle"/>
          </p:nvPr>
        </p:nvSpPr>
        <p:spPr>
          <a:xfrm>
            <a:off x="545450" y="368250"/>
            <a:ext cx="8053200" cy="838800"/>
          </a:xfrm>
          <a:prstGeom prst="rect">
            <a:avLst/>
          </a:prstGeom>
        </p:spPr>
        <p:txBody>
          <a:bodyPr anchorCtr="0" anchor="ctr" bIns="91425" lIns="0" spcFirstLastPara="1" rIns="0" wrap="square" tIns="91425">
            <a:noAutofit/>
          </a:bodyPr>
          <a:lstStyle>
            <a:lvl1pPr lvl="0" rtl="0">
              <a:spcBef>
                <a:spcPts val="0"/>
              </a:spcBef>
              <a:spcAft>
                <a:spcPts val="0"/>
              </a:spcAft>
              <a:buClr>
                <a:srgbClr val="FFFFFF"/>
              </a:buClr>
              <a:buSzPts val="1800"/>
              <a:buNone/>
              <a:defRPr sz="1800">
                <a:solidFill>
                  <a:srgbClr val="FFFFFF"/>
                </a:solidFill>
              </a:defRPr>
            </a:lvl1pPr>
            <a:lvl2pPr lvl="1" rtl="0">
              <a:spcBef>
                <a:spcPts val="0"/>
              </a:spcBef>
              <a:spcAft>
                <a:spcPts val="0"/>
              </a:spcAft>
              <a:buClr>
                <a:srgbClr val="FFFFFF"/>
              </a:buClr>
              <a:buSzPts val="1800"/>
              <a:buNone/>
              <a:defRPr sz="1800">
                <a:solidFill>
                  <a:srgbClr val="FFFFFF"/>
                </a:solidFill>
              </a:defRPr>
            </a:lvl2pPr>
            <a:lvl3pPr lvl="2" rtl="0">
              <a:spcBef>
                <a:spcPts val="0"/>
              </a:spcBef>
              <a:spcAft>
                <a:spcPts val="0"/>
              </a:spcAft>
              <a:buClr>
                <a:srgbClr val="FFFFFF"/>
              </a:buClr>
              <a:buSzPts val="1800"/>
              <a:buNone/>
              <a:defRPr sz="1800">
                <a:solidFill>
                  <a:srgbClr val="FFFFFF"/>
                </a:solidFill>
              </a:defRPr>
            </a:lvl3pPr>
            <a:lvl4pPr lvl="3" rtl="0">
              <a:spcBef>
                <a:spcPts val="0"/>
              </a:spcBef>
              <a:spcAft>
                <a:spcPts val="0"/>
              </a:spcAft>
              <a:buClr>
                <a:srgbClr val="FFFFFF"/>
              </a:buClr>
              <a:buSzPts val="1800"/>
              <a:buNone/>
              <a:defRPr sz="1800">
                <a:solidFill>
                  <a:srgbClr val="FFFFFF"/>
                </a:solidFill>
              </a:defRPr>
            </a:lvl4pPr>
            <a:lvl5pPr lvl="4" rtl="0">
              <a:spcBef>
                <a:spcPts val="0"/>
              </a:spcBef>
              <a:spcAft>
                <a:spcPts val="0"/>
              </a:spcAft>
              <a:buClr>
                <a:srgbClr val="FFFFFF"/>
              </a:buClr>
              <a:buSzPts val="1800"/>
              <a:buNone/>
              <a:defRPr sz="1800">
                <a:solidFill>
                  <a:srgbClr val="FFFFFF"/>
                </a:solidFill>
              </a:defRPr>
            </a:lvl5pPr>
            <a:lvl6pPr lvl="5" rtl="0">
              <a:spcBef>
                <a:spcPts val="0"/>
              </a:spcBef>
              <a:spcAft>
                <a:spcPts val="0"/>
              </a:spcAft>
              <a:buClr>
                <a:srgbClr val="FFFFFF"/>
              </a:buClr>
              <a:buSzPts val="1800"/>
              <a:buNone/>
              <a:defRPr sz="1800">
                <a:solidFill>
                  <a:srgbClr val="FFFFFF"/>
                </a:solidFill>
              </a:defRPr>
            </a:lvl6pPr>
            <a:lvl7pPr lvl="6" rtl="0">
              <a:spcBef>
                <a:spcPts val="0"/>
              </a:spcBef>
              <a:spcAft>
                <a:spcPts val="0"/>
              </a:spcAft>
              <a:buClr>
                <a:srgbClr val="FFFFFF"/>
              </a:buClr>
              <a:buSzPts val="1800"/>
              <a:buNone/>
              <a:defRPr sz="1800">
                <a:solidFill>
                  <a:srgbClr val="FFFFFF"/>
                </a:solidFill>
              </a:defRPr>
            </a:lvl7pPr>
            <a:lvl8pPr lvl="7" rtl="0">
              <a:spcBef>
                <a:spcPts val="0"/>
              </a:spcBef>
              <a:spcAft>
                <a:spcPts val="0"/>
              </a:spcAft>
              <a:buClr>
                <a:srgbClr val="FFFFFF"/>
              </a:buClr>
              <a:buSzPts val="1800"/>
              <a:buNone/>
              <a:defRPr sz="1800">
                <a:solidFill>
                  <a:srgbClr val="FFFFFF"/>
                </a:solidFill>
              </a:defRPr>
            </a:lvl8pPr>
            <a:lvl9pPr lvl="8" rtl="0">
              <a:spcBef>
                <a:spcPts val="0"/>
              </a:spcBef>
              <a:spcAft>
                <a:spcPts val="0"/>
              </a:spcAft>
              <a:buClr>
                <a:srgbClr val="FFFFFF"/>
              </a:buClr>
              <a:buSzPts val="1800"/>
              <a:buNone/>
              <a:defRPr sz="1800">
                <a:solidFill>
                  <a:srgbClr val="FFFFFF"/>
                </a:solidFill>
              </a:defRPr>
            </a:lvl9pPr>
          </a:lstStyle>
          <a:p/>
        </p:txBody>
      </p:sp>
      <p:cxnSp>
        <p:nvCxnSpPr>
          <p:cNvPr id="190" name="Google Shape;190;p19"/>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191" name="Google Shape;191;p19"/>
          <p:cNvCxnSpPr/>
          <p:nvPr/>
        </p:nvCxnSpPr>
        <p:spPr>
          <a:xfrm flipH="1" rot="10800000">
            <a:off x="545450" y="1200017"/>
            <a:ext cx="8053200" cy="6900"/>
          </a:xfrm>
          <a:prstGeom prst="straightConnector1">
            <a:avLst/>
          </a:prstGeom>
          <a:noFill/>
          <a:ln cap="flat" cmpd="sng" w="9525">
            <a:solidFill>
              <a:srgbClr val="FFFFFF"/>
            </a:solidFill>
            <a:prstDash val="solid"/>
            <a:round/>
            <a:headEnd len="med" w="med" type="none"/>
            <a:tailEnd len="med" w="med" type="none"/>
          </a:ln>
        </p:spPr>
      </p:cxnSp>
      <p:pic>
        <p:nvPicPr>
          <p:cNvPr id="192" name="Google Shape;192;p19"/>
          <p:cNvPicPr preferRelativeResize="0"/>
          <p:nvPr/>
        </p:nvPicPr>
        <p:blipFill>
          <a:blip r:embed="rId2">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BLANK - BLACK">
  <p:cSld name="BLANK_1_1_1_1_4">
    <p:bg>
      <p:bgPr>
        <a:solidFill>
          <a:srgbClr val="131313"/>
        </a:solidFill>
      </p:bgPr>
    </p:bg>
    <p:spTree>
      <p:nvGrpSpPr>
        <p:cNvPr id="193" name="Shape 193"/>
        <p:cNvGrpSpPr/>
        <p:nvPr/>
      </p:nvGrpSpPr>
      <p:grpSpPr>
        <a:xfrm>
          <a:off x="0" y="0"/>
          <a:ext cx="0" cy="0"/>
          <a:chOff x="0" y="0"/>
          <a:chExt cx="0" cy="0"/>
        </a:xfrm>
      </p:grpSpPr>
      <p:cxnSp>
        <p:nvCxnSpPr>
          <p:cNvPr id="194" name="Google Shape;194;p20"/>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195" name="Google Shape;195;p20"/>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196" name="Google Shape;196;p20"/>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97" name="Google Shape;197;p20"/>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98" name="Google Shape;198;p20"/>
          <p:cNvPicPr preferRelativeResize="0"/>
          <p:nvPr/>
        </p:nvPicPr>
        <p:blipFill>
          <a:blip r:embed="rId2">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BLANK">
  <p:cSld name="BLANK_1_1_1_1_4_1">
    <p:bg>
      <p:bgPr>
        <a:solidFill>
          <a:srgbClr val="FFFFFF"/>
        </a:solidFill>
      </p:bgPr>
    </p:bg>
    <p:spTree>
      <p:nvGrpSpPr>
        <p:cNvPr id="199" name="Shape 199"/>
        <p:cNvGrpSpPr/>
        <p:nvPr/>
      </p:nvGrpSpPr>
      <p:grpSpPr>
        <a:xfrm>
          <a:off x="0" y="0"/>
          <a:ext cx="0" cy="0"/>
          <a:chOff x="0" y="0"/>
          <a:chExt cx="0" cy="0"/>
        </a:xfrm>
      </p:grpSpPr>
      <p:cxnSp>
        <p:nvCxnSpPr>
          <p:cNvPr id="200" name="Google Shape;200;p21"/>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01" name="Google Shape;201;p21"/>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202" name="Google Shape;202;p21"/>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203" name="Google Shape;203;p2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204" name="Google Shape;204;p21"/>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1 - 2">
  <p:cSld name="BLANK_1_1_1_1_3">
    <p:bg>
      <p:bgPr>
        <a:solidFill>
          <a:srgbClr val="FFFFFF"/>
        </a:solidFill>
      </p:bgPr>
    </p:bg>
    <p:spTree>
      <p:nvGrpSpPr>
        <p:cNvPr id="205" name="Shape 205"/>
        <p:cNvGrpSpPr/>
        <p:nvPr/>
      </p:nvGrpSpPr>
      <p:grpSpPr>
        <a:xfrm>
          <a:off x="0" y="0"/>
          <a:ext cx="0" cy="0"/>
          <a:chOff x="0" y="0"/>
          <a:chExt cx="0" cy="0"/>
        </a:xfrm>
      </p:grpSpPr>
      <p:sp>
        <p:nvSpPr>
          <p:cNvPr id="206" name="Google Shape;206;p22"/>
          <p:cNvSpPr txBox="1"/>
          <p:nvPr>
            <p:ph idx="1" type="body"/>
          </p:nvPr>
        </p:nvSpPr>
        <p:spPr>
          <a:xfrm>
            <a:off x="545450" y="1569224"/>
            <a:ext cx="3909900" cy="2759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07" name="Google Shape;207;p22"/>
          <p:cNvSpPr txBox="1"/>
          <p:nvPr>
            <p:ph idx="2" type="body"/>
          </p:nvPr>
        </p:nvSpPr>
        <p:spPr>
          <a:xfrm>
            <a:off x="4688725" y="1569150"/>
            <a:ext cx="3909900" cy="2759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08" name="Google Shape;208;p22"/>
          <p:cNvSpPr txBox="1"/>
          <p:nvPr>
            <p:ph type="ctrTitle"/>
          </p:nvPr>
        </p:nvSpPr>
        <p:spPr>
          <a:xfrm>
            <a:off x="545450" y="368250"/>
            <a:ext cx="8053200" cy="8319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209" name="Google Shape;209;p22"/>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10" name="Google Shape;210;p22"/>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211" name="Google Shape;211;p22"/>
          <p:cNvSpPr txBox="1"/>
          <p:nvPr>
            <p:ph idx="3"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212" name="Google Shape;212;p22"/>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213" name="Google Shape;213;p22"/>
          <p:cNvCxnSpPr/>
          <p:nvPr/>
        </p:nvCxnSpPr>
        <p:spPr>
          <a:xfrm flipH="1" rot="10800000">
            <a:off x="545450" y="1200017"/>
            <a:ext cx="8053200" cy="6900"/>
          </a:xfrm>
          <a:prstGeom prst="straightConnector1">
            <a:avLst/>
          </a:prstGeom>
          <a:noFill/>
          <a:ln cap="flat" cmpd="sng" w="9525">
            <a:solidFill>
              <a:srgbClr val="131313"/>
            </a:solidFill>
            <a:prstDash val="solid"/>
            <a:round/>
            <a:headEnd len="med" w="med" type="none"/>
            <a:tailEnd len="med" w="med" type="none"/>
          </a:ln>
        </p:spPr>
      </p:cxnSp>
      <p:pic>
        <p:nvPicPr>
          <p:cNvPr id="214" name="Google Shape;214;p22"/>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1">
  <p:cSld name="BLANK_1_1_1_1_3_3">
    <p:bg>
      <p:bgPr>
        <a:solidFill>
          <a:srgbClr val="FFFFFF"/>
        </a:solidFill>
      </p:bgPr>
    </p:bg>
    <p:spTree>
      <p:nvGrpSpPr>
        <p:cNvPr id="215" name="Shape 215"/>
        <p:cNvGrpSpPr/>
        <p:nvPr/>
      </p:nvGrpSpPr>
      <p:grpSpPr>
        <a:xfrm>
          <a:off x="0" y="0"/>
          <a:ext cx="0" cy="0"/>
          <a:chOff x="0" y="0"/>
          <a:chExt cx="0" cy="0"/>
        </a:xfrm>
      </p:grpSpPr>
      <p:sp>
        <p:nvSpPr>
          <p:cNvPr id="216" name="Google Shape;216;p23"/>
          <p:cNvSpPr txBox="1"/>
          <p:nvPr>
            <p:ph idx="1" type="body"/>
          </p:nvPr>
        </p:nvSpPr>
        <p:spPr>
          <a:xfrm>
            <a:off x="545450" y="1218750"/>
            <a:ext cx="39099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17" name="Google Shape;217;p23"/>
          <p:cNvSpPr txBox="1"/>
          <p:nvPr>
            <p:ph idx="2" type="body"/>
          </p:nvPr>
        </p:nvSpPr>
        <p:spPr>
          <a:xfrm>
            <a:off x="4688725" y="1218750"/>
            <a:ext cx="39099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18" name="Google Shape;218;p23"/>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219" name="Google Shape;219;p23"/>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20" name="Google Shape;220;p23"/>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21" name="Google Shape;221;p23"/>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222" name="Google Shape;222;p23"/>
          <p:cNvSpPr txBox="1"/>
          <p:nvPr>
            <p:ph idx="3"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223" name="Google Shape;223;p23"/>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224" name="Google Shape;224;p23"/>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2">
  <p:cSld name="BLANK_1_1_1_1_3_2">
    <p:bg>
      <p:bgPr>
        <a:solidFill>
          <a:srgbClr val="FFFFFF"/>
        </a:solidFill>
      </p:bgPr>
    </p:bg>
    <p:spTree>
      <p:nvGrpSpPr>
        <p:cNvPr id="225" name="Shape 225"/>
        <p:cNvGrpSpPr/>
        <p:nvPr/>
      </p:nvGrpSpPr>
      <p:grpSpPr>
        <a:xfrm>
          <a:off x="0" y="0"/>
          <a:ext cx="0" cy="0"/>
          <a:chOff x="0" y="0"/>
          <a:chExt cx="0" cy="0"/>
        </a:xfrm>
      </p:grpSpPr>
      <p:sp>
        <p:nvSpPr>
          <p:cNvPr id="226" name="Google Shape;226;p24"/>
          <p:cNvSpPr txBox="1"/>
          <p:nvPr>
            <p:ph idx="1" type="body"/>
          </p:nvPr>
        </p:nvSpPr>
        <p:spPr>
          <a:xfrm>
            <a:off x="545450" y="1218750"/>
            <a:ext cx="2537100" cy="31242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27" name="Google Shape;227;p24"/>
          <p:cNvSpPr txBox="1"/>
          <p:nvPr>
            <p:ph idx="2" type="body"/>
          </p:nvPr>
        </p:nvSpPr>
        <p:spPr>
          <a:xfrm>
            <a:off x="3303418" y="1218750"/>
            <a:ext cx="2537100" cy="31242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28" name="Google Shape;228;p24"/>
          <p:cNvSpPr txBox="1"/>
          <p:nvPr>
            <p:ph idx="3" type="body"/>
          </p:nvPr>
        </p:nvSpPr>
        <p:spPr>
          <a:xfrm>
            <a:off x="6061399" y="1218750"/>
            <a:ext cx="2537100" cy="31242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29" name="Google Shape;229;p24"/>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230" name="Google Shape;230;p24"/>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31" name="Google Shape;231;p24"/>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32" name="Google Shape;232;p24"/>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233" name="Google Shape;233;p24"/>
          <p:cNvSpPr txBox="1"/>
          <p:nvPr>
            <p:ph idx="4"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234" name="Google Shape;234;p24"/>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235" name="Google Shape;235;p24"/>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2 - 2">
  <p:cSld name="BLANK_1_1_1_1_3_2_1">
    <p:bg>
      <p:bgPr>
        <a:solidFill>
          <a:srgbClr val="FFFFFF"/>
        </a:solidFill>
      </p:bgPr>
    </p:bg>
    <p:spTree>
      <p:nvGrpSpPr>
        <p:cNvPr id="236" name="Shape 236"/>
        <p:cNvGrpSpPr/>
        <p:nvPr/>
      </p:nvGrpSpPr>
      <p:grpSpPr>
        <a:xfrm>
          <a:off x="0" y="0"/>
          <a:ext cx="0" cy="0"/>
          <a:chOff x="0" y="0"/>
          <a:chExt cx="0" cy="0"/>
        </a:xfrm>
      </p:grpSpPr>
      <p:sp>
        <p:nvSpPr>
          <p:cNvPr id="237" name="Google Shape;237;p25"/>
          <p:cNvSpPr txBox="1"/>
          <p:nvPr>
            <p:ph idx="1" type="body"/>
          </p:nvPr>
        </p:nvSpPr>
        <p:spPr>
          <a:xfrm>
            <a:off x="545450" y="1569025"/>
            <a:ext cx="2537100" cy="27738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38" name="Google Shape;238;p25"/>
          <p:cNvSpPr txBox="1"/>
          <p:nvPr>
            <p:ph idx="2" type="body"/>
          </p:nvPr>
        </p:nvSpPr>
        <p:spPr>
          <a:xfrm>
            <a:off x="3303419" y="1569025"/>
            <a:ext cx="2537100" cy="27738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39" name="Google Shape;239;p25"/>
          <p:cNvSpPr txBox="1"/>
          <p:nvPr>
            <p:ph idx="3" type="body"/>
          </p:nvPr>
        </p:nvSpPr>
        <p:spPr>
          <a:xfrm>
            <a:off x="6061400" y="1569025"/>
            <a:ext cx="2537100" cy="27738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40" name="Google Shape;240;p25"/>
          <p:cNvSpPr txBox="1"/>
          <p:nvPr>
            <p:ph type="ctrTitle"/>
          </p:nvPr>
        </p:nvSpPr>
        <p:spPr>
          <a:xfrm>
            <a:off x="545450" y="368250"/>
            <a:ext cx="8053200" cy="8388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241" name="Google Shape;241;p25"/>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42" name="Google Shape;242;p25"/>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243" name="Google Shape;243;p25"/>
          <p:cNvSpPr txBox="1"/>
          <p:nvPr>
            <p:ph idx="4"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244" name="Google Shape;244;p25"/>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245" name="Google Shape;245;p25"/>
          <p:cNvCxnSpPr/>
          <p:nvPr/>
        </p:nvCxnSpPr>
        <p:spPr>
          <a:xfrm flipH="1" rot="10800000">
            <a:off x="545450" y="1200017"/>
            <a:ext cx="8053200" cy="6900"/>
          </a:xfrm>
          <a:prstGeom prst="straightConnector1">
            <a:avLst/>
          </a:prstGeom>
          <a:noFill/>
          <a:ln cap="flat" cmpd="sng" w="9525">
            <a:solidFill>
              <a:srgbClr val="131313"/>
            </a:solidFill>
            <a:prstDash val="solid"/>
            <a:round/>
            <a:headEnd len="med" w="med" type="none"/>
            <a:tailEnd len="med" w="med" type="none"/>
          </a:ln>
        </p:spPr>
      </p:cxnSp>
      <p:pic>
        <p:nvPicPr>
          <p:cNvPr id="246" name="Google Shape;246;p25"/>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01 - black">
  <p:cSld name="BLANK_1_1_1_1_3_2_1_1">
    <p:bg>
      <p:bgPr>
        <a:solidFill>
          <a:srgbClr val="131313"/>
        </a:solidFill>
      </p:bgPr>
    </p:bg>
    <p:spTree>
      <p:nvGrpSpPr>
        <p:cNvPr id="247" name="Shape 247"/>
        <p:cNvGrpSpPr/>
        <p:nvPr/>
      </p:nvGrpSpPr>
      <p:grpSpPr>
        <a:xfrm>
          <a:off x="0" y="0"/>
          <a:ext cx="0" cy="0"/>
          <a:chOff x="0" y="0"/>
          <a:chExt cx="0" cy="0"/>
        </a:xfrm>
      </p:grpSpPr>
      <p:cxnSp>
        <p:nvCxnSpPr>
          <p:cNvPr id="248" name="Google Shape;248;p26"/>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249" name="Google Shape;249;p26"/>
          <p:cNvSpPr/>
          <p:nvPr/>
        </p:nvSpPr>
        <p:spPr>
          <a:xfrm>
            <a:off x="4688600" y="587850"/>
            <a:ext cx="3909900" cy="37407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6"/>
          <p:cNvSpPr txBox="1"/>
          <p:nvPr>
            <p:ph type="title"/>
          </p:nvPr>
        </p:nvSpPr>
        <p:spPr>
          <a:xfrm>
            <a:off x="550850" y="588000"/>
            <a:ext cx="3909900" cy="32358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251" name="Google Shape;251;p26"/>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252" name="Google Shape;252;p26"/>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253" name="Google Shape;253;p2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54" name="Google Shape;254;p26"/>
          <p:cNvSpPr txBox="1"/>
          <p:nvPr>
            <p:ph idx="2" type="body"/>
          </p:nvPr>
        </p:nvSpPr>
        <p:spPr>
          <a:xfrm>
            <a:off x="537875" y="4037350"/>
            <a:ext cx="3909900" cy="291300"/>
          </a:xfrm>
          <a:prstGeom prst="rect">
            <a:avLst/>
          </a:prstGeom>
        </p:spPr>
        <p:txBody>
          <a:bodyPr anchorCtr="0" anchor="t" bIns="0" lIns="0" spcFirstLastPara="1" rIns="0" wrap="square" tIns="0">
            <a:noAutofit/>
          </a:bodyPr>
          <a:lstStyle>
            <a:lvl1pPr indent="-279400" lvl="0" marL="457200">
              <a:lnSpc>
                <a:spcPct val="100000"/>
              </a:lnSpc>
              <a:spcBef>
                <a:spcPts val="0"/>
              </a:spcBef>
              <a:spcAft>
                <a:spcPts val="0"/>
              </a:spcAft>
              <a:buClr>
                <a:srgbClr val="FFFFFF"/>
              </a:buClr>
              <a:buSzPts val="800"/>
              <a:buChar char="●"/>
              <a:defRPr sz="800">
                <a:solidFill>
                  <a:srgbClr val="FFFFFF"/>
                </a:solidFill>
              </a:defRPr>
            </a:lvl1pPr>
            <a:lvl2pPr indent="-279400" lvl="1" marL="914400">
              <a:lnSpc>
                <a:spcPct val="100000"/>
              </a:lnSpc>
              <a:spcBef>
                <a:spcPts val="0"/>
              </a:spcBef>
              <a:spcAft>
                <a:spcPts val="0"/>
              </a:spcAft>
              <a:buClr>
                <a:srgbClr val="FFFFFF"/>
              </a:buClr>
              <a:buSzPts val="800"/>
              <a:buChar char="○"/>
              <a:defRPr sz="800">
                <a:solidFill>
                  <a:srgbClr val="FFFFFF"/>
                </a:solidFill>
              </a:defRPr>
            </a:lvl2pPr>
            <a:lvl3pPr indent="-279400" lvl="2" marL="1371600">
              <a:lnSpc>
                <a:spcPct val="100000"/>
              </a:lnSpc>
              <a:spcBef>
                <a:spcPts val="0"/>
              </a:spcBef>
              <a:spcAft>
                <a:spcPts val="0"/>
              </a:spcAft>
              <a:buClr>
                <a:srgbClr val="FFFFFF"/>
              </a:buClr>
              <a:buSzPts val="800"/>
              <a:buChar char="■"/>
              <a:defRPr sz="800">
                <a:solidFill>
                  <a:srgbClr val="FFFFFF"/>
                </a:solidFill>
              </a:defRPr>
            </a:lvl3pPr>
            <a:lvl4pPr indent="-279400" lvl="3" marL="1828800">
              <a:lnSpc>
                <a:spcPct val="100000"/>
              </a:lnSpc>
              <a:spcBef>
                <a:spcPts val="0"/>
              </a:spcBef>
              <a:spcAft>
                <a:spcPts val="0"/>
              </a:spcAft>
              <a:buClr>
                <a:srgbClr val="FFFFFF"/>
              </a:buClr>
              <a:buSzPts val="800"/>
              <a:buChar char="●"/>
              <a:defRPr sz="800">
                <a:solidFill>
                  <a:srgbClr val="FFFFFF"/>
                </a:solidFill>
              </a:defRPr>
            </a:lvl4pPr>
            <a:lvl5pPr indent="-279400" lvl="4" marL="2286000">
              <a:lnSpc>
                <a:spcPct val="100000"/>
              </a:lnSpc>
              <a:spcBef>
                <a:spcPts val="0"/>
              </a:spcBef>
              <a:spcAft>
                <a:spcPts val="0"/>
              </a:spcAft>
              <a:buClr>
                <a:srgbClr val="FFFFFF"/>
              </a:buClr>
              <a:buSzPts val="800"/>
              <a:buChar char="○"/>
              <a:defRPr sz="800">
                <a:solidFill>
                  <a:srgbClr val="FFFFFF"/>
                </a:solidFill>
              </a:defRPr>
            </a:lvl5pPr>
            <a:lvl6pPr indent="-279400" lvl="5" marL="2743200">
              <a:lnSpc>
                <a:spcPct val="100000"/>
              </a:lnSpc>
              <a:spcBef>
                <a:spcPts val="0"/>
              </a:spcBef>
              <a:spcAft>
                <a:spcPts val="0"/>
              </a:spcAft>
              <a:buClr>
                <a:srgbClr val="FFFFFF"/>
              </a:buClr>
              <a:buSzPts val="800"/>
              <a:buChar char="■"/>
              <a:defRPr sz="800">
                <a:solidFill>
                  <a:srgbClr val="FFFFFF"/>
                </a:solidFill>
              </a:defRPr>
            </a:lvl6pPr>
            <a:lvl7pPr indent="-279400" lvl="6" marL="3200400">
              <a:lnSpc>
                <a:spcPct val="100000"/>
              </a:lnSpc>
              <a:spcBef>
                <a:spcPts val="0"/>
              </a:spcBef>
              <a:spcAft>
                <a:spcPts val="0"/>
              </a:spcAft>
              <a:buClr>
                <a:srgbClr val="FFFFFF"/>
              </a:buClr>
              <a:buSzPts val="800"/>
              <a:buChar char="●"/>
              <a:defRPr sz="800">
                <a:solidFill>
                  <a:srgbClr val="FFFFFF"/>
                </a:solidFill>
              </a:defRPr>
            </a:lvl7pPr>
            <a:lvl8pPr indent="-279400" lvl="7" marL="3657600">
              <a:lnSpc>
                <a:spcPct val="100000"/>
              </a:lnSpc>
              <a:spcBef>
                <a:spcPts val="0"/>
              </a:spcBef>
              <a:spcAft>
                <a:spcPts val="0"/>
              </a:spcAft>
              <a:buClr>
                <a:srgbClr val="FFFFFF"/>
              </a:buClr>
              <a:buSzPts val="800"/>
              <a:buChar char="○"/>
              <a:defRPr sz="800">
                <a:solidFill>
                  <a:srgbClr val="FFFFFF"/>
                </a:solidFill>
              </a:defRPr>
            </a:lvl8pPr>
            <a:lvl9pPr indent="-279400" lvl="8" marL="4114800">
              <a:lnSpc>
                <a:spcPct val="100000"/>
              </a:lnSpc>
              <a:spcBef>
                <a:spcPts val="0"/>
              </a:spcBef>
              <a:spcAft>
                <a:spcPts val="0"/>
              </a:spcAft>
              <a:buClr>
                <a:srgbClr val="FFFFFF"/>
              </a:buClr>
              <a:buSzPts val="800"/>
              <a:buChar char="■"/>
              <a:defRPr sz="800">
                <a:solidFill>
                  <a:srgbClr val="FFFFFF"/>
                </a:solidFill>
              </a:defRPr>
            </a:lvl9pPr>
          </a:lstStyle>
          <a:p/>
        </p:txBody>
      </p:sp>
      <p:pic>
        <p:nvPicPr>
          <p:cNvPr id="255" name="Google Shape;255;p26"/>
          <p:cNvPicPr preferRelativeResize="0"/>
          <p:nvPr/>
        </p:nvPicPr>
        <p:blipFill>
          <a:blip r:embed="rId2">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01">
  <p:cSld name="BLANK_1_1_1_1_3_2_1_1_4">
    <p:bg>
      <p:bgPr>
        <a:solidFill>
          <a:schemeClr val="lt1"/>
        </a:solidFill>
      </p:bgPr>
    </p:bg>
    <p:spTree>
      <p:nvGrpSpPr>
        <p:cNvPr id="256" name="Shape 256"/>
        <p:cNvGrpSpPr/>
        <p:nvPr/>
      </p:nvGrpSpPr>
      <p:grpSpPr>
        <a:xfrm>
          <a:off x="0" y="0"/>
          <a:ext cx="0" cy="0"/>
          <a:chOff x="0" y="0"/>
          <a:chExt cx="0" cy="0"/>
        </a:xfrm>
      </p:grpSpPr>
      <p:sp>
        <p:nvSpPr>
          <p:cNvPr id="257" name="Google Shape;257;p27"/>
          <p:cNvSpPr/>
          <p:nvPr/>
        </p:nvSpPr>
        <p:spPr>
          <a:xfrm>
            <a:off x="4688600" y="587850"/>
            <a:ext cx="3909900" cy="37407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7"/>
          <p:cNvSpPr txBox="1"/>
          <p:nvPr>
            <p:ph type="title"/>
          </p:nvPr>
        </p:nvSpPr>
        <p:spPr>
          <a:xfrm>
            <a:off x="550850" y="588000"/>
            <a:ext cx="3909900" cy="32358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chemeClr val="dk1"/>
              </a:buClr>
              <a:buSzPts val="3400"/>
              <a:buNone/>
              <a:defRPr sz="3400">
                <a:solidFill>
                  <a:schemeClr val="dk1"/>
                </a:solidFill>
              </a:defRPr>
            </a:lvl1pPr>
            <a:lvl2pPr lvl="1" rtl="0">
              <a:spcBef>
                <a:spcPts val="0"/>
              </a:spcBef>
              <a:spcAft>
                <a:spcPts val="0"/>
              </a:spcAft>
              <a:buClr>
                <a:schemeClr val="dk1"/>
              </a:buClr>
              <a:buSzPts val="2800"/>
              <a:buNone/>
              <a:defRPr>
                <a:solidFill>
                  <a:schemeClr val="dk1"/>
                </a:solidFill>
              </a:defRPr>
            </a:lvl2pPr>
            <a:lvl3pPr lvl="2" rtl="0">
              <a:spcBef>
                <a:spcPts val="0"/>
              </a:spcBef>
              <a:spcAft>
                <a:spcPts val="0"/>
              </a:spcAft>
              <a:buClr>
                <a:schemeClr val="dk1"/>
              </a:buClr>
              <a:buSzPts val="2800"/>
              <a:buNone/>
              <a:defRPr>
                <a:solidFill>
                  <a:schemeClr val="dk1"/>
                </a:solidFill>
              </a:defRPr>
            </a:lvl3pPr>
            <a:lvl4pPr lvl="3" rtl="0">
              <a:spcBef>
                <a:spcPts val="0"/>
              </a:spcBef>
              <a:spcAft>
                <a:spcPts val="0"/>
              </a:spcAft>
              <a:buClr>
                <a:schemeClr val="dk1"/>
              </a:buClr>
              <a:buSzPts val="2800"/>
              <a:buNone/>
              <a:defRPr>
                <a:solidFill>
                  <a:schemeClr val="dk1"/>
                </a:solidFill>
              </a:defRPr>
            </a:lvl4pPr>
            <a:lvl5pPr lvl="4" rtl="0">
              <a:spcBef>
                <a:spcPts val="0"/>
              </a:spcBef>
              <a:spcAft>
                <a:spcPts val="0"/>
              </a:spcAft>
              <a:buClr>
                <a:schemeClr val="dk1"/>
              </a:buClr>
              <a:buSzPts val="2800"/>
              <a:buNone/>
              <a:defRPr>
                <a:solidFill>
                  <a:schemeClr val="dk1"/>
                </a:solidFill>
              </a:defRPr>
            </a:lvl5pPr>
            <a:lvl6pPr lvl="5" rtl="0">
              <a:spcBef>
                <a:spcPts val="0"/>
              </a:spcBef>
              <a:spcAft>
                <a:spcPts val="0"/>
              </a:spcAft>
              <a:buClr>
                <a:schemeClr val="dk1"/>
              </a:buClr>
              <a:buSzPts val="2800"/>
              <a:buNone/>
              <a:defRPr>
                <a:solidFill>
                  <a:schemeClr val="dk1"/>
                </a:solidFill>
              </a:defRPr>
            </a:lvl6pPr>
            <a:lvl7pPr lvl="6" rtl="0">
              <a:spcBef>
                <a:spcPts val="0"/>
              </a:spcBef>
              <a:spcAft>
                <a:spcPts val="0"/>
              </a:spcAft>
              <a:buClr>
                <a:schemeClr val="dk1"/>
              </a:buClr>
              <a:buSzPts val="2800"/>
              <a:buNone/>
              <a:defRPr>
                <a:solidFill>
                  <a:schemeClr val="dk1"/>
                </a:solidFill>
              </a:defRPr>
            </a:lvl7pPr>
            <a:lvl8pPr lvl="7" rtl="0">
              <a:spcBef>
                <a:spcPts val="0"/>
              </a:spcBef>
              <a:spcAft>
                <a:spcPts val="0"/>
              </a:spcAft>
              <a:buClr>
                <a:schemeClr val="dk1"/>
              </a:buClr>
              <a:buSzPts val="2800"/>
              <a:buNone/>
              <a:defRPr>
                <a:solidFill>
                  <a:schemeClr val="dk1"/>
                </a:solidFill>
              </a:defRPr>
            </a:lvl8pPr>
            <a:lvl9pPr lvl="8" rtl="0">
              <a:spcBef>
                <a:spcPts val="0"/>
              </a:spcBef>
              <a:spcAft>
                <a:spcPts val="0"/>
              </a:spcAft>
              <a:buClr>
                <a:schemeClr val="dk1"/>
              </a:buClr>
              <a:buSzPts val="2800"/>
              <a:buNone/>
              <a:defRPr>
                <a:solidFill>
                  <a:schemeClr val="dk1"/>
                </a:solidFill>
              </a:defRPr>
            </a:lvl9pPr>
          </a:lstStyle>
          <a:p/>
        </p:txBody>
      </p:sp>
      <p:sp>
        <p:nvSpPr>
          <p:cNvPr id="259" name="Google Shape;259;p27"/>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b="1" sz="6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sp>
        <p:nvSpPr>
          <p:cNvPr id="260" name="Google Shape;260;p27"/>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61" name="Google Shape;261;p27"/>
          <p:cNvSpPr txBox="1"/>
          <p:nvPr>
            <p:ph idx="2" type="body"/>
          </p:nvPr>
        </p:nvSpPr>
        <p:spPr>
          <a:xfrm>
            <a:off x="537875" y="4037350"/>
            <a:ext cx="3909900" cy="2913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chemeClr val="dk1"/>
              </a:buClr>
              <a:buSzPts val="800"/>
              <a:buChar char="●"/>
              <a:defRPr sz="800">
                <a:solidFill>
                  <a:schemeClr val="dk1"/>
                </a:solidFill>
              </a:defRPr>
            </a:lvl1pPr>
            <a:lvl2pPr indent="-279400" lvl="1" marL="914400" rtl="0">
              <a:lnSpc>
                <a:spcPct val="100000"/>
              </a:lnSpc>
              <a:spcBef>
                <a:spcPts val="0"/>
              </a:spcBef>
              <a:spcAft>
                <a:spcPts val="0"/>
              </a:spcAft>
              <a:buClr>
                <a:schemeClr val="dk1"/>
              </a:buClr>
              <a:buSzPts val="800"/>
              <a:buChar char="○"/>
              <a:defRPr sz="800">
                <a:solidFill>
                  <a:schemeClr val="dk1"/>
                </a:solidFill>
              </a:defRPr>
            </a:lvl2pPr>
            <a:lvl3pPr indent="-279400" lvl="2" marL="1371600" rtl="0">
              <a:lnSpc>
                <a:spcPct val="100000"/>
              </a:lnSpc>
              <a:spcBef>
                <a:spcPts val="0"/>
              </a:spcBef>
              <a:spcAft>
                <a:spcPts val="0"/>
              </a:spcAft>
              <a:buClr>
                <a:schemeClr val="dk1"/>
              </a:buClr>
              <a:buSzPts val="800"/>
              <a:buChar char="■"/>
              <a:defRPr sz="800">
                <a:solidFill>
                  <a:schemeClr val="dk1"/>
                </a:solidFill>
              </a:defRPr>
            </a:lvl3pPr>
            <a:lvl4pPr indent="-279400" lvl="3" marL="1828800" rtl="0">
              <a:lnSpc>
                <a:spcPct val="100000"/>
              </a:lnSpc>
              <a:spcBef>
                <a:spcPts val="0"/>
              </a:spcBef>
              <a:spcAft>
                <a:spcPts val="0"/>
              </a:spcAft>
              <a:buClr>
                <a:schemeClr val="dk1"/>
              </a:buClr>
              <a:buSzPts val="800"/>
              <a:buChar char="●"/>
              <a:defRPr sz="800">
                <a:solidFill>
                  <a:schemeClr val="dk1"/>
                </a:solidFill>
              </a:defRPr>
            </a:lvl4pPr>
            <a:lvl5pPr indent="-279400" lvl="4" marL="2286000" rtl="0">
              <a:lnSpc>
                <a:spcPct val="100000"/>
              </a:lnSpc>
              <a:spcBef>
                <a:spcPts val="0"/>
              </a:spcBef>
              <a:spcAft>
                <a:spcPts val="0"/>
              </a:spcAft>
              <a:buClr>
                <a:schemeClr val="dk1"/>
              </a:buClr>
              <a:buSzPts val="800"/>
              <a:buChar char="○"/>
              <a:defRPr sz="800">
                <a:solidFill>
                  <a:schemeClr val="dk1"/>
                </a:solidFill>
              </a:defRPr>
            </a:lvl5pPr>
            <a:lvl6pPr indent="-279400" lvl="5" marL="2743200" rtl="0">
              <a:lnSpc>
                <a:spcPct val="100000"/>
              </a:lnSpc>
              <a:spcBef>
                <a:spcPts val="0"/>
              </a:spcBef>
              <a:spcAft>
                <a:spcPts val="0"/>
              </a:spcAft>
              <a:buClr>
                <a:schemeClr val="dk1"/>
              </a:buClr>
              <a:buSzPts val="800"/>
              <a:buChar char="■"/>
              <a:defRPr sz="800">
                <a:solidFill>
                  <a:schemeClr val="dk1"/>
                </a:solidFill>
              </a:defRPr>
            </a:lvl6pPr>
            <a:lvl7pPr indent="-279400" lvl="6" marL="3200400" rtl="0">
              <a:lnSpc>
                <a:spcPct val="100000"/>
              </a:lnSpc>
              <a:spcBef>
                <a:spcPts val="0"/>
              </a:spcBef>
              <a:spcAft>
                <a:spcPts val="0"/>
              </a:spcAft>
              <a:buClr>
                <a:schemeClr val="dk1"/>
              </a:buClr>
              <a:buSzPts val="800"/>
              <a:buChar char="●"/>
              <a:defRPr sz="800">
                <a:solidFill>
                  <a:schemeClr val="dk1"/>
                </a:solidFill>
              </a:defRPr>
            </a:lvl7pPr>
            <a:lvl8pPr indent="-279400" lvl="7" marL="3657600" rtl="0">
              <a:lnSpc>
                <a:spcPct val="100000"/>
              </a:lnSpc>
              <a:spcBef>
                <a:spcPts val="0"/>
              </a:spcBef>
              <a:spcAft>
                <a:spcPts val="0"/>
              </a:spcAft>
              <a:buClr>
                <a:schemeClr val="dk1"/>
              </a:buClr>
              <a:buSzPts val="800"/>
              <a:buChar char="○"/>
              <a:defRPr sz="800">
                <a:solidFill>
                  <a:schemeClr val="dk1"/>
                </a:solidFill>
              </a:defRPr>
            </a:lvl8pPr>
            <a:lvl9pPr indent="-279400" lvl="8" marL="4114800" rtl="0">
              <a:lnSpc>
                <a:spcPct val="100000"/>
              </a:lnSpc>
              <a:spcBef>
                <a:spcPts val="0"/>
              </a:spcBef>
              <a:spcAft>
                <a:spcPts val="0"/>
              </a:spcAft>
              <a:buClr>
                <a:schemeClr val="dk1"/>
              </a:buClr>
              <a:buSzPts val="800"/>
              <a:buChar char="■"/>
              <a:defRPr sz="800">
                <a:solidFill>
                  <a:schemeClr val="dk1"/>
                </a:solidFill>
              </a:defRPr>
            </a:lvl9pPr>
          </a:lstStyle>
          <a:p/>
        </p:txBody>
      </p:sp>
      <p:cxnSp>
        <p:nvCxnSpPr>
          <p:cNvPr id="262" name="Google Shape;262;p27"/>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63" name="Google Shape;263;p27"/>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264" name="Google Shape;264;p27"/>
          <p:cNvSpPr txBox="1"/>
          <p:nvPr>
            <p:ph idx="3"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265" name="Google Shape;265;p27"/>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 - 01">
  <p:cSld name="BLANK_1_1_1_1_3_2_1_1_3">
    <p:bg>
      <p:bgPr>
        <a:solidFill>
          <a:srgbClr val="131313"/>
        </a:solidFill>
      </p:bgPr>
    </p:bg>
    <p:spTree>
      <p:nvGrpSpPr>
        <p:cNvPr id="266" name="Shape 266"/>
        <p:cNvGrpSpPr/>
        <p:nvPr/>
      </p:nvGrpSpPr>
      <p:grpSpPr>
        <a:xfrm>
          <a:off x="0" y="0"/>
          <a:ext cx="0" cy="0"/>
          <a:chOff x="0" y="0"/>
          <a:chExt cx="0" cy="0"/>
        </a:xfrm>
      </p:grpSpPr>
      <p:pic>
        <p:nvPicPr>
          <p:cNvPr id="267" name="Google Shape;267;p28"/>
          <p:cNvPicPr preferRelativeResize="0"/>
          <p:nvPr/>
        </p:nvPicPr>
        <p:blipFill>
          <a:blip r:embed="rId2">
            <a:alphaModFix amt="69000"/>
          </a:blip>
          <a:stretch>
            <a:fillRect/>
          </a:stretch>
        </p:blipFill>
        <p:spPr>
          <a:xfrm>
            <a:off x="50" y="0"/>
            <a:ext cx="9144000" cy="5143500"/>
          </a:xfrm>
          <a:prstGeom prst="rect">
            <a:avLst/>
          </a:prstGeom>
          <a:noFill/>
          <a:ln>
            <a:noFill/>
          </a:ln>
        </p:spPr>
      </p:pic>
      <p:cxnSp>
        <p:nvCxnSpPr>
          <p:cNvPr id="268" name="Google Shape;268;p28"/>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269" name="Google Shape;269;p28"/>
          <p:cNvSpPr txBox="1"/>
          <p:nvPr>
            <p:ph type="title"/>
          </p:nvPr>
        </p:nvSpPr>
        <p:spPr>
          <a:xfrm>
            <a:off x="550850" y="588000"/>
            <a:ext cx="3909900" cy="32358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270" name="Google Shape;270;p28"/>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271" name="Google Shape;271;p28"/>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272" name="Google Shape;272;p28"/>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73" name="Google Shape;273;p28"/>
          <p:cNvSpPr txBox="1"/>
          <p:nvPr>
            <p:ph idx="2" type="body"/>
          </p:nvPr>
        </p:nvSpPr>
        <p:spPr>
          <a:xfrm>
            <a:off x="537875" y="4037350"/>
            <a:ext cx="3909900" cy="2913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pic>
        <p:nvPicPr>
          <p:cNvPr id="274" name="Google Shape;274;p28"/>
          <p:cNvPicPr preferRelativeResize="0"/>
          <p:nvPr/>
        </p:nvPicPr>
        <p:blipFill>
          <a:blip r:embed="rId3">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 - 01 - 2">
  <p:cSld name="BLANK_1_1_1_1_3_2_1_1_3_1">
    <p:bg>
      <p:bgPr>
        <a:solidFill>
          <a:srgbClr val="131313"/>
        </a:solidFill>
      </p:bgPr>
    </p:bg>
    <p:spTree>
      <p:nvGrpSpPr>
        <p:cNvPr id="275" name="Shape 275"/>
        <p:cNvGrpSpPr/>
        <p:nvPr/>
      </p:nvGrpSpPr>
      <p:grpSpPr>
        <a:xfrm>
          <a:off x="0" y="0"/>
          <a:ext cx="0" cy="0"/>
          <a:chOff x="0" y="0"/>
          <a:chExt cx="0" cy="0"/>
        </a:xfrm>
      </p:grpSpPr>
      <p:pic>
        <p:nvPicPr>
          <p:cNvPr id="276" name="Google Shape;276;p29"/>
          <p:cNvPicPr preferRelativeResize="0"/>
          <p:nvPr/>
        </p:nvPicPr>
        <p:blipFill>
          <a:blip r:embed="rId2">
            <a:alphaModFix amt="70000"/>
          </a:blip>
          <a:stretch>
            <a:fillRect/>
          </a:stretch>
        </p:blipFill>
        <p:spPr>
          <a:xfrm>
            <a:off x="50" y="0"/>
            <a:ext cx="9144000" cy="5143500"/>
          </a:xfrm>
          <a:prstGeom prst="rect">
            <a:avLst/>
          </a:prstGeom>
          <a:noFill/>
          <a:ln>
            <a:noFill/>
          </a:ln>
        </p:spPr>
      </p:pic>
      <p:cxnSp>
        <p:nvCxnSpPr>
          <p:cNvPr id="277" name="Google Shape;277;p29"/>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278" name="Google Shape;278;p29"/>
          <p:cNvSpPr txBox="1"/>
          <p:nvPr>
            <p:ph type="title"/>
          </p:nvPr>
        </p:nvSpPr>
        <p:spPr>
          <a:xfrm>
            <a:off x="4688650" y="588000"/>
            <a:ext cx="3909900" cy="32358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279" name="Google Shape;279;p29"/>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280" name="Google Shape;280;p29"/>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281" name="Google Shape;281;p29"/>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82" name="Google Shape;282;p29"/>
          <p:cNvSpPr txBox="1"/>
          <p:nvPr>
            <p:ph idx="2" type="body"/>
          </p:nvPr>
        </p:nvSpPr>
        <p:spPr>
          <a:xfrm>
            <a:off x="4675675" y="4037350"/>
            <a:ext cx="3909900" cy="2913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pic>
        <p:nvPicPr>
          <p:cNvPr id="283" name="Google Shape;283;p29"/>
          <p:cNvPicPr preferRelativeResize="0"/>
          <p:nvPr/>
        </p:nvPicPr>
        <p:blipFill>
          <a:blip r:embed="rId3">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02">
  <p:cSld name="BLANK_1_1_1_1_3_2_1_1_1">
    <p:bg>
      <p:bgPr>
        <a:solidFill>
          <a:srgbClr val="131313"/>
        </a:solidFill>
      </p:bgPr>
    </p:bg>
    <p:spTree>
      <p:nvGrpSpPr>
        <p:cNvPr id="284" name="Shape 284"/>
        <p:cNvGrpSpPr/>
        <p:nvPr/>
      </p:nvGrpSpPr>
      <p:grpSpPr>
        <a:xfrm>
          <a:off x="0" y="0"/>
          <a:ext cx="0" cy="0"/>
          <a:chOff x="0" y="0"/>
          <a:chExt cx="0" cy="0"/>
        </a:xfrm>
      </p:grpSpPr>
      <p:cxnSp>
        <p:nvCxnSpPr>
          <p:cNvPr id="285" name="Google Shape;285;p30"/>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286" name="Google Shape;286;p30"/>
          <p:cNvSpPr/>
          <p:nvPr/>
        </p:nvSpPr>
        <p:spPr>
          <a:xfrm>
            <a:off x="545450" y="587850"/>
            <a:ext cx="3909900" cy="37407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0"/>
          <p:cNvSpPr txBox="1"/>
          <p:nvPr>
            <p:ph type="title"/>
          </p:nvPr>
        </p:nvSpPr>
        <p:spPr>
          <a:xfrm>
            <a:off x="4701700" y="588000"/>
            <a:ext cx="3909900" cy="32358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288" name="Google Shape;288;p30"/>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289" name="Google Shape;289;p30"/>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290" name="Google Shape;290;p30"/>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91" name="Google Shape;291;p30"/>
          <p:cNvSpPr txBox="1"/>
          <p:nvPr>
            <p:ph idx="2" type="body"/>
          </p:nvPr>
        </p:nvSpPr>
        <p:spPr>
          <a:xfrm>
            <a:off x="4688725" y="4037350"/>
            <a:ext cx="3909900" cy="2913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pic>
        <p:nvPicPr>
          <p:cNvPr id="292" name="Google Shape;292;p30"/>
          <p:cNvPicPr preferRelativeResize="0"/>
          <p:nvPr/>
        </p:nvPicPr>
        <p:blipFill>
          <a:blip r:embed="rId2">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3">
  <p:cSld name="BLANK_1_1_1_1_3_1">
    <p:bg>
      <p:bgPr>
        <a:solidFill>
          <a:srgbClr val="FFFFFF"/>
        </a:solidFill>
      </p:bgPr>
    </p:bg>
    <p:spTree>
      <p:nvGrpSpPr>
        <p:cNvPr id="293" name="Shape 293"/>
        <p:cNvGrpSpPr/>
        <p:nvPr/>
      </p:nvGrpSpPr>
      <p:grpSpPr>
        <a:xfrm>
          <a:off x="0" y="0"/>
          <a:ext cx="0" cy="0"/>
          <a:chOff x="0" y="0"/>
          <a:chExt cx="0" cy="0"/>
        </a:xfrm>
      </p:grpSpPr>
      <p:sp>
        <p:nvSpPr>
          <p:cNvPr id="294" name="Google Shape;294;p31"/>
          <p:cNvSpPr txBox="1"/>
          <p:nvPr>
            <p:ph idx="1" type="body"/>
          </p:nvPr>
        </p:nvSpPr>
        <p:spPr>
          <a:xfrm>
            <a:off x="545450" y="1218750"/>
            <a:ext cx="3909900" cy="31098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95" name="Google Shape;295;p31"/>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296" name="Google Shape;296;p31"/>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97" name="Google Shape;297;p31"/>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298" name="Google Shape;298;p31"/>
          <p:cNvSpPr/>
          <p:nvPr/>
        </p:nvSpPr>
        <p:spPr>
          <a:xfrm>
            <a:off x="4688600" y="1069350"/>
            <a:ext cx="3909900" cy="325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9" name="Google Shape;299;p31"/>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00" name="Google Shape;300;p31"/>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01" name="Google Shape;301;p3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302" name="Google Shape;302;p31"/>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3 - 2">
  <p:cSld name="BLANK_1_1_1_1_3_1_1">
    <p:bg>
      <p:bgPr>
        <a:solidFill>
          <a:srgbClr val="FFFFFF"/>
        </a:solidFill>
      </p:bgPr>
    </p:bg>
    <p:spTree>
      <p:nvGrpSpPr>
        <p:cNvPr id="303" name="Shape 303"/>
        <p:cNvGrpSpPr/>
        <p:nvPr/>
      </p:nvGrpSpPr>
      <p:grpSpPr>
        <a:xfrm>
          <a:off x="0" y="0"/>
          <a:ext cx="0" cy="0"/>
          <a:chOff x="0" y="0"/>
          <a:chExt cx="0" cy="0"/>
        </a:xfrm>
      </p:grpSpPr>
      <p:sp>
        <p:nvSpPr>
          <p:cNvPr id="304" name="Google Shape;304;p32"/>
          <p:cNvSpPr txBox="1"/>
          <p:nvPr>
            <p:ph idx="1" type="body"/>
          </p:nvPr>
        </p:nvSpPr>
        <p:spPr>
          <a:xfrm>
            <a:off x="545450" y="1569150"/>
            <a:ext cx="3909900" cy="2759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05" name="Google Shape;305;p32"/>
          <p:cNvSpPr txBox="1"/>
          <p:nvPr>
            <p:ph type="ctrTitle"/>
          </p:nvPr>
        </p:nvSpPr>
        <p:spPr>
          <a:xfrm>
            <a:off x="545450" y="368250"/>
            <a:ext cx="8053200" cy="8319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06" name="Google Shape;306;p32"/>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307" name="Google Shape;307;p32"/>
          <p:cNvSpPr/>
          <p:nvPr/>
        </p:nvSpPr>
        <p:spPr>
          <a:xfrm>
            <a:off x="4688600" y="1410338"/>
            <a:ext cx="3909900" cy="29181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8" name="Google Shape;308;p32"/>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09" name="Google Shape;309;p32"/>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10" name="Google Shape;310;p32"/>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311" name="Google Shape;311;p32"/>
          <p:cNvCxnSpPr/>
          <p:nvPr/>
        </p:nvCxnSpPr>
        <p:spPr>
          <a:xfrm flipH="1" rot="10800000">
            <a:off x="545450" y="1200017"/>
            <a:ext cx="8053200" cy="6900"/>
          </a:xfrm>
          <a:prstGeom prst="straightConnector1">
            <a:avLst/>
          </a:prstGeom>
          <a:noFill/>
          <a:ln cap="flat" cmpd="sng" w="9525">
            <a:solidFill>
              <a:srgbClr val="131313"/>
            </a:solidFill>
            <a:prstDash val="solid"/>
            <a:round/>
            <a:headEnd len="med" w="med" type="none"/>
            <a:tailEnd len="med" w="med" type="none"/>
          </a:ln>
        </p:spPr>
      </p:cxnSp>
      <p:pic>
        <p:nvPicPr>
          <p:cNvPr id="312" name="Google Shape;312;p32"/>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4">
  <p:cSld name="BLANK_1_1_1_1_2">
    <p:bg>
      <p:bgPr>
        <a:solidFill>
          <a:srgbClr val="FFFFFF"/>
        </a:solidFill>
      </p:bgPr>
    </p:bg>
    <p:spTree>
      <p:nvGrpSpPr>
        <p:cNvPr id="313" name="Shape 313"/>
        <p:cNvGrpSpPr/>
        <p:nvPr/>
      </p:nvGrpSpPr>
      <p:grpSpPr>
        <a:xfrm>
          <a:off x="0" y="0"/>
          <a:ext cx="0" cy="0"/>
          <a:chOff x="0" y="0"/>
          <a:chExt cx="0" cy="0"/>
        </a:xfrm>
      </p:grpSpPr>
      <p:sp>
        <p:nvSpPr>
          <p:cNvPr id="314" name="Google Shape;314;p33"/>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15" name="Google Shape;315;p33"/>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316" name="Google Shape;316;p33"/>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317" name="Google Shape;317;p33"/>
          <p:cNvSpPr/>
          <p:nvPr/>
        </p:nvSpPr>
        <p:spPr>
          <a:xfrm>
            <a:off x="3303500" y="1069350"/>
            <a:ext cx="5295000" cy="3259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8" name="Google Shape;318;p33"/>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19" name="Google Shape;319;p33"/>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20" name="Google Shape;320;p33"/>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21" name="Google Shape;321;p33"/>
          <p:cNvSpPr txBox="1"/>
          <p:nvPr>
            <p:ph idx="2" type="body"/>
          </p:nvPr>
        </p:nvSpPr>
        <p:spPr>
          <a:xfrm>
            <a:off x="545450" y="1217900"/>
            <a:ext cx="2537100" cy="28743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pic>
        <p:nvPicPr>
          <p:cNvPr id="322" name="Google Shape;322;p33"/>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4 - 2">
  <p:cSld name="BLANK_1_1_1_1_2_2">
    <p:bg>
      <p:bgPr>
        <a:solidFill>
          <a:srgbClr val="FFFFFF"/>
        </a:solidFill>
      </p:bgPr>
    </p:bg>
    <p:spTree>
      <p:nvGrpSpPr>
        <p:cNvPr id="323" name="Shape 323"/>
        <p:cNvGrpSpPr/>
        <p:nvPr/>
      </p:nvGrpSpPr>
      <p:grpSpPr>
        <a:xfrm>
          <a:off x="0" y="0"/>
          <a:ext cx="0" cy="0"/>
          <a:chOff x="0" y="0"/>
          <a:chExt cx="0" cy="0"/>
        </a:xfrm>
      </p:grpSpPr>
      <p:sp>
        <p:nvSpPr>
          <p:cNvPr id="324" name="Google Shape;324;p34"/>
          <p:cNvSpPr txBox="1"/>
          <p:nvPr>
            <p:ph type="ctrTitle"/>
          </p:nvPr>
        </p:nvSpPr>
        <p:spPr>
          <a:xfrm>
            <a:off x="545450" y="368250"/>
            <a:ext cx="8053200" cy="8319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25" name="Google Shape;325;p34"/>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326" name="Google Shape;326;p34"/>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27" name="Google Shape;327;p34"/>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28" name="Google Shape;328;p34"/>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329" name="Google Shape;329;p34"/>
          <p:cNvCxnSpPr/>
          <p:nvPr/>
        </p:nvCxnSpPr>
        <p:spPr>
          <a:xfrm flipH="1" rot="10800000">
            <a:off x="545450" y="1200017"/>
            <a:ext cx="8053200" cy="6900"/>
          </a:xfrm>
          <a:prstGeom prst="straightConnector1">
            <a:avLst/>
          </a:prstGeom>
          <a:noFill/>
          <a:ln cap="flat" cmpd="sng" w="9525">
            <a:solidFill>
              <a:srgbClr val="131313"/>
            </a:solidFill>
            <a:prstDash val="solid"/>
            <a:round/>
            <a:headEnd len="med" w="med" type="none"/>
            <a:tailEnd len="med" w="med" type="none"/>
          </a:ln>
        </p:spPr>
      </p:cxnSp>
      <p:sp>
        <p:nvSpPr>
          <p:cNvPr id="330" name="Google Shape;330;p34"/>
          <p:cNvSpPr txBox="1"/>
          <p:nvPr>
            <p:ph idx="2" type="body"/>
          </p:nvPr>
        </p:nvSpPr>
        <p:spPr>
          <a:xfrm>
            <a:off x="545450" y="1569150"/>
            <a:ext cx="2537100" cy="2759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31" name="Google Shape;331;p34"/>
          <p:cNvSpPr/>
          <p:nvPr/>
        </p:nvSpPr>
        <p:spPr>
          <a:xfrm>
            <a:off x="3303500" y="1410350"/>
            <a:ext cx="5295000" cy="29181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2" name="Google Shape;332;p34"/>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5">
  <p:cSld name="BLANK_1_1_1_1_2_1">
    <p:bg>
      <p:bgPr>
        <a:solidFill>
          <a:srgbClr val="FFFFFF"/>
        </a:solidFill>
      </p:bgPr>
    </p:bg>
    <p:spTree>
      <p:nvGrpSpPr>
        <p:cNvPr id="333" name="Shape 333"/>
        <p:cNvGrpSpPr/>
        <p:nvPr/>
      </p:nvGrpSpPr>
      <p:grpSpPr>
        <a:xfrm>
          <a:off x="0" y="0"/>
          <a:ext cx="0" cy="0"/>
          <a:chOff x="0" y="0"/>
          <a:chExt cx="0" cy="0"/>
        </a:xfrm>
      </p:grpSpPr>
      <p:sp>
        <p:nvSpPr>
          <p:cNvPr id="334" name="Google Shape;334;p35"/>
          <p:cNvSpPr txBox="1"/>
          <p:nvPr>
            <p:ph idx="1" type="body"/>
          </p:nvPr>
        </p:nvSpPr>
        <p:spPr>
          <a:xfrm>
            <a:off x="545450" y="1217900"/>
            <a:ext cx="2537100" cy="31110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35" name="Google Shape;335;p35"/>
          <p:cNvSpPr txBox="1"/>
          <p:nvPr>
            <p:ph idx="2" type="body"/>
          </p:nvPr>
        </p:nvSpPr>
        <p:spPr>
          <a:xfrm>
            <a:off x="3303425" y="1217900"/>
            <a:ext cx="2537100" cy="31110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36" name="Google Shape;336;p35"/>
          <p:cNvSpPr txBox="1"/>
          <p:nvPr>
            <p:ph type="ctrTitle"/>
          </p:nvPr>
        </p:nvSpPr>
        <p:spPr>
          <a:xfrm>
            <a:off x="545450" y="368250"/>
            <a:ext cx="52953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37" name="Google Shape;337;p35"/>
          <p:cNvCxnSpPr/>
          <p:nvPr/>
        </p:nvCxnSpPr>
        <p:spPr>
          <a:xfrm flipH="1" rot="10800000">
            <a:off x="545450" y="361350"/>
            <a:ext cx="5295300" cy="6900"/>
          </a:xfrm>
          <a:prstGeom prst="straightConnector1">
            <a:avLst/>
          </a:prstGeom>
          <a:noFill/>
          <a:ln cap="flat" cmpd="sng" w="9525">
            <a:solidFill>
              <a:srgbClr val="131313"/>
            </a:solidFill>
            <a:prstDash val="solid"/>
            <a:round/>
            <a:headEnd len="med" w="med" type="none"/>
            <a:tailEnd len="med" w="med" type="none"/>
          </a:ln>
        </p:spPr>
      </p:cxnSp>
      <p:cxnSp>
        <p:nvCxnSpPr>
          <p:cNvPr id="338" name="Google Shape;338;p35"/>
          <p:cNvCxnSpPr/>
          <p:nvPr/>
        </p:nvCxnSpPr>
        <p:spPr>
          <a:xfrm flipH="1" rot="10800000">
            <a:off x="545450" y="842850"/>
            <a:ext cx="5295300" cy="6900"/>
          </a:xfrm>
          <a:prstGeom prst="straightConnector1">
            <a:avLst/>
          </a:prstGeom>
          <a:noFill/>
          <a:ln cap="flat" cmpd="sng" w="9525">
            <a:solidFill>
              <a:srgbClr val="131313"/>
            </a:solidFill>
            <a:prstDash val="solid"/>
            <a:round/>
            <a:headEnd len="med" w="med" type="none"/>
            <a:tailEnd len="med" w="med" type="none"/>
          </a:ln>
        </p:spPr>
      </p:cxnSp>
      <p:sp>
        <p:nvSpPr>
          <p:cNvPr id="339" name="Google Shape;339;p35"/>
          <p:cNvSpPr/>
          <p:nvPr/>
        </p:nvSpPr>
        <p:spPr>
          <a:xfrm>
            <a:off x="6061400" y="361350"/>
            <a:ext cx="2537100" cy="3967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0" name="Google Shape;340;p35"/>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41" name="Google Shape;341;p35"/>
          <p:cNvSpPr txBox="1"/>
          <p:nvPr>
            <p:ph idx="3"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42" name="Google Shape;342;p35"/>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343" name="Google Shape;343;p35"/>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5 - 2">
  <p:cSld name="BLANK_1_1_1_1_2_1_2">
    <p:bg>
      <p:bgPr>
        <a:solidFill>
          <a:srgbClr val="FFFFFF"/>
        </a:solidFill>
      </p:bgPr>
    </p:bg>
    <p:spTree>
      <p:nvGrpSpPr>
        <p:cNvPr id="344" name="Shape 344"/>
        <p:cNvGrpSpPr/>
        <p:nvPr/>
      </p:nvGrpSpPr>
      <p:grpSpPr>
        <a:xfrm>
          <a:off x="0" y="0"/>
          <a:ext cx="0" cy="0"/>
          <a:chOff x="0" y="0"/>
          <a:chExt cx="0" cy="0"/>
        </a:xfrm>
      </p:grpSpPr>
      <p:sp>
        <p:nvSpPr>
          <p:cNvPr id="345" name="Google Shape;345;p36"/>
          <p:cNvSpPr txBox="1"/>
          <p:nvPr>
            <p:ph idx="1" type="body"/>
          </p:nvPr>
        </p:nvSpPr>
        <p:spPr>
          <a:xfrm>
            <a:off x="545450" y="1572768"/>
            <a:ext cx="2537100" cy="27510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46" name="Google Shape;346;p36"/>
          <p:cNvSpPr txBox="1"/>
          <p:nvPr>
            <p:ph idx="2" type="body"/>
          </p:nvPr>
        </p:nvSpPr>
        <p:spPr>
          <a:xfrm>
            <a:off x="3303425" y="1572768"/>
            <a:ext cx="2537100" cy="27510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47" name="Google Shape;347;p36"/>
          <p:cNvSpPr txBox="1"/>
          <p:nvPr>
            <p:ph type="ctrTitle"/>
          </p:nvPr>
        </p:nvSpPr>
        <p:spPr>
          <a:xfrm>
            <a:off x="545450" y="368250"/>
            <a:ext cx="5295300" cy="8406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48" name="Google Shape;348;p36"/>
          <p:cNvCxnSpPr/>
          <p:nvPr/>
        </p:nvCxnSpPr>
        <p:spPr>
          <a:xfrm flipH="1" rot="10800000">
            <a:off x="545450" y="361350"/>
            <a:ext cx="5295300" cy="6900"/>
          </a:xfrm>
          <a:prstGeom prst="straightConnector1">
            <a:avLst/>
          </a:prstGeom>
          <a:noFill/>
          <a:ln cap="flat" cmpd="sng" w="9525">
            <a:solidFill>
              <a:srgbClr val="131313"/>
            </a:solidFill>
            <a:prstDash val="solid"/>
            <a:round/>
            <a:headEnd len="med" w="med" type="none"/>
            <a:tailEnd len="med" w="med" type="none"/>
          </a:ln>
        </p:spPr>
      </p:cxnSp>
      <p:sp>
        <p:nvSpPr>
          <p:cNvPr id="349" name="Google Shape;349;p36"/>
          <p:cNvSpPr/>
          <p:nvPr/>
        </p:nvSpPr>
        <p:spPr>
          <a:xfrm>
            <a:off x="6061400" y="361350"/>
            <a:ext cx="2537100" cy="3967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0" name="Google Shape;350;p36"/>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51" name="Google Shape;351;p36"/>
          <p:cNvSpPr txBox="1"/>
          <p:nvPr>
            <p:ph idx="3"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52" name="Google Shape;352;p3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353" name="Google Shape;353;p36"/>
          <p:cNvCxnSpPr/>
          <p:nvPr/>
        </p:nvCxnSpPr>
        <p:spPr>
          <a:xfrm>
            <a:off x="545450" y="1208850"/>
            <a:ext cx="5295600" cy="0"/>
          </a:xfrm>
          <a:prstGeom prst="straightConnector1">
            <a:avLst/>
          </a:prstGeom>
          <a:noFill/>
          <a:ln cap="flat" cmpd="sng" w="9525">
            <a:solidFill>
              <a:srgbClr val="131313"/>
            </a:solidFill>
            <a:prstDash val="solid"/>
            <a:round/>
            <a:headEnd len="med" w="med" type="none"/>
            <a:tailEnd len="med" w="med" type="none"/>
          </a:ln>
        </p:spPr>
      </p:cxnSp>
      <p:pic>
        <p:nvPicPr>
          <p:cNvPr id="354" name="Google Shape;354;p36"/>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6">
  <p:cSld name="BLANK_1_1_1_1_2_1_1">
    <p:bg>
      <p:bgPr>
        <a:solidFill>
          <a:srgbClr val="FFFFFF"/>
        </a:solidFill>
      </p:bgPr>
    </p:bg>
    <p:spTree>
      <p:nvGrpSpPr>
        <p:cNvPr id="355" name="Shape 355"/>
        <p:cNvGrpSpPr/>
        <p:nvPr/>
      </p:nvGrpSpPr>
      <p:grpSpPr>
        <a:xfrm>
          <a:off x="0" y="0"/>
          <a:ext cx="0" cy="0"/>
          <a:chOff x="0" y="0"/>
          <a:chExt cx="0" cy="0"/>
        </a:xfrm>
      </p:grpSpPr>
      <p:sp>
        <p:nvSpPr>
          <p:cNvPr id="356" name="Google Shape;356;p37"/>
          <p:cNvSpPr txBox="1"/>
          <p:nvPr>
            <p:ph type="ctrTitle"/>
          </p:nvPr>
        </p:nvSpPr>
        <p:spPr>
          <a:xfrm>
            <a:off x="545450" y="368250"/>
            <a:ext cx="39099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57" name="Google Shape;357;p37"/>
          <p:cNvSpPr txBox="1"/>
          <p:nvPr>
            <p:ph idx="1" type="body"/>
          </p:nvPr>
        </p:nvSpPr>
        <p:spPr>
          <a:xfrm>
            <a:off x="545450" y="1218750"/>
            <a:ext cx="39099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358" name="Google Shape;358;p37"/>
          <p:cNvCxnSpPr/>
          <p:nvPr/>
        </p:nvCxnSpPr>
        <p:spPr>
          <a:xfrm flipH="1" rot="10800000">
            <a:off x="545450" y="842850"/>
            <a:ext cx="3909900" cy="6900"/>
          </a:xfrm>
          <a:prstGeom prst="straightConnector1">
            <a:avLst/>
          </a:prstGeom>
          <a:noFill/>
          <a:ln cap="flat" cmpd="sng" w="9525">
            <a:solidFill>
              <a:srgbClr val="131313"/>
            </a:solidFill>
            <a:prstDash val="solid"/>
            <a:round/>
            <a:headEnd len="med" w="med" type="none"/>
            <a:tailEnd len="med" w="med" type="none"/>
          </a:ln>
        </p:spPr>
      </p:cxnSp>
      <p:sp>
        <p:nvSpPr>
          <p:cNvPr id="359" name="Google Shape;359;p37"/>
          <p:cNvSpPr/>
          <p:nvPr/>
        </p:nvSpPr>
        <p:spPr>
          <a:xfrm>
            <a:off x="4688600" y="361350"/>
            <a:ext cx="3909900" cy="3967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0" name="Google Shape;360;p37"/>
          <p:cNvCxnSpPr/>
          <p:nvPr/>
        </p:nvCxnSpPr>
        <p:spPr>
          <a:xfrm>
            <a:off x="545450" y="4555322"/>
            <a:ext cx="8054100" cy="600"/>
          </a:xfrm>
          <a:prstGeom prst="straightConnector1">
            <a:avLst/>
          </a:prstGeom>
          <a:noFill/>
          <a:ln cap="flat" cmpd="sng" w="9525">
            <a:solidFill>
              <a:srgbClr val="131313"/>
            </a:solidFill>
            <a:prstDash val="solid"/>
            <a:round/>
            <a:headEnd len="med" w="med" type="none"/>
            <a:tailEnd len="med" w="med" type="none"/>
          </a:ln>
        </p:spPr>
      </p:cxnSp>
      <p:sp>
        <p:nvSpPr>
          <p:cNvPr id="361" name="Google Shape;361;p37"/>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62" name="Google Shape;362;p37"/>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363" name="Google Shape;363;p37"/>
          <p:cNvCxnSpPr/>
          <p:nvPr/>
        </p:nvCxnSpPr>
        <p:spPr>
          <a:xfrm flipH="1" rot="10800000">
            <a:off x="545450" y="361350"/>
            <a:ext cx="3909900" cy="6900"/>
          </a:xfrm>
          <a:prstGeom prst="straightConnector1">
            <a:avLst/>
          </a:prstGeom>
          <a:noFill/>
          <a:ln cap="flat" cmpd="sng" w="9525">
            <a:solidFill>
              <a:srgbClr val="131313"/>
            </a:solidFill>
            <a:prstDash val="solid"/>
            <a:round/>
            <a:headEnd len="med" w="med" type="none"/>
            <a:tailEnd len="med" w="med" type="none"/>
          </a:ln>
        </p:spPr>
      </p:cxnSp>
      <p:pic>
        <p:nvPicPr>
          <p:cNvPr id="364" name="Google Shape;364;p37"/>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6 - 2">
  <p:cSld name="BLANK_1_1_1_1_2_1_1_2">
    <p:bg>
      <p:bgPr>
        <a:solidFill>
          <a:srgbClr val="FFFFFF"/>
        </a:solidFill>
      </p:bgPr>
    </p:bg>
    <p:spTree>
      <p:nvGrpSpPr>
        <p:cNvPr id="365" name="Shape 365"/>
        <p:cNvGrpSpPr/>
        <p:nvPr/>
      </p:nvGrpSpPr>
      <p:grpSpPr>
        <a:xfrm>
          <a:off x="0" y="0"/>
          <a:ext cx="0" cy="0"/>
          <a:chOff x="0" y="0"/>
          <a:chExt cx="0" cy="0"/>
        </a:xfrm>
      </p:grpSpPr>
      <p:sp>
        <p:nvSpPr>
          <p:cNvPr id="366" name="Google Shape;366;p38"/>
          <p:cNvSpPr txBox="1"/>
          <p:nvPr>
            <p:ph type="ctrTitle"/>
          </p:nvPr>
        </p:nvSpPr>
        <p:spPr>
          <a:xfrm>
            <a:off x="545450" y="368250"/>
            <a:ext cx="3909900" cy="8406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67" name="Google Shape;367;p38"/>
          <p:cNvCxnSpPr/>
          <p:nvPr/>
        </p:nvCxnSpPr>
        <p:spPr>
          <a:xfrm flipH="1" rot="10800000">
            <a:off x="545450" y="361350"/>
            <a:ext cx="3909900" cy="6900"/>
          </a:xfrm>
          <a:prstGeom prst="straightConnector1">
            <a:avLst/>
          </a:prstGeom>
          <a:noFill/>
          <a:ln cap="flat" cmpd="sng" w="9525">
            <a:solidFill>
              <a:srgbClr val="131313"/>
            </a:solidFill>
            <a:prstDash val="solid"/>
            <a:round/>
            <a:headEnd len="med" w="med" type="none"/>
            <a:tailEnd len="med" w="med" type="none"/>
          </a:ln>
        </p:spPr>
      </p:cxnSp>
      <p:sp>
        <p:nvSpPr>
          <p:cNvPr id="368" name="Google Shape;368;p38"/>
          <p:cNvSpPr txBox="1"/>
          <p:nvPr>
            <p:ph idx="1" type="body"/>
          </p:nvPr>
        </p:nvSpPr>
        <p:spPr>
          <a:xfrm>
            <a:off x="545450" y="1572768"/>
            <a:ext cx="3909900" cy="27510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369" name="Google Shape;369;p38"/>
          <p:cNvCxnSpPr/>
          <p:nvPr/>
        </p:nvCxnSpPr>
        <p:spPr>
          <a:xfrm flipH="1" rot="10800000">
            <a:off x="545450" y="1201950"/>
            <a:ext cx="3909900" cy="6900"/>
          </a:xfrm>
          <a:prstGeom prst="straightConnector1">
            <a:avLst/>
          </a:prstGeom>
          <a:noFill/>
          <a:ln cap="flat" cmpd="sng" w="9525">
            <a:solidFill>
              <a:srgbClr val="131313"/>
            </a:solidFill>
            <a:prstDash val="solid"/>
            <a:round/>
            <a:headEnd len="med" w="med" type="none"/>
            <a:tailEnd len="med" w="med" type="none"/>
          </a:ln>
        </p:spPr>
      </p:cxnSp>
      <p:sp>
        <p:nvSpPr>
          <p:cNvPr id="370" name="Google Shape;370;p38"/>
          <p:cNvSpPr/>
          <p:nvPr/>
        </p:nvSpPr>
        <p:spPr>
          <a:xfrm>
            <a:off x="4688600" y="361350"/>
            <a:ext cx="3909900" cy="3967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1" name="Google Shape;371;p38"/>
          <p:cNvCxnSpPr/>
          <p:nvPr/>
        </p:nvCxnSpPr>
        <p:spPr>
          <a:xfrm>
            <a:off x="545450" y="4555322"/>
            <a:ext cx="8054100" cy="600"/>
          </a:xfrm>
          <a:prstGeom prst="straightConnector1">
            <a:avLst/>
          </a:prstGeom>
          <a:noFill/>
          <a:ln cap="flat" cmpd="sng" w="9525">
            <a:solidFill>
              <a:srgbClr val="131313"/>
            </a:solidFill>
            <a:prstDash val="solid"/>
            <a:round/>
            <a:headEnd len="med" w="med" type="none"/>
            <a:tailEnd len="med" w="med" type="none"/>
          </a:ln>
        </p:spPr>
      </p:cxnSp>
      <p:sp>
        <p:nvSpPr>
          <p:cNvPr id="372" name="Google Shape;372;p38"/>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73" name="Google Shape;373;p38"/>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374" name="Google Shape;374;p38"/>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7">
  <p:cSld name="BLANK_1_1_1_1_2_1_1_1">
    <p:bg>
      <p:bgPr>
        <a:solidFill>
          <a:srgbClr val="FFFFFF"/>
        </a:solidFill>
      </p:bgPr>
    </p:bg>
    <p:spTree>
      <p:nvGrpSpPr>
        <p:cNvPr id="375" name="Shape 375"/>
        <p:cNvGrpSpPr/>
        <p:nvPr/>
      </p:nvGrpSpPr>
      <p:grpSpPr>
        <a:xfrm>
          <a:off x="0" y="0"/>
          <a:ext cx="0" cy="0"/>
          <a:chOff x="0" y="0"/>
          <a:chExt cx="0" cy="0"/>
        </a:xfrm>
      </p:grpSpPr>
      <p:sp>
        <p:nvSpPr>
          <p:cNvPr id="376" name="Google Shape;376;p39"/>
          <p:cNvSpPr txBox="1"/>
          <p:nvPr>
            <p:ph type="ctrTitle"/>
          </p:nvPr>
        </p:nvSpPr>
        <p:spPr>
          <a:xfrm>
            <a:off x="545450" y="368250"/>
            <a:ext cx="2537100" cy="8337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77" name="Google Shape;377;p39"/>
          <p:cNvCxnSpPr/>
          <p:nvPr/>
        </p:nvCxnSpPr>
        <p:spPr>
          <a:xfrm flipH="1" rot="10800000">
            <a:off x="545450" y="361350"/>
            <a:ext cx="2537100" cy="6900"/>
          </a:xfrm>
          <a:prstGeom prst="straightConnector1">
            <a:avLst/>
          </a:prstGeom>
          <a:noFill/>
          <a:ln cap="flat" cmpd="sng" w="9525">
            <a:solidFill>
              <a:srgbClr val="131313"/>
            </a:solidFill>
            <a:prstDash val="solid"/>
            <a:round/>
            <a:headEnd len="med" w="med" type="none"/>
            <a:tailEnd len="med" w="med" type="none"/>
          </a:ln>
        </p:spPr>
      </p:cxnSp>
      <p:sp>
        <p:nvSpPr>
          <p:cNvPr id="378" name="Google Shape;378;p39"/>
          <p:cNvSpPr/>
          <p:nvPr/>
        </p:nvSpPr>
        <p:spPr>
          <a:xfrm>
            <a:off x="3303500" y="361350"/>
            <a:ext cx="5295000" cy="3967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9"/>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80" name="Google Shape;380;p39"/>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381" name="Google Shape;381;p39"/>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82" name="Google Shape;382;p39"/>
          <p:cNvSpPr txBox="1"/>
          <p:nvPr>
            <p:ph idx="2" type="body"/>
          </p:nvPr>
        </p:nvSpPr>
        <p:spPr>
          <a:xfrm>
            <a:off x="545450" y="1572768"/>
            <a:ext cx="2537100" cy="27579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383" name="Google Shape;383;p39"/>
          <p:cNvCxnSpPr/>
          <p:nvPr/>
        </p:nvCxnSpPr>
        <p:spPr>
          <a:xfrm flipH="1" rot="10800000">
            <a:off x="545450" y="1201950"/>
            <a:ext cx="2537100" cy="6900"/>
          </a:xfrm>
          <a:prstGeom prst="straightConnector1">
            <a:avLst/>
          </a:prstGeom>
          <a:noFill/>
          <a:ln cap="flat" cmpd="sng" w="9525">
            <a:solidFill>
              <a:srgbClr val="131313"/>
            </a:solidFill>
            <a:prstDash val="solid"/>
            <a:round/>
            <a:headEnd len="med" w="med" type="none"/>
            <a:tailEnd len="med" w="med" type="none"/>
          </a:ln>
        </p:spPr>
      </p:cxnSp>
      <p:pic>
        <p:nvPicPr>
          <p:cNvPr id="384" name="Google Shape;384;p39"/>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7 - 2">
  <p:cSld name="BLANK_1_1_1_1_2_1_1_1_1">
    <p:bg>
      <p:bgPr>
        <a:solidFill>
          <a:srgbClr val="FFFFFF"/>
        </a:solidFill>
      </p:bgPr>
    </p:bg>
    <p:spTree>
      <p:nvGrpSpPr>
        <p:cNvPr id="385" name="Shape 385"/>
        <p:cNvGrpSpPr/>
        <p:nvPr/>
      </p:nvGrpSpPr>
      <p:grpSpPr>
        <a:xfrm>
          <a:off x="0" y="0"/>
          <a:ext cx="0" cy="0"/>
          <a:chOff x="0" y="0"/>
          <a:chExt cx="0" cy="0"/>
        </a:xfrm>
      </p:grpSpPr>
      <p:sp>
        <p:nvSpPr>
          <p:cNvPr id="386" name="Google Shape;386;p40"/>
          <p:cNvSpPr txBox="1"/>
          <p:nvPr>
            <p:ph idx="1" type="body"/>
          </p:nvPr>
        </p:nvSpPr>
        <p:spPr>
          <a:xfrm>
            <a:off x="545450" y="1821750"/>
            <a:ext cx="2537100" cy="2507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87" name="Google Shape;387;p40"/>
          <p:cNvSpPr txBox="1"/>
          <p:nvPr>
            <p:ph type="ctrTitle"/>
          </p:nvPr>
        </p:nvSpPr>
        <p:spPr>
          <a:xfrm>
            <a:off x="545450" y="368250"/>
            <a:ext cx="2537100" cy="1084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88" name="Google Shape;388;p40"/>
          <p:cNvCxnSpPr/>
          <p:nvPr/>
        </p:nvCxnSpPr>
        <p:spPr>
          <a:xfrm flipH="1" rot="10800000">
            <a:off x="545450" y="361350"/>
            <a:ext cx="2537100" cy="6900"/>
          </a:xfrm>
          <a:prstGeom prst="straightConnector1">
            <a:avLst/>
          </a:prstGeom>
          <a:noFill/>
          <a:ln cap="flat" cmpd="sng" w="9525">
            <a:solidFill>
              <a:srgbClr val="131313"/>
            </a:solidFill>
            <a:prstDash val="solid"/>
            <a:round/>
            <a:headEnd len="med" w="med" type="none"/>
            <a:tailEnd len="med" w="med" type="none"/>
          </a:ln>
        </p:spPr>
      </p:cxnSp>
      <p:cxnSp>
        <p:nvCxnSpPr>
          <p:cNvPr id="389" name="Google Shape;389;p40"/>
          <p:cNvCxnSpPr/>
          <p:nvPr/>
        </p:nvCxnSpPr>
        <p:spPr>
          <a:xfrm flipH="1" rot="10800000">
            <a:off x="545450" y="1452825"/>
            <a:ext cx="2537100" cy="6900"/>
          </a:xfrm>
          <a:prstGeom prst="straightConnector1">
            <a:avLst/>
          </a:prstGeom>
          <a:noFill/>
          <a:ln cap="flat" cmpd="sng" w="9525">
            <a:solidFill>
              <a:srgbClr val="131313"/>
            </a:solidFill>
            <a:prstDash val="solid"/>
            <a:round/>
            <a:headEnd len="med" w="med" type="none"/>
            <a:tailEnd len="med" w="med" type="none"/>
          </a:ln>
        </p:spPr>
      </p:cxnSp>
      <p:sp>
        <p:nvSpPr>
          <p:cNvPr id="390" name="Google Shape;390;p40"/>
          <p:cNvSpPr/>
          <p:nvPr/>
        </p:nvSpPr>
        <p:spPr>
          <a:xfrm>
            <a:off x="3303500" y="361350"/>
            <a:ext cx="5295000" cy="3967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0"/>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92" name="Google Shape;392;p40"/>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393" name="Google Shape;393;p40"/>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pic>
        <p:nvPicPr>
          <p:cNvPr id="394" name="Google Shape;394;p40"/>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8">
  <p:cSld name="BLANK_1_1_1_1_1">
    <p:bg>
      <p:bgPr>
        <a:solidFill>
          <a:srgbClr val="FFFFFF"/>
        </a:solidFill>
      </p:bgPr>
    </p:bg>
    <p:spTree>
      <p:nvGrpSpPr>
        <p:cNvPr id="395" name="Shape 395"/>
        <p:cNvGrpSpPr/>
        <p:nvPr/>
      </p:nvGrpSpPr>
      <p:grpSpPr>
        <a:xfrm>
          <a:off x="0" y="0"/>
          <a:ext cx="0" cy="0"/>
          <a:chOff x="0" y="0"/>
          <a:chExt cx="0" cy="0"/>
        </a:xfrm>
      </p:grpSpPr>
      <p:cxnSp>
        <p:nvCxnSpPr>
          <p:cNvPr id="396" name="Google Shape;396;p41"/>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397" name="Google Shape;397;p41"/>
          <p:cNvCxnSpPr/>
          <p:nvPr/>
        </p:nvCxnSpPr>
        <p:spPr>
          <a:xfrm>
            <a:off x="3082950" y="369400"/>
            <a:ext cx="0" cy="4192800"/>
          </a:xfrm>
          <a:prstGeom prst="straightConnector1">
            <a:avLst/>
          </a:prstGeom>
          <a:noFill/>
          <a:ln cap="flat" cmpd="sng" w="9525">
            <a:solidFill>
              <a:srgbClr val="131313"/>
            </a:solidFill>
            <a:prstDash val="solid"/>
            <a:round/>
            <a:headEnd len="med" w="med" type="none"/>
            <a:tailEnd len="med" w="med" type="none"/>
          </a:ln>
        </p:spPr>
      </p:cxnSp>
      <p:sp>
        <p:nvSpPr>
          <p:cNvPr id="398" name="Google Shape;398;p41"/>
          <p:cNvSpPr txBox="1"/>
          <p:nvPr>
            <p:ph type="ctrTitle"/>
          </p:nvPr>
        </p:nvSpPr>
        <p:spPr>
          <a:xfrm>
            <a:off x="545450" y="842850"/>
            <a:ext cx="2304300" cy="348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800"/>
              <a:buNone/>
              <a:defRPr sz="18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cxnSp>
        <p:nvCxnSpPr>
          <p:cNvPr id="399" name="Google Shape;399;p41"/>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00" name="Google Shape;400;p41"/>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01" name="Google Shape;401;p4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402" name="Google Shape;402;p41"/>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9">
  <p:cSld name="BLANK_1_1_1_1_1_1">
    <p:bg>
      <p:bgPr>
        <a:solidFill>
          <a:srgbClr val="FFFFFF"/>
        </a:solidFill>
      </p:bgPr>
    </p:bg>
    <p:spTree>
      <p:nvGrpSpPr>
        <p:cNvPr id="403" name="Shape 403"/>
        <p:cNvGrpSpPr/>
        <p:nvPr/>
      </p:nvGrpSpPr>
      <p:grpSpPr>
        <a:xfrm>
          <a:off x="0" y="0"/>
          <a:ext cx="0" cy="0"/>
          <a:chOff x="0" y="0"/>
          <a:chExt cx="0" cy="0"/>
        </a:xfrm>
      </p:grpSpPr>
      <p:sp>
        <p:nvSpPr>
          <p:cNvPr id="404" name="Google Shape;404;p42"/>
          <p:cNvSpPr txBox="1"/>
          <p:nvPr>
            <p:ph idx="1" type="body"/>
          </p:nvPr>
        </p:nvSpPr>
        <p:spPr>
          <a:xfrm>
            <a:off x="3303500" y="843275"/>
            <a:ext cx="2537100" cy="3485700"/>
          </a:xfrm>
          <a:prstGeom prst="rect">
            <a:avLst/>
          </a:prstGeom>
        </p:spPr>
        <p:txBody>
          <a:bodyPr anchorCtr="0" anchor="t" bIns="0" lIns="0" spcFirstLastPara="1" rIns="0" wrap="square" tIns="0">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Char char="○"/>
              <a:defRPr sz="800"/>
            </a:lvl2pPr>
            <a:lvl3pPr indent="-279400" lvl="2" marL="1371600">
              <a:lnSpc>
                <a:spcPct val="100000"/>
              </a:lnSpc>
              <a:spcBef>
                <a:spcPts val="0"/>
              </a:spcBef>
              <a:spcAft>
                <a:spcPts val="0"/>
              </a:spcAft>
              <a:buSzPts val="800"/>
              <a:buChar char="■"/>
              <a:defRPr sz="800"/>
            </a:lvl3pPr>
            <a:lvl4pPr indent="-279400" lvl="3" marL="1828800">
              <a:lnSpc>
                <a:spcPct val="100000"/>
              </a:lnSpc>
              <a:spcBef>
                <a:spcPts val="0"/>
              </a:spcBef>
              <a:spcAft>
                <a:spcPts val="0"/>
              </a:spcAft>
              <a:buSzPts val="800"/>
              <a:buChar char="●"/>
              <a:defRPr sz="800"/>
            </a:lvl4pPr>
            <a:lvl5pPr indent="-279400" lvl="4" marL="2286000">
              <a:lnSpc>
                <a:spcPct val="100000"/>
              </a:lnSpc>
              <a:spcBef>
                <a:spcPts val="0"/>
              </a:spcBef>
              <a:spcAft>
                <a:spcPts val="0"/>
              </a:spcAft>
              <a:buSzPts val="800"/>
              <a:buChar char="○"/>
              <a:defRPr sz="800"/>
            </a:lvl5pPr>
            <a:lvl6pPr indent="-279400" lvl="5" marL="2743200">
              <a:lnSpc>
                <a:spcPct val="100000"/>
              </a:lnSpc>
              <a:spcBef>
                <a:spcPts val="0"/>
              </a:spcBef>
              <a:spcAft>
                <a:spcPts val="0"/>
              </a:spcAft>
              <a:buSzPts val="800"/>
              <a:buChar char="■"/>
              <a:defRPr sz="800"/>
            </a:lvl6pPr>
            <a:lvl7pPr indent="-279400" lvl="6" marL="3200400">
              <a:lnSpc>
                <a:spcPct val="100000"/>
              </a:lnSpc>
              <a:spcBef>
                <a:spcPts val="0"/>
              </a:spcBef>
              <a:spcAft>
                <a:spcPts val="0"/>
              </a:spcAft>
              <a:buSzPts val="800"/>
              <a:buChar char="●"/>
              <a:defRPr sz="800"/>
            </a:lvl7pPr>
            <a:lvl8pPr indent="-279400" lvl="7" marL="3657600">
              <a:lnSpc>
                <a:spcPct val="100000"/>
              </a:lnSpc>
              <a:spcBef>
                <a:spcPts val="0"/>
              </a:spcBef>
              <a:spcAft>
                <a:spcPts val="0"/>
              </a:spcAft>
              <a:buSzPts val="800"/>
              <a:buChar char="○"/>
              <a:defRPr sz="800"/>
            </a:lvl8pPr>
            <a:lvl9pPr indent="-279400" lvl="8" marL="4114800">
              <a:lnSpc>
                <a:spcPct val="100000"/>
              </a:lnSpc>
              <a:spcBef>
                <a:spcPts val="0"/>
              </a:spcBef>
              <a:spcAft>
                <a:spcPts val="0"/>
              </a:spcAft>
              <a:buSzPts val="800"/>
              <a:buChar char="■"/>
              <a:defRPr sz="800"/>
            </a:lvl9pPr>
          </a:lstStyle>
          <a:p/>
        </p:txBody>
      </p:sp>
      <p:sp>
        <p:nvSpPr>
          <p:cNvPr id="405" name="Google Shape;405;p42"/>
          <p:cNvSpPr txBox="1"/>
          <p:nvPr>
            <p:ph type="ctrTitle"/>
          </p:nvPr>
        </p:nvSpPr>
        <p:spPr>
          <a:xfrm>
            <a:off x="545450" y="843312"/>
            <a:ext cx="2304300" cy="348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800"/>
              <a:buNone/>
              <a:defRPr sz="18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cxnSp>
        <p:nvCxnSpPr>
          <p:cNvPr id="406" name="Google Shape;406;p42"/>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07" name="Google Shape;407;p42"/>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08" name="Google Shape;408;p42"/>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09" name="Google Shape;409;p42"/>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410" name="Google Shape;410;p42"/>
          <p:cNvCxnSpPr/>
          <p:nvPr/>
        </p:nvCxnSpPr>
        <p:spPr>
          <a:xfrm>
            <a:off x="3082950" y="369400"/>
            <a:ext cx="0" cy="4192800"/>
          </a:xfrm>
          <a:prstGeom prst="straightConnector1">
            <a:avLst/>
          </a:prstGeom>
          <a:noFill/>
          <a:ln cap="flat" cmpd="sng" w="9525">
            <a:solidFill>
              <a:srgbClr val="131313"/>
            </a:solidFill>
            <a:prstDash val="solid"/>
            <a:round/>
            <a:headEnd len="med" w="med" type="none"/>
            <a:tailEnd len="med" w="med" type="none"/>
          </a:ln>
        </p:spPr>
      </p:cxnSp>
      <p:sp>
        <p:nvSpPr>
          <p:cNvPr id="411" name="Google Shape;411;p42"/>
          <p:cNvSpPr txBox="1"/>
          <p:nvPr>
            <p:ph idx="3" type="body"/>
          </p:nvPr>
        </p:nvSpPr>
        <p:spPr>
          <a:xfrm>
            <a:off x="6061150" y="843275"/>
            <a:ext cx="2537100" cy="3485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pic>
        <p:nvPicPr>
          <p:cNvPr id="412" name="Google Shape;412;p42"/>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9 - img">
  <p:cSld name="BLANK_1_1_1_1_1_1_3">
    <p:bg>
      <p:bgPr>
        <a:solidFill>
          <a:srgbClr val="FFFFFF"/>
        </a:solidFill>
      </p:bgPr>
    </p:bg>
    <p:spTree>
      <p:nvGrpSpPr>
        <p:cNvPr id="413" name="Shape 413"/>
        <p:cNvGrpSpPr/>
        <p:nvPr/>
      </p:nvGrpSpPr>
      <p:grpSpPr>
        <a:xfrm>
          <a:off x="0" y="0"/>
          <a:ext cx="0" cy="0"/>
          <a:chOff x="0" y="0"/>
          <a:chExt cx="0" cy="0"/>
        </a:xfrm>
      </p:grpSpPr>
      <p:sp>
        <p:nvSpPr>
          <p:cNvPr id="414" name="Google Shape;414;p43"/>
          <p:cNvSpPr txBox="1"/>
          <p:nvPr>
            <p:ph idx="1" type="body"/>
          </p:nvPr>
        </p:nvSpPr>
        <p:spPr>
          <a:xfrm>
            <a:off x="3303500" y="843275"/>
            <a:ext cx="2537100" cy="3485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415" name="Google Shape;415;p43"/>
          <p:cNvSpPr txBox="1"/>
          <p:nvPr>
            <p:ph type="ctrTitle"/>
          </p:nvPr>
        </p:nvSpPr>
        <p:spPr>
          <a:xfrm>
            <a:off x="545450" y="843312"/>
            <a:ext cx="2304300" cy="348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800"/>
              <a:buNone/>
              <a:defRPr sz="18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cxnSp>
        <p:nvCxnSpPr>
          <p:cNvPr id="416" name="Google Shape;416;p43"/>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17" name="Google Shape;417;p43"/>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18" name="Google Shape;418;p43"/>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19" name="Google Shape;419;p43"/>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420" name="Google Shape;420;p43"/>
          <p:cNvCxnSpPr/>
          <p:nvPr/>
        </p:nvCxnSpPr>
        <p:spPr>
          <a:xfrm>
            <a:off x="3082950" y="369400"/>
            <a:ext cx="0" cy="4192800"/>
          </a:xfrm>
          <a:prstGeom prst="straightConnector1">
            <a:avLst/>
          </a:prstGeom>
          <a:noFill/>
          <a:ln cap="flat" cmpd="sng" w="9525">
            <a:solidFill>
              <a:srgbClr val="131313"/>
            </a:solidFill>
            <a:prstDash val="solid"/>
            <a:round/>
            <a:headEnd len="med" w="med" type="none"/>
            <a:tailEnd len="med" w="med" type="none"/>
          </a:ln>
        </p:spPr>
      </p:cxnSp>
      <p:sp>
        <p:nvSpPr>
          <p:cNvPr id="421" name="Google Shape;421;p43"/>
          <p:cNvSpPr/>
          <p:nvPr/>
        </p:nvSpPr>
        <p:spPr>
          <a:xfrm>
            <a:off x="6061400" y="572063"/>
            <a:ext cx="2537100" cy="37569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2" name="Google Shape;422;p43"/>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10">
  <p:cSld name="BLANK_1_1_1_1_1_1_2">
    <p:bg>
      <p:bgPr>
        <a:solidFill>
          <a:srgbClr val="FFFFFF"/>
        </a:solidFill>
      </p:bgPr>
    </p:bg>
    <p:spTree>
      <p:nvGrpSpPr>
        <p:cNvPr id="423" name="Shape 423"/>
        <p:cNvGrpSpPr/>
        <p:nvPr/>
      </p:nvGrpSpPr>
      <p:grpSpPr>
        <a:xfrm>
          <a:off x="0" y="0"/>
          <a:ext cx="0" cy="0"/>
          <a:chOff x="0" y="0"/>
          <a:chExt cx="0" cy="0"/>
        </a:xfrm>
      </p:grpSpPr>
      <p:sp>
        <p:nvSpPr>
          <p:cNvPr id="424" name="Google Shape;424;p44"/>
          <p:cNvSpPr txBox="1"/>
          <p:nvPr>
            <p:ph idx="1" type="body"/>
          </p:nvPr>
        </p:nvSpPr>
        <p:spPr>
          <a:xfrm>
            <a:off x="3303500" y="843275"/>
            <a:ext cx="3909900" cy="3485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425" name="Google Shape;425;p44"/>
          <p:cNvSpPr txBox="1"/>
          <p:nvPr>
            <p:ph type="ctrTitle"/>
          </p:nvPr>
        </p:nvSpPr>
        <p:spPr>
          <a:xfrm>
            <a:off x="545450" y="843312"/>
            <a:ext cx="2304300" cy="348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800"/>
              <a:buNone/>
              <a:defRPr sz="18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cxnSp>
        <p:nvCxnSpPr>
          <p:cNvPr id="426" name="Google Shape;426;p44"/>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27" name="Google Shape;427;p44"/>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28" name="Google Shape;428;p44"/>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29" name="Google Shape;429;p44"/>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430" name="Google Shape;430;p44"/>
          <p:cNvCxnSpPr/>
          <p:nvPr/>
        </p:nvCxnSpPr>
        <p:spPr>
          <a:xfrm>
            <a:off x="3082950" y="369400"/>
            <a:ext cx="0" cy="4192800"/>
          </a:xfrm>
          <a:prstGeom prst="straightConnector1">
            <a:avLst/>
          </a:prstGeom>
          <a:noFill/>
          <a:ln cap="flat" cmpd="sng" w="9525">
            <a:solidFill>
              <a:srgbClr val="131313"/>
            </a:solidFill>
            <a:prstDash val="solid"/>
            <a:round/>
            <a:headEnd len="med" w="med" type="none"/>
            <a:tailEnd len="med" w="med" type="none"/>
          </a:ln>
        </p:spPr>
      </p:cxnSp>
      <p:pic>
        <p:nvPicPr>
          <p:cNvPr id="431" name="Google Shape;431;p44"/>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11">
  <p:cSld name="BLANK_1_1_1_1_1_1_1">
    <p:bg>
      <p:bgPr>
        <a:solidFill>
          <a:srgbClr val="FFFFFF"/>
        </a:solidFill>
      </p:bgPr>
    </p:bg>
    <p:spTree>
      <p:nvGrpSpPr>
        <p:cNvPr id="432" name="Shape 432"/>
        <p:cNvGrpSpPr/>
        <p:nvPr/>
      </p:nvGrpSpPr>
      <p:grpSpPr>
        <a:xfrm>
          <a:off x="0" y="0"/>
          <a:ext cx="0" cy="0"/>
          <a:chOff x="0" y="0"/>
          <a:chExt cx="0" cy="0"/>
        </a:xfrm>
      </p:grpSpPr>
      <p:cxnSp>
        <p:nvCxnSpPr>
          <p:cNvPr id="433" name="Google Shape;433;p45"/>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34" name="Google Shape;434;p45"/>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35" name="Google Shape;435;p45"/>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36" name="Google Shape;436;p45"/>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437" name="Google Shape;437;p45"/>
          <p:cNvCxnSpPr/>
          <p:nvPr/>
        </p:nvCxnSpPr>
        <p:spPr>
          <a:xfrm>
            <a:off x="6060813" y="369400"/>
            <a:ext cx="0" cy="4192800"/>
          </a:xfrm>
          <a:prstGeom prst="straightConnector1">
            <a:avLst/>
          </a:prstGeom>
          <a:noFill/>
          <a:ln cap="flat" cmpd="sng" w="9525">
            <a:solidFill>
              <a:srgbClr val="131313"/>
            </a:solidFill>
            <a:prstDash val="solid"/>
            <a:round/>
            <a:headEnd len="med" w="med" type="none"/>
            <a:tailEnd len="med" w="med" type="none"/>
          </a:ln>
        </p:spPr>
      </p:cxnSp>
      <p:sp>
        <p:nvSpPr>
          <p:cNvPr id="438" name="Google Shape;438;p45"/>
          <p:cNvSpPr txBox="1"/>
          <p:nvPr>
            <p:ph idx="2" type="body"/>
          </p:nvPr>
        </p:nvSpPr>
        <p:spPr>
          <a:xfrm>
            <a:off x="6298700" y="843275"/>
            <a:ext cx="2311800" cy="3485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pic>
        <p:nvPicPr>
          <p:cNvPr id="439" name="Google Shape;439;p45"/>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11 - 2">
  <p:cSld name="BLANK_1_1_1_1_1_1_1_1">
    <p:bg>
      <p:bgPr>
        <a:solidFill>
          <a:srgbClr val="FFFFFF"/>
        </a:solidFill>
      </p:bgPr>
    </p:bg>
    <p:spTree>
      <p:nvGrpSpPr>
        <p:cNvPr id="440" name="Shape 440"/>
        <p:cNvGrpSpPr/>
        <p:nvPr/>
      </p:nvGrpSpPr>
      <p:grpSpPr>
        <a:xfrm>
          <a:off x="0" y="0"/>
          <a:ext cx="0" cy="0"/>
          <a:chOff x="0" y="0"/>
          <a:chExt cx="0" cy="0"/>
        </a:xfrm>
      </p:grpSpPr>
      <p:cxnSp>
        <p:nvCxnSpPr>
          <p:cNvPr id="441" name="Google Shape;441;p46"/>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42" name="Google Shape;442;p46"/>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43" name="Google Shape;443;p46"/>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44" name="Google Shape;444;p4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445" name="Google Shape;445;p46"/>
          <p:cNvCxnSpPr/>
          <p:nvPr/>
        </p:nvCxnSpPr>
        <p:spPr>
          <a:xfrm>
            <a:off x="3082950" y="369400"/>
            <a:ext cx="0" cy="4192800"/>
          </a:xfrm>
          <a:prstGeom prst="straightConnector1">
            <a:avLst/>
          </a:prstGeom>
          <a:noFill/>
          <a:ln cap="flat" cmpd="sng" w="9525">
            <a:solidFill>
              <a:srgbClr val="131313"/>
            </a:solidFill>
            <a:prstDash val="solid"/>
            <a:round/>
            <a:headEnd len="med" w="med" type="none"/>
            <a:tailEnd len="med" w="med" type="none"/>
          </a:ln>
        </p:spPr>
      </p:cxnSp>
      <p:sp>
        <p:nvSpPr>
          <p:cNvPr id="446" name="Google Shape;446;p46"/>
          <p:cNvSpPr txBox="1"/>
          <p:nvPr>
            <p:ph idx="2" type="body"/>
          </p:nvPr>
        </p:nvSpPr>
        <p:spPr>
          <a:xfrm>
            <a:off x="545450" y="843275"/>
            <a:ext cx="2311800" cy="3485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pic>
        <p:nvPicPr>
          <p:cNvPr id="447" name="Google Shape;447;p46"/>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1">
  <p:cSld name="BLANK_1_1_1_1_1_1_1_1_1">
    <p:bg>
      <p:bgPr>
        <a:solidFill>
          <a:srgbClr val="FFFFFF"/>
        </a:solidFill>
      </p:bgPr>
    </p:bg>
    <p:spTree>
      <p:nvGrpSpPr>
        <p:cNvPr id="448" name="Shape 448"/>
        <p:cNvGrpSpPr/>
        <p:nvPr/>
      </p:nvGrpSpPr>
      <p:grpSpPr>
        <a:xfrm>
          <a:off x="0" y="0"/>
          <a:ext cx="0" cy="0"/>
          <a:chOff x="0" y="0"/>
          <a:chExt cx="0" cy="0"/>
        </a:xfrm>
      </p:grpSpPr>
      <p:pic>
        <p:nvPicPr>
          <p:cNvPr id="449" name="Google Shape;449;p47"/>
          <p:cNvPicPr preferRelativeResize="0"/>
          <p:nvPr/>
        </p:nvPicPr>
        <p:blipFill>
          <a:blip r:embed="rId2">
            <a:alphaModFix/>
          </a:blip>
          <a:stretch>
            <a:fillRect/>
          </a:stretch>
        </p:blipFill>
        <p:spPr>
          <a:xfrm>
            <a:off x="547263" y="4639176"/>
            <a:ext cx="453571" cy="111625"/>
          </a:xfrm>
          <a:prstGeom prst="rect">
            <a:avLst/>
          </a:prstGeom>
          <a:noFill/>
          <a:ln>
            <a:noFill/>
          </a:ln>
        </p:spPr>
      </p:pic>
      <p:sp>
        <p:nvSpPr>
          <p:cNvPr id="450" name="Google Shape;450;p47"/>
          <p:cNvSpPr txBox="1"/>
          <p:nvPr>
            <p:ph idx="1" type="body"/>
          </p:nvPr>
        </p:nvSpPr>
        <p:spPr>
          <a:xfrm>
            <a:off x="5454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1600"/>
              </a:spcBef>
              <a:spcAft>
                <a:spcPts val="0"/>
              </a:spcAft>
              <a:buSzPts val="4400"/>
              <a:buChar char="○"/>
              <a:defRPr b="1" sz="4400"/>
            </a:lvl2pPr>
            <a:lvl3pPr indent="-508000" lvl="2" marL="1371600" rtl="0">
              <a:lnSpc>
                <a:spcPct val="100000"/>
              </a:lnSpc>
              <a:spcBef>
                <a:spcPts val="1600"/>
              </a:spcBef>
              <a:spcAft>
                <a:spcPts val="0"/>
              </a:spcAft>
              <a:buSzPts val="4400"/>
              <a:buChar char="■"/>
              <a:defRPr b="1" sz="4400"/>
            </a:lvl3pPr>
            <a:lvl4pPr indent="-508000" lvl="3" marL="1828800" rtl="0">
              <a:lnSpc>
                <a:spcPct val="100000"/>
              </a:lnSpc>
              <a:spcBef>
                <a:spcPts val="1600"/>
              </a:spcBef>
              <a:spcAft>
                <a:spcPts val="0"/>
              </a:spcAft>
              <a:buSzPts val="4400"/>
              <a:buChar char="●"/>
              <a:defRPr b="1" sz="4400"/>
            </a:lvl4pPr>
            <a:lvl5pPr indent="-508000" lvl="4" marL="2286000" rtl="0">
              <a:lnSpc>
                <a:spcPct val="100000"/>
              </a:lnSpc>
              <a:spcBef>
                <a:spcPts val="1600"/>
              </a:spcBef>
              <a:spcAft>
                <a:spcPts val="0"/>
              </a:spcAft>
              <a:buSzPts val="4400"/>
              <a:buChar char="○"/>
              <a:defRPr b="1" sz="4400"/>
            </a:lvl5pPr>
            <a:lvl6pPr indent="-508000" lvl="5" marL="2743200" rtl="0">
              <a:lnSpc>
                <a:spcPct val="100000"/>
              </a:lnSpc>
              <a:spcBef>
                <a:spcPts val="1600"/>
              </a:spcBef>
              <a:spcAft>
                <a:spcPts val="0"/>
              </a:spcAft>
              <a:buSzPts val="4400"/>
              <a:buChar char="■"/>
              <a:defRPr b="1" sz="4400"/>
            </a:lvl6pPr>
            <a:lvl7pPr indent="-508000" lvl="6" marL="3200400" rtl="0">
              <a:lnSpc>
                <a:spcPct val="100000"/>
              </a:lnSpc>
              <a:spcBef>
                <a:spcPts val="1600"/>
              </a:spcBef>
              <a:spcAft>
                <a:spcPts val="0"/>
              </a:spcAft>
              <a:buSzPts val="4400"/>
              <a:buChar char="●"/>
              <a:defRPr b="1" sz="4400"/>
            </a:lvl7pPr>
            <a:lvl8pPr indent="-508000" lvl="7" marL="3657600" rtl="0">
              <a:lnSpc>
                <a:spcPct val="100000"/>
              </a:lnSpc>
              <a:spcBef>
                <a:spcPts val="1600"/>
              </a:spcBef>
              <a:spcAft>
                <a:spcPts val="0"/>
              </a:spcAft>
              <a:buSzPts val="4400"/>
              <a:buChar char="○"/>
              <a:defRPr b="1" sz="4400"/>
            </a:lvl8pPr>
            <a:lvl9pPr indent="-508000" lvl="8" marL="4114800" rtl="0">
              <a:lnSpc>
                <a:spcPct val="100000"/>
              </a:lnSpc>
              <a:spcBef>
                <a:spcPts val="1600"/>
              </a:spcBef>
              <a:spcAft>
                <a:spcPts val="1600"/>
              </a:spcAft>
              <a:buSzPts val="4400"/>
              <a:buChar char="■"/>
              <a:defRPr b="1" sz="4400"/>
            </a:lvl9pPr>
          </a:lstStyle>
          <a:p/>
        </p:txBody>
      </p:sp>
      <p:sp>
        <p:nvSpPr>
          <p:cNvPr id="451" name="Google Shape;451;p47"/>
          <p:cNvSpPr txBox="1"/>
          <p:nvPr>
            <p:ph idx="2" type="body"/>
          </p:nvPr>
        </p:nvSpPr>
        <p:spPr>
          <a:xfrm>
            <a:off x="5410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1000"/>
              </a:spcBef>
              <a:spcAft>
                <a:spcPts val="0"/>
              </a:spcAft>
              <a:buSzPts val="800"/>
              <a:buChar char="○"/>
              <a:defRPr sz="800"/>
            </a:lvl2pPr>
            <a:lvl3pPr indent="-279400" lvl="2" marL="1371600" rtl="0">
              <a:lnSpc>
                <a:spcPct val="100000"/>
              </a:lnSpc>
              <a:spcBef>
                <a:spcPts val="1000"/>
              </a:spcBef>
              <a:spcAft>
                <a:spcPts val="0"/>
              </a:spcAft>
              <a:buSzPts val="800"/>
              <a:buChar char="■"/>
              <a:defRPr sz="800"/>
            </a:lvl3pPr>
            <a:lvl4pPr indent="-279400" lvl="3" marL="1828800" rtl="0">
              <a:lnSpc>
                <a:spcPct val="100000"/>
              </a:lnSpc>
              <a:spcBef>
                <a:spcPts val="1000"/>
              </a:spcBef>
              <a:spcAft>
                <a:spcPts val="0"/>
              </a:spcAft>
              <a:buSzPts val="800"/>
              <a:buChar char="●"/>
              <a:defRPr sz="800"/>
            </a:lvl4pPr>
            <a:lvl5pPr indent="-279400" lvl="4" marL="2286000" rtl="0">
              <a:lnSpc>
                <a:spcPct val="100000"/>
              </a:lnSpc>
              <a:spcBef>
                <a:spcPts val="1000"/>
              </a:spcBef>
              <a:spcAft>
                <a:spcPts val="0"/>
              </a:spcAft>
              <a:buSzPts val="800"/>
              <a:buChar char="○"/>
              <a:defRPr sz="800"/>
            </a:lvl5pPr>
            <a:lvl6pPr indent="-279400" lvl="5" marL="2743200" rtl="0">
              <a:lnSpc>
                <a:spcPct val="100000"/>
              </a:lnSpc>
              <a:spcBef>
                <a:spcPts val="1000"/>
              </a:spcBef>
              <a:spcAft>
                <a:spcPts val="0"/>
              </a:spcAft>
              <a:buSzPts val="800"/>
              <a:buChar char="■"/>
              <a:defRPr sz="800"/>
            </a:lvl6pPr>
            <a:lvl7pPr indent="-279400" lvl="6" marL="3200400" rtl="0">
              <a:lnSpc>
                <a:spcPct val="100000"/>
              </a:lnSpc>
              <a:spcBef>
                <a:spcPts val="1000"/>
              </a:spcBef>
              <a:spcAft>
                <a:spcPts val="0"/>
              </a:spcAft>
              <a:buSzPts val="800"/>
              <a:buChar char="●"/>
              <a:defRPr sz="800"/>
            </a:lvl7pPr>
            <a:lvl8pPr indent="-279400" lvl="7" marL="3657600" rtl="0">
              <a:lnSpc>
                <a:spcPct val="100000"/>
              </a:lnSpc>
              <a:spcBef>
                <a:spcPts val="1000"/>
              </a:spcBef>
              <a:spcAft>
                <a:spcPts val="0"/>
              </a:spcAft>
              <a:buSzPts val="800"/>
              <a:buChar char="○"/>
              <a:defRPr sz="800"/>
            </a:lvl8pPr>
            <a:lvl9pPr indent="-279400" lvl="8" marL="4114800" rtl="0">
              <a:lnSpc>
                <a:spcPct val="100000"/>
              </a:lnSpc>
              <a:spcBef>
                <a:spcPts val="1000"/>
              </a:spcBef>
              <a:spcAft>
                <a:spcPts val="1000"/>
              </a:spcAft>
              <a:buSzPts val="800"/>
              <a:buChar char="■"/>
              <a:defRPr sz="800"/>
            </a:lvl9pPr>
          </a:lstStyle>
          <a:p/>
        </p:txBody>
      </p:sp>
      <p:sp>
        <p:nvSpPr>
          <p:cNvPr id="452" name="Google Shape;452;p47"/>
          <p:cNvSpPr txBox="1"/>
          <p:nvPr>
            <p:ph idx="3" type="body"/>
          </p:nvPr>
        </p:nvSpPr>
        <p:spPr>
          <a:xfrm>
            <a:off x="60659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1600"/>
              </a:spcBef>
              <a:spcAft>
                <a:spcPts val="0"/>
              </a:spcAft>
              <a:buSzPts val="4400"/>
              <a:buChar char="○"/>
              <a:defRPr b="1" sz="4400"/>
            </a:lvl2pPr>
            <a:lvl3pPr indent="-508000" lvl="2" marL="1371600" rtl="0">
              <a:lnSpc>
                <a:spcPct val="100000"/>
              </a:lnSpc>
              <a:spcBef>
                <a:spcPts val="1600"/>
              </a:spcBef>
              <a:spcAft>
                <a:spcPts val="0"/>
              </a:spcAft>
              <a:buSzPts val="4400"/>
              <a:buChar char="■"/>
              <a:defRPr b="1" sz="4400"/>
            </a:lvl3pPr>
            <a:lvl4pPr indent="-508000" lvl="3" marL="1828800" rtl="0">
              <a:lnSpc>
                <a:spcPct val="100000"/>
              </a:lnSpc>
              <a:spcBef>
                <a:spcPts val="1600"/>
              </a:spcBef>
              <a:spcAft>
                <a:spcPts val="0"/>
              </a:spcAft>
              <a:buSzPts val="4400"/>
              <a:buChar char="●"/>
              <a:defRPr b="1" sz="4400"/>
            </a:lvl4pPr>
            <a:lvl5pPr indent="-508000" lvl="4" marL="2286000" rtl="0">
              <a:lnSpc>
                <a:spcPct val="100000"/>
              </a:lnSpc>
              <a:spcBef>
                <a:spcPts val="1600"/>
              </a:spcBef>
              <a:spcAft>
                <a:spcPts val="0"/>
              </a:spcAft>
              <a:buSzPts val="4400"/>
              <a:buChar char="○"/>
              <a:defRPr b="1" sz="4400"/>
            </a:lvl5pPr>
            <a:lvl6pPr indent="-508000" lvl="5" marL="2743200" rtl="0">
              <a:lnSpc>
                <a:spcPct val="100000"/>
              </a:lnSpc>
              <a:spcBef>
                <a:spcPts val="1600"/>
              </a:spcBef>
              <a:spcAft>
                <a:spcPts val="0"/>
              </a:spcAft>
              <a:buSzPts val="4400"/>
              <a:buChar char="■"/>
              <a:defRPr b="1" sz="4400"/>
            </a:lvl6pPr>
            <a:lvl7pPr indent="-508000" lvl="6" marL="3200400" rtl="0">
              <a:lnSpc>
                <a:spcPct val="100000"/>
              </a:lnSpc>
              <a:spcBef>
                <a:spcPts val="1600"/>
              </a:spcBef>
              <a:spcAft>
                <a:spcPts val="0"/>
              </a:spcAft>
              <a:buSzPts val="4400"/>
              <a:buChar char="●"/>
              <a:defRPr b="1" sz="4400"/>
            </a:lvl7pPr>
            <a:lvl8pPr indent="-508000" lvl="7" marL="3657600" rtl="0">
              <a:lnSpc>
                <a:spcPct val="100000"/>
              </a:lnSpc>
              <a:spcBef>
                <a:spcPts val="1600"/>
              </a:spcBef>
              <a:spcAft>
                <a:spcPts val="0"/>
              </a:spcAft>
              <a:buSzPts val="4400"/>
              <a:buChar char="○"/>
              <a:defRPr b="1" sz="4400"/>
            </a:lvl8pPr>
            <a:lvl9pPr indent="-508000" lvl="8" marL="4114800" rtl="0">
              <a:lnSpc>
                <a:spcPct val="100000"/>
              </a:lnSpc>
              <a:spcBef>
                <a:spcPts val="1600"/>
              </a:spcBef>
              <a:spcAft>
                <a:spcPts val="1600"/>
              </a:spcAft>
              <a:buSzPts val="4400"/>
              <a:buChar char="■"/>
              <a:defRPr b="1" sz="4400"/>
            </a:lvl9pPr>
          </a:lstStyle>
          <a:p/>
        </p:txBody>
      </p:sp>
      <p:sp>
        <p:nvSpPr>
          <p:cNvPr id="453" name="Google Shape;453;p47"/>
          <p:cNvSpPr txBox="1"/>
          <p:nvPr>
            <p:ph idx="4" type="body"/>
          </p:nvPr>
        </p:nvSpPr>
        <p:spPr>
          <a:xfrm>
            <a:off x="60615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1000"/>
              </a:spcBef>
              <a:spcAft>
                <a:spcPts val="0"/>
              </a:spcAft>
              <a:buSzPts val="800"/>
              <a:buChar char="○"/>
              <a:defRPr sz="800"/>
            </a:lvl2pPr>
            <a:lvl3pPr indent="-279400" lvl="2" marL="1371600" rtl="0">
              <a:lnSpc>
                <a:spcPct val="100000"/>
              </a:lnSpc>
              <a:spcBef>
                <a:spcPts val="1000"/>
              </a:spcBef>
              <a:spcAft>
                <a:spcPts val="0"/>
              </a:spcAft>
              <a:buSzPts val="800"/>
              <a:buChar char="■"/>
              <a:defRPr sz="800"/>
            </a:lvl3pPr>
            <a:lvl4pPr indent="-279400" lvl="3" marL="1828800" rtl="0">
              <a:lnSpc>
                <a:spcPct val="100000"/>
              </a:lnSpc>
              <a:spcBef>
                <a:spcPts val="1000"/>
              </a:spcBef>
              <a:spcAft>
                <a:spcPts val="0"/>
              </a:spcAft>
              <a:buSzPts val="800"/>
              <a:buChar char="●"/>
              <a:defRPr sz="800"/>
            </a:lvl4pPr>
            <a:lvl5pPr indent="-279400" lvl="4" marL="2286000" rtl="0">
              <a:lnSpc>
                <a:spcPct val="100000"/>
              </a:lnSpc>
              <a:spcBef>
                <a:spcPts val="1000"/>
              </a:spcBef>
              <a:spcAft>
                <a:spcPts val="0"/>
              </a:spcAft>
              <a:buSzPts val="800"/>
              <a:buChar char="○"/>
              <a:defRPr sz="800"/>
            </a:lvl5pPr>
            <a:lvl6pPr indent="-279400" lvl="5" marL="2743200" rtl="0">
              <a:lnSpc>
                <a:spcPct val="100000"/>
              </a:lnSpc>
              <a:spcBef>
                <a:spcPts val="1000"/>
              </a:spcBef>
              <a:spcAft>
                <a:spcPts val="0"/>
              </a:spcAft>
              <a:buSzPts val="800"/>
              <a:buChar char="■"/>
              <a:defRPr sz="800"/>
            </a:lvl6pPr>
            <a:lvl7pPr indent="-279400" lvl="6" marL="3200400" rtl="0">
              <a:lnSpc>
                <a:spcPct val="100000"/>
              </a:lnSpc>
              <a:spcBef>
                <a:spcPts val="1000"/>
              </a:spcBef>
              <a:spcAft>
                <a:spcPts val="0"/>
              </a:spcAft>
              <a:buSzPts val="800"/>
              <a:buChar char="●"/>
              <a:defRPr sz="800"/>
            </a:lvl7pPr>
            <a:lvl8pPr indent="-279400" lvl="7" marL="3657600" rtl="0">
              <a:lnSpc>
                <a:spcPct val="100000"/>
              </a:lnSpc>
              <a:spcBef>
                <a:spcPts val="1000"/>
              </a:spcBef>
              <a:spcAft>
                <a:spcPts val="0"/>
              </a:spcAft>
              <a:buSzPts val="800"/>
              <a:buChar char="○"/>
              <a:defRPr sz="800"/>
            </a:lvl8pPr>
            <a:lvl9pPr indent="-279400" lvl="8" marL="4114800" rtl="0">
              <a:lnSpc>
                <a:spcPct val="100000"/>
              </a:lnSpc>
              <a:spcBef>
                <a:spcPts val="1000"/>
              </a:spcBef>
              <a:spcAft>
                <a:spcPts val="1000"/>
              </a:spcAft>
              <a:buSzPts val="800"/>
              <a:buChar char="■"/>
              <a:defRPr sz="800"/>
            </a:lvl9pPr>
          </a:lstStyle>
          <a:p/>
        </p:txBody>
      </p:sp>
      <p:sp>
        <p:nvSpPr>
          <p:cNvPr id="454" name="Google Shape;454;p47"/>
          <p:cNvSpPr txBox="1"/>
          <p:nvPr>
            <p:ph idx="5" type="body"/>
          </p:nvPr>
        </p:nvSpPr>
        <p:spPr>
          <a:xfrm>
            <a:off x="330570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1600"/>
              </a:spcBef>
              <a:spcAft>
                <a:spcPts val="0"/>
              </a:spcAft>
              <a:buSzPts val="4400"/>
              <a:buChar char="○"/>
              <a:defRPr b="1" sz="4400"/>
            </a:lvl2pPr>
            <a:lvl3pPr indent="-508000" lvl="2" marL="1371600" rtl="0">
              <a:lnSpc>
                <a:spcPct val="100000"/>
              </a:lnSpc>
              <a:spcBef>
                <a:spcPts val="1600"/>
              </a:spcBef>
              <a:spcAft>
                <a:spcPts val="0"/>
              </a:spcAft>
              <a:buSzPts val="4400"/>
              <a:buChar char="■"/>
              <a:defRPr b="1" sz="4400"/>
            </a:lvl3pPr>
            <a:lvl4pPr indent="-508000" lvl="3" marL="1828800" rtl="0">
              <a:lnSpc>
                <a:spcPct val="100000"/>
              </a:lnSpc>
              <a:spcBef>
                <a:spcPts val="1600"/>
              </a:spcBef>
              <a:spcAft>
                <a:spcPts val="0"/>
              </a:spcAft>
              <a:buSzPts val="4400"/>
              <a:buChar char="●"/>
              <a:defRPr b="1" sz="4400"/>
            </a:lvl4pPr>
            <a:lvl5pPr indent="-508000" lvl="4" marL="2286000" rtl="0">
              <a:lnSpc>
                <a:spcPct val="100000"/>
              </a:lnSpc>
              <a:spcBef>
                <a:spcPts val="1600"/>
              </a:spcBef>
              <a:spcAft>
                <a:spcPts val="0"/>
              </a:spcAft>
              <a:buSzPts val="4400"/>
              <a:buChar char="○"/>
              <a:defRPr b="1" sz="4400"/>
            </a:lvl5pPr>
            <a:lvl6pPr indent="-508000" lvl="5" marL="2743200" rtl="0">
              <a:lnSpc>
                <a:spcPct val="100000"/>
              </a:lnSpc>
              <a:spcBef>
                <a:spcPts val="1600"/>
              </a:spcBef>
              <a:spcAft>
                <a:spcPts val="0"/>
              </a:spcAft>
              <a:buSzPts val="4400"/>
              <a:buChar char="■"/>
              <a:defRPr b="1" sz="4400"/>
            </a:lvl6pPr>
            <a:lvl7pPr indent="-508000" lvl="6" marL="3200400" rtl="0">
              <a:lnSpc>
                <a:spcPct val="100000"/>
              </a:lnSpc>
              <a:spcBef>
                <a:spcPts val="1600"/>
              </a:spcBef>
              <a:spcAft>
                <a:spcPts val="0"/>
              </a:spcAft>
              <a:buSzPts val="4400"/>
              <a:buChar char="●"/>
              <a:defRPr b="1" sz="4400"/>
            </a:lvl7pPr>
            <a:lvl8pPr indent="-508000" lvl="7" marL="3657600" rtl="0">
              <a:lnSpc>
                <a:spcPct val="100000"/>
              </a:lnSpc>
              <a:spcBef>
                <a:spcPts val="1600"/>
              </a:spcBef>
              <a:spcAft>
                <a:spcPts val="0"/>
              </a:spcAft>
              <a:buSzPts val="4400"/>
              <a:buChar char="○"/>
              <a:defRPr b="1" sz="4400"/>
            </a:lvl8pPr>
            <a:lvl9pPr indent="-508000" lvl="8" marL="4114800" rtl="0">
              <a:lnSpc>
                <a:spcPct val="100000"/>
              </a:lnSpc>
              <a:spcBef>
                <a:spcPts val="1600"/>
              </a:spcBef>
              <a:spcAft>
                <a:spcPts val="1600"/>
              </a:spcAft>
              <a:buSzPts val="4400"/>
              <a:buChar char="■"/>
              <a:defRPr b="1" sz="4400"/>
            </a:lvl9pPr>
          </a:lstStyle>
          <a:p/>
        </p:txBody>
      </p:sp>
      <p:sp>
        <p:nvSpPr>
          <p:cNvPr id="455" name="Google Shape;455;p47"/>
          <p:cNvSpPr txBox="1"/>
          <p:nvPr>
            <p:ph idx="6" type="body"/>
          </p:nvPr>
        </p:nvSpPr>
        <p:spPr>
          <a:xfrm>
            <a:off x="330130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1000"/>
              </a:spcBef>
              <a:spcAft>
                <a:spcPts val="0"/>
              </a:spcAft>
              <a:buSzPts val="800"/>
              <a:buChar char="○"/>
              <a:defRPr sz="800"/>
            </a:lvl2pPr>
            <a:lvl3pPr indent="-279400" lvl="2" marL="1371600" rtl="0">
              <a:lnSpc>
                <a:spcPct val="100000"/>
              </a:lnSpc>
              <a:spcBef>
                <a:spcPts val="1000"/>
              </a:spcBef>
              <a:spcAft>
                <a:spcPts val="0"/>
              </a:spcAft>
              <a:buSzPts val="800"/>
              <a:buChar char="■"/>
              <a:defRPr sz="800"/>
            </a:lvl3pPr>
            <a:lvl4pPr indent="-279400" lvl="3" marL="1828800" rtl="0">
              <a:lnSpc>
                <a:spcPct val="100000"/>
              </a:lnSpc>
              <a:spcBef>
                <a:spcPts val="1000"/>
              </a:spcBef>
              <a:spcAft>
                <a:spcPts val="0"/>
              </a:spcAft>
              <a:buSzPts val="800"/>
              <a:buChar char="●"/>
              <a:defRPr sz="800"/>
            </a:lvl4pPr>
            <a:lvl5pPr indent="-279400" lvl="4" marL="2286000" rtl="0">
              <a:lnSpc>
                <a:spcPct val="100000"/>
              </a:lnSpc>
              <a:spcBef>
                <a:spcPts val="1000"/>
              </a:spcBef>
              <a:spcAft>
                <a:spcPts val="0"/>
              </a:spcAft>
              <a:buSzPts val="800"/>
              <a:buChar char="○"/>
              <a:defRPr sz="800"/>
            </a:lvl5pPr>
            <a:lvl6pPr indent="-279400" lvl="5" marL="2743200" rtl="0">
              <a:lnSpc>
                <a:spcPct val="100000"/>
              </a:lnSpc>
              <a:spcBef>
                <a:spcPts val="1000"/>
              </a:spcBef>
              <a:spcAft>
                <a:spcPts val="0"/>
              </a:spcAft>
              <a:buSzPts val="800"/>
              <a:buChar char="■"/>
              <a:defRPr sz="800"/>
            </a:lvl6pPr>
            <a:lvl7pPr indent="-279400" lvl="6" marL="3200400" rtl="0">
              <a:lnSpc>
                <a:spcPct val="100000"/>
              </a:lnSpc>
              <a:spcBef>
                <a:spcPts val="1000"/>
              </a:spcBef>
              <a:spcAft>
                <a:spcPts val="0"/>
              </a:spcAft>
              <a:buSzPts val="800"/>
              <a:buChar char="●"/>
              <a:defRPr sz="800"/>
            </a:lvl7pPr>
            <a:lvl8pPr indent="-279400" lvl="7" marL="3657600" rtl="0">
              <a:lnSpc>
                <a:spcPct val="100000"/>
              </a:lnSpc>
              <a:spcBef>
                <a:spcPts val="1000"/>
              </a:spcBef>
              <a:spcAft>
                <a:spcPts val="0"/>
              </a:spcAft>
              <a:buSzPts val="800"/>
              <a:buChar char="○"/>
              <a:defRPr sz="800"/>
            </a:lvl8pPr>
            <a:lvl9pPr indent="-279400" lvl="8" marL="4114800" rtl="0">
              <a:lnSpc>
                <a:spcPct val="100000"/>
              </a:lnSpc>
              <a:spcBef>
                <a:spcPts val="1000"/>
              </a:spcBef>
              <a:spcAft>
                <a:spcPts val="1000"/>
              </a:spcAft>
              <a:buSzPts val="800"/>
              <a:buChar char="■"/>
              <a:defRPr sz="800"/>
            </a:lvl9pPr>
          </a:lstStyle>
          <a:p/>
        </p:txBody>
      </p:sp>
      <p:sp>
        <p:nvSpPr>
          <p:cNvPr id="456" name="Google Shape;456;p47"/>
          <p:cNvSpPr txBox="1"/>
          <p:nvPr>
            <p:ph idx="7" type="body"/>
          </p:nvPr>
        </p:nvSpPr>
        <p:spPr>
          <a:xfrm>
            <a:off x="5454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1600"/>
              </a:spcBef>
              <a:spcAft>
                <a:spcPts val="0"/>
              </a:spcAft>
              <a:buSzPts val="4400"/>
              <a:buChar char="○"/>
              <a:defRPr b="1" sz="4400"/>
            </a:lvl2pPr>
            <a:lvl3pPr indent="-508000" lvl="2" marL="1371600" rtl="0">
              <a:lnSpc>
                <a:spcPct val="100000"/>
              </a:lnSpc>
              <a:spcBef>
                <a:spcPts val="1600"/>
              </a:spcBef>
              <a:spcAft>
                <a:spcPts val="0"/>
              </a:spcAft>
              <a:buSzPts val="4400"/>
              <a:buChar char="■"/>
              <a:defRPr b="1" sz="4400"/>
            </a:lvl3pPr>
            <a:lvl4pPr indent="-508000" lvl="3" marL="1828800" rtl="0">
              <a:lnSpc>
                <a:spcPct val="100000"/>
              </a:lnSpc>
              <a:spcBef>
                <a:spcPts val="1600"/>
              </a:spcBef>
              <a:spcAft>
                <a:spcPts val="0"/>
              </a:spcAft>
              <a:buSzPts val="4400"/>
              <a:buChar char="●"/>
              <a:defRPr b="1" sz="4400"/>
            </a:lvl4pPr>
            <a:lvl5pPr indent="-508000" lvl="4" marL="2286000" rtl="0">
              <a:lnSpc>
                <a:spcPct val="100000"/>
              </a:lnSpc>
              <a:spcBef>
                <a:spcPts val="1600"/>
              </a:spcBef>
              <a:spcAft>
                <a:spcPts val="0"/>
              </a:spcAft>
              <a:buSzPts val="4400"/>
              <a:buChar char="○"/>
              <a:defRPr b="1" sz="4400"/>
            </a:lvl5pPr>
            <a:lvl6pPr indent="-508000" lvl="5" marL="2743200" rtl="0">
              <a:lnSpc>
                <a:spcPct val="100000"/>
              </a:lnSpc>
              <a:spcBef>
                <a:spcPts val="1600"/>
              </a:spcBef>
              <a:spcAft>
                <a:spcPts val="0"/>
              </a:spcAft>
              <a:buSzPts val="4400"/>
              <a:buChar char="■"/>
              <a:defRPr b="1" sz="4400"/>
            </a:lvl6pPr>
            <a:lvl7pPr indent="-508000" lvl="6" marL="3200400" rtl="0">
              <a:lnSpc>
                <a:spcPct val="100000"/>
              </a:lnSpc>
              <a:spcBef>
                <a:spcPts val="1600"/>
              </a:spcBef>
              <a:spcAft>
                <a:spcPts val="0"/>
              </a:spcAft>
              <a:buSzPts val="4400"/>
              <a:buChar char="●"/>
              <a:defRPr b="1" sz="4400"/>
            </a:lvl7pPr>
            <a:lvl8pPr indent="-508000" lvl="7" marL="3657600" rtl="0">
              <a:lnSpc>
                <a:spcPct val="100000"/>
              </a:lnSpc>
              <a:spcBef>
                <a:spcPts val="1600"/>
              </a:spcBef>
              <a:spcAft>
                <a:spcPts val="0"/>
              </a:spcAft>
              <a:buSzPts val="4400"/>
              <a:buChar char="○"/>
              <a:defRPr b="1" sz="4400"/>
            </a:lvl8pPr>
            <a:lvl9pPr indent="-508000" lvl="8" marL="4114800" rtl="0">
              <a:lnSpc>
                <a:spcPct val="100000"/>
              </a:lnSpc>
              <a:spcBef>
                <a:spcPts val="1600"/>
              </a:spcBef>
              <a:spcAft>
                <a:spcPts val="1600"/>
              </a:spcAft>
              <a:buSzPts val="4400"/>
              <a:buChar char="■"/>
              <a:defRPr b="1" sz="4400"/>
            </a:lvl9pPr>
          </a:lstStyle>
          <a:p/>
        </p:txBody>
      </p:sp>
      <p:sp>
        <p:nvSpPr>
          <p:cNvPr id="457" name="Google Shape;457;p47"/>
          <p:cNvSpPr txBox="1"/>
          <p:nvPr>
            <p:ph idx="8" type="body"/>
          </p:nvPr>
        </p:nvSpPr>
        <p:spPr>
          <a:xfrm>
            <a:off x="5410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1000"/>
              </a:spcBef>
              <a:spcAft>
                <a:spcPts val="0"/>
              </a:spcAft>
              <a:buSzPts val="800"/>
              <a:buChar char="○"/>
              <a:defRPr sz="800"/>
            </a:lvl2pPr>
            <a:lvl3pPr indent="-279400" lvl="2" marL="1371600" rtl="0">
              <a:lnSpc>
                <a:spcPct val="100000"/>
              </a:lnSpc>
              <a:spcBef>
                <a:spcPts val="1000"/>
              </a:spcBef>
              <a:spcAft>
                <a:spcPts val="0"/>
              </a:spcAft>
              <a:buSzPts val="800"/>
              <a:buChar char="■"/>
              <a:defRPr sz="800"/>
            </a:lvl3pPr>
            <a:lvl4pPr indent="-279400" lvl="3" marL="1828800" rtl="0">
              <a:lnSpc>
                <a:spcPct val="100000"/>
              </a:lnSpc>
              <a:spcBef>
                <a:spcPts val="1000"/>
              </a:spcBef>
              <a:spcAft>
                <a:spcPts val="0"/>
              </a:spcAft>
              <a:buSzPts val="800"/>
              <a:buChar char="●"/>
              <a:defRPr sz="800"/>
            </a:lvl4pPr>
            <a:lvl5pPr indent="-279400" lvl="4" marL="2286000" rtl="0">
              <a:lnSpc>
                <a:spcPct val="100000"/>
              </a:lnSpc>
              <a:spcBef>
                <a:spcPts val="1000"/>
              </a:spcBef>
              <a:spcAft>
                <a:spcPts val="0"/>
              </a:spcAft>
              <a:buSzPts val="800"/>
              <a:buChar char="○"/>
              <a:defRPr sz="800"/>
            </a:lvl5pPr>
            <a:lvl6pPr indent="-279400" lvl="5" marL="2743200" rtl="0">
              <a:lnSpc>
                <a:spcPct val="100000"/>
              </a:lnSpc>
              <a:spcBef>
                <a:spcPts val="1000"/>
              </a:spcBef>
              <a:spcAft>
                <a:spcPts val="0"/>
              </a:spcAft>
              <a:buSzPts val="800"/>
              <a:buChar char="■"/>
              <a:defRPr sz="800"/>
            </a:lvl6pPr>
            <a:lvl7pPr indent="-279400" lvl="6" marL="3200400" rtl="0">
              <a:lnSpc>
                <a:spcPct val="100000"/>
              </a:lnSpc>
              <a:spcBef>
                <a:spcPts val="1000"/>
              </a:spcBef>
              <a:spcAft>
                <a:spcPts val="0"/>
              </a:spcAft>
              <a:buSzPts val="800"/>
              <a:buChar char="●"/>
              <a:defRPr sz="800"/>
            </a:lvl7pPr>
            <a:lvl8pPr indent="-279400" lvl="7" marL="3657600" rtl="0">
              <a:lnSpc>
                <a:spcPct val="100000"/>
              </a:lnSpc>
              <a:spcBef>
                <a:spcPts val="1000"/>
              </a:spcBef>
              <a:spcAft>
                <a:spcPts val="0"/>
              </a:spcAft>
              <a:buSzPts val="800"/>
              <a:buChar char="○"/>
              <a:defRPr sz="800"/>
            </a:lvl8pPr>
            <a:lvl9pPr indent="-279400" lvl="8" marL="4114800" rtl="0">
              <a:lnSpc>
                <a:spcPct val="100000"/>
              </a:lnSpc>
              <a:spcBef>
                <a:spcPts val="1000"/>
              </a:spcBef>
              <a:spcAft>
                <a:spcPts val="1000"/>
              </a:spcAft>
              <a:buSzPts val="800"/>
              <a:buChar char="■"/>
              <a:defRPr sz="800"/>
            </a:lvl9pPr>
          </a:lstStyle>
          <a:p/>
        </p:txBody>
      </p:sp>
      <p:sp>
        <p:nvSpPr>
          <p:cNvPr id="458" name="Google Shape;458;p47"/>
          <p:cNvSpPr txBox="1"/>
          <p:nvPr>
            <p:ph idx="9" type="body"/>
          </p:nvPr>
        </p:nvSpPr>
        <p:spPr>
          <a:xfrm>
            <a:off x="330350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1600"/>
              </a:spcBef>
              <a:spcAft>
                <a:spcPts val="0"/>
              </a:spcAft>
              <a:buSzPts val="4400"/>
              <a:buChar char="○"/>
              <a:defRPr b="1" sz="4400"/>
            </a:lvl2pPr>
            <a:lvl3pPr indent="-508000" lvl="2" marL="1371600" rtl="0">
              <a:lnSpc>
                <a:spcPct val="100000"/>
              </a:lnSpc>
              <a:spcBef>
                <a:spcPts val="1600"/>
              </a:spcBef>
              <a:spcAft>
                <a:spcPts val="0"/>
              </a:spcAft>
              <a:buSzPts val="4400"/>
              <a:buChar char="■"/>
              <a:defRPr b="1" sz="4400"/>
            </a:lvl3pPr>
            <a:lvl4pPr indent="-508000" lvl="3" marL="1828800" rtl="0">
              <a:lnSpc>
                <a:spcPct val="100000"/>
              </a:lnSpc>
              <a:spcBef>
                <a:spcPts val="1600"/>
              </a:spcBef>
              <a:spcAft>
                <a:spcPts val="0"/>
              </a:spcAft>
              <a:buSzPts val="4400"/>
              <a:buChar char="●"/>
              <a:defRPr b="1" sz="4400"/>
            </a:lvl4pPr>
            <a:lvl5pPr indent="-508000" lvl="4" marL="2286000" rtl="0">
              <a:lnSpc>
                <a:spcPct val="100000"/>
              </a:lnSpc>
              <a:spcBef>
                <a:spcPts val="1600"/>
              </a:spcBef>
              <a:spcAft>
                <a:spcPts val="0"/>
              </a:spcAft>
              <a:buSzPts val="4400"/>
              <a:buChar char="○"/>
              <a:defRPr b="1" sz="4400"/>
            </a:lvl5pPr>
            <a:lvl6pPr indent="-508000" lvl="5" marL="2743200" rtl="0">
              <a:lnSpc>
                <a:spcPct val="100000"/>
              </a:lnSpc>
              <a:spcBef>
                <a:spcPts val="1600"/>
              </a:spcBef>
              <a:spcAft>
                <a:spcPts val="0"/>
              </a:spcAft>
              <a:buSzPts val="4400"/>
              <a:buChar char="■"/>
              <a:defRPr b="1" sz="4400"/>
            </a:lvl6pPr>
            <a:lvl7pPr indent="-508000" lvl="6" marL="3200400" rtl="0">
              <a:lnSpc>
                <a:spcPct val="100000"/>
              </a:lnSpc>
              <a:spcBef>
                <a:spcPts val="1600"/>
              </a:spcBef>
              <a:spcAft>
                <a:spcPts val="0"/>
              </a:spcAft>
              <a:buSzPts val="4400"/>
              <a:buChar char="●"/>
              <a:defRPr b="1" sz="4400"/>
            </a:lvl7pPr>
            <a:lvl8pPr indent="-508000" lvl="7" marL="3657600" rtl="0">
              <a:lnSpc>
                <a:spcPct val="100000"/>
              </a:lnSpc>
              <a:spcBef>
                <a:spcPts val="1600"/>
              </a:spcBef>
              <a:spcAft>
                <a:spcPts val="0"/>
              </a:spcAft>
              <a:buSzPts val="4400"/>
              <a:buChar char="○"/>
              <a:defRPr b="1" sz="4400"/>
            </a:lvl8pPr>
            <a:lvl9pPr indent="-508000" lvl="8" marL="4114800" rtl="0">
              <a:lnSpc>
                <a:spcPct val="100000"/>
              </a:lnSpc>
              <a:spcBef>
                <a:spcPts val="1600"/>
              </a:spcBef>
              <a:spcAft>
                <a:spcPts val="1600"/>
              </a:spcAft>
              <a:buSzPts val="4400"/>
              <a:buChar char="■"/>
              <a:defRPr b="1" sz="4400"/>
            </a:lvl9pPr>
          </a:lstStyle>
          <a:p/>
        </p:txBody>
      </p:sp>
      <p:sp>
        <p:nvSpPr>
          <p:cNvPr id="459" name="Google Shape;459;p47"/>
          <p:cNvSpPr txBox="1"/>
          <p:nvPr>
            <p:ph idx="13" type="body"/>
          </p:nvPr>
        </p:nvSpPr>
        <p:spPr>
          <a:xfrm>
            <a:off x="329910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1000"/>
              </a:spcBef>
              <a:spcAft>
                <a:spcPts val="0"/>
              </a:spcAft>
              <a:buSzPts val="800"/>
              <a:buChar char="○"/>
              <a:defRPr sz="800"/>
            </a:lvl2pPr>
            <a:lvl3pPr indent="-279400" lvl="2" marL="1371600" rtl="0">
              <a:lnSpc>
                <a:spcPct val="100000"/>
              </a:lnSpc>
              <a:spcBef>
                <a:spcPts val="1000"/>
              </a:spcBef>
              <a:spcAft>
                <a:spcPts val="0"/>
              </a:spcAft>
              <a:buSzPts val="800"/>
              <a:buChar char="■"/>
              <a:defRPr sz="800"/>
            </a:lvl3pPr>
            <a:lvl4pPr indent="-279400" lvl="3" marL="1828800" rtl="0">
              <a:lnSpc>
                <a:spcPct val="100000"/>
              </a:lnSpc>
              <a:spcBef>
                <a:spcPts val="1000"/>
              </a:spcBef>
              <a:spcAft>
                <a:spcPts val="0"/>
              </a:spcAft>
              <a:buSzPts val="800"/>
              <a:buChar char="●"/>
              <a:defRPr sz="800"/>
            </a:lvl4pPr>
            <a:lvl5pPr indent="-279400" lvl="4" marL="2286000" rtl="0">
              <a:lnSpc>
                <a:spcPct val="100000"/>
              </a:lnSpc>
              <a:spcBef>
                <a:spcPts val="1000"/>
              </a:spcBef>
              <a:spcAft>
                <a:spcPts val="0"/>
              </a:spcAft>
              <a:buSzPts val="800"/>
              <a:buChar char="○"/>
              <a:defRPr sz="800"/>
            </a:lvl5pPr>
            <a:lvl6pPr indent="-279400" lvl="5" marL="2743200" rtl="0">
              <a:lnSpc>
                <a:spcPct val="100000"/>
              </a:lnSpc>
              <a:spcBef>
                <a:spcPts val="1000"/>
              </a:spcBef>
              <a:spcAft>
                <a:spcPts val="0"/>
              </a:spcAft>
              <a:buSzPts val="800"/>
              <a:buChar char="■"/>
              <a:defRPr sz="800"/>
            </a:lvl6pPr>
            <a:lvl7pPr indent="-279400" lvl="6" marL="3200400" rtl="0">
              <a:lnSpc>
                <a:spcPct val="100000"/>
              </a:lnSpc>
              <a:spcBef>
                <a:spcPts val="1000"/>
              </a:spcBef>
              <a:spcAft>
                <a:spcPts val="0"/>
              </a:spcAft>
              <a:buSzPts val="800"/>
              <a:buChar char="●"/>
              <a:defRPr sz="800"/>
            </a:lvl7pPr>
            <a:lvl8pPr indent="-279400" lvl="7" marL="3657600" rtl="0">
              <a:lnSpc>
                <a:spcPct val="100000"/>
              </a:lnSpc>
              <a:spcBef>
                <a:spcPts val="1000"/>
              </a:spcBef>
              <a:spcAft>
                <a:spcPts val="0"/>
              </a:spcAft>
              <a:buSzPts val="800"/>
              <a:buChar char="○"/>
              <a:defRPr sz="800"/>
            </a:lvl8pPr>
            <a:lvl9pPr indent="-279400" lvl="8" marL="4114800" rtl="0">
              <a:lnSpc>
                <a:spcPct val="100000"/>
              </a:lnSpc>
              <a:spcBef>
                <a:spcPts val="1000"/>
              </a:spcBef>
              <a:spcAft>
                <a:spcPts val="1000"/>
              </a:spcAft>
              <a:buSzPts val="800"/>
              <a:buChar char="■"/>
              <a:defRPr sz="800"/>
            </a:lvl9pPr>
          </a:lstStyle>
          <a:p/>
        </p:txBody>
      </p:sp>
      <p:sp>
        <p:nvSpPr>
          <p:cNvPr id="460" name="Google Shape;460;p47"/>
          <p:cNvSpPr txBox="1"/>
          <p:nvPr>
            <p:ph idx="14" type="body"/>
          </p:nvPr>
        </p:nvSpPr>
        <p:spPr>
          <a:xfrm>
            <a:off x="60615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1600"/>
              </a:spcBef>
              <a:spcAft>
                <a:spcPts val="0"/>
              </a:spcAft>
              <a:buSzPts val="4400"/>
              <a:buChar char="○"/>
              <a:defRPr b="1" sz="4400"/>
            </a:lvl2pPr>
            <a:lvl3pPr indent="-508000" lvl="2" marL="1371600" rtl="0">
              <a:lnSpc>
                <a:spcPct val="100000"/>
              </a:lnSpc>
              <a:spcBef>
                <a:spcPts val="1600"/>
              </a:spcBef>
              <a:spcAft>
                <a:spcPts val="0"/>
              </a:spcAft>
              <a:buSzPts val="4400"/>
              <a:buChar char="■"/>
              <a:defRPr b="1" sz="4400"/>
            </a:lvl3pPr>
            <a:lvl4pPr indent="-508000" lvl="3" marL="1828800" rtl="0">
              <a:lnSpc>
                <a:spcPct val="100000"/>
              </a:lnSpc>
              <a:spcBef>
                <a:spcPts val="1600"/>
              </a:spcBef>
              <a:spcAft>
                <a:spcPts val="0"/>
              </a:spcAft>
              <a:buSzPts val="4400"/>
              <a:buChar char="●"/>
              <a:defRPr b="1" sz="4400"/>
            </a:lvl4pPr>
            <a:lvl5pPr indent="-508000" lvl="4" marL="2286000" rtl="0">
              <a:lnSpc>
                <a:spcPct val="100000"/>
              </a:lnSpc>
              <a:spcBef>
                <a:spcPts val="1600"/>
              </a:spcBef>
              <a:spcAft>
                <a:spcPts val="0"/>
              </a:spcAft>
              <a:buSzPts val="4400"/>
              <a:buChar char="○"/>
              <a:defRPr b="1" sz="4400"/>
            </a:lvl5pPr>
            <a:lvl6pPr indent="-508000" lvl="5" marL="2743200" rtl="0">
              <a:lnSpc>
                <a:spcPct val="100000"/>
              </a:lnSpc>
              <a:spcBef>
                <a:spcPts val="1600"/>
              </a:spcBef>
              <a:spcAft>
                <a:spcPts val="0"/>
              </a:spcAft>
              <a:buSzPts val="4400"/>
              <a:buChar char="■"/>
              <a:defRPr b="1" sz="4400"/>
            </a:lvl6pPr>
            <a:lvl7pPr indent="-508000" lvl="6" marL="3200400" rtl="0">
              <a:lnSpc>
                <a:spcPct val="100000"/>
              </a:lnSpc>
              <a:spcBef>
                <a:spcPts val="1600"/>
              </a:spcBef>
              <a:spcAft>
                <a:spcPts val="0"/>
              </a:spcAft>
              <a:buSzPts val="4400"/>
              <a:buChar char="●"/>
              <a:defRPr b="1" sz="4400"/>
            </a:lvl7pPr>
            <a:lvl8pPr indent="-508000" lvl="7" marL="3657600" rtl="0">
              <a:lnSpc>
                <a:spcPct val="100000"/>
              </a:lnSpc>
              <a:spcBef>
                <a:spcPts val="1600"/>
              </a:spcBef>
              <a:spcAft>
                <a:spcPts val="0"/>
              </a:spcAft>
              <a:buSzPts val="4400"/>
              <a:buChar char="○"/>
              <a:defRPr b="1" sz="4400"/>
            </a:lvl8pPr>
            <a:lvl9pPr indent="-508000" lvl="8" marL="4114800" rtl="0">
              <a:lnSpc>
                <a:spcPct val="100000"/>
              </a:lnSpc>
              <a:spcBef>
                <a:spcPts val="1600"/>
              </a:spcBef>
              <a:spcAft>
                <a:spcPts val="1600"/>
              </a:spcAft>
              <a:buSzPts val="4400"/>
              <a:buChar char="■"/>
              <a:defRPr b="1" sz="4400"/>
            </a:lvl9pPr>
          </a:lstStyle>
          <a:p/>
        </p:txBody>
      </p:sp>
      <p:sp>
        <p:nvSpPr>
          <p:cNvPr id="461" name="Google Shape;461;p47"/>
          <p:cNvSpPr txBox="1"/>
          <p:nvPr>
            <p:ph idx="15" type="body"/>
          </p:nvPr>
        </p:nvSpPr>
        <p:spPr>
          <a:xfrm>
            <a:off x="60571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1000"/>
              </a:spcBef>
              <a:spcAft>
                <a:spcPts val="0"/>
              </a:spcAft>
              <a:buSzPts val="800"/>
              <a:buChar char="○"/>
              <a:defRPr sz="800"/>
            </a:lvl2pPr>
            <a:lvl3pPr indent="-279400" lvl="2" marL="1371600" rtl="0">
              <a:lnSpc>
                <a:spcPct val="100000"/>
              </a:lnSpc>
              <a:spcBef>
                <a:spcPts val="1000"/>
              </a:spcBef>
              <a:spcAft>
                <a:spcPts val="0"/>
              </a:spcAft>
              <a:buSzPts val="800"/>
              <a:buChar char="■"/>
              <a:defRPr sz="800"/>
            </a:lvl3pPr>
            <a:lvl4pPr indent="-279400" lvl="3" marL="1828800" rtl="0">
              <a:lnSpc>
                <a:spcPct val="100000"/>
              </a:lnSpc>
              <a:spcBef>
                <a:spcPts val="1000"/>
              </a:spcBef>
              <a:spcAft>
                <a:spcPts val="0"/>
              </a:spcAft>
              <a:buSzPts val="800"/>
              <a:buChar char="●"/>
              <a:defRPr sz="800"/>
            </a:lvl4pPr>
            <a:lvl5pPr indent="-279400" lvl="4" marL="2286000" rtl="0">
              <a:lnSpc>
                <a:spcPct val="100000"/>
              </a:lnSpc>
              <a:spcBef>
                <a:spcPts val="1000"/>
              </a:spcBef>
              <a:spcAft>
                <a:spcPts val="0"/>
              </a:spcAft>
              <a:buSzPts val="800"/>
              <a:buChar char="○"/>
              <a:defRPr sz="800"/>
            </a:lvl5pPr>
            <a:lvl6pPr indent="-279400" lvl="5" marL="2743200" rtl="0">
              <a:lnSpc>
                <a:spcPct val="100000"/>
              </a:lnSpc>
              <a:spcBef>
                <a:spcPts val="1000"/>
              </a:spcBef>
              <a:spcAft>
                <a:spcPts val="0"/>
              </a:spcAft>
              <a:buSzPts val="800"/>
              <a:buChar char="■"/>
              <a:defRPr sz="800"/>
            </a:lvl6pPr>
            <a:lvl7pPr indent="-279400" lvl="6" marL="3200400" rtl="0">
              <a:lnSpc>
                <a:spcPct val="100000"/>
              </a:lnSpc>
              <a:spcBef>
                <a:spcPts val="1000"/>
              </a:spcBef>
              <a:spcAft>
                <a:spcPts val="0"/>
              </a:spcAft>
              <a:buSzPts val="800"/>
              <a:buChar char="●"/>
              <a:defRPr sz="800"/>
            </a:lvl7pPr>
            <a:lvl8pPr indent="-279400" lvl="7" marL="3657600" rtl="0">
              <a:lnSpc>
                <a:spcPct val="100000"/>
              </a:lnSpc>
              <a:spcBef>
                <a:spcPts val="1000"/>
              </a:spcBef>
              <a:spcAft>
                <a:spcPts val="0"/>
              </a:spcAft>
              <a:buSzPts val="800"/>
              <a:buChar char="○"/>
              <a:defRPr sz="800"/>
            </a:lvl8pPr>
            <a:lvl9pPr indent="-279400" lvl="8" marL="4114800" rtl="0">
              <a:lnSpc>
                <a:spcPct val="100000"/>
              </a:lnSpc>
              <a:spcBef>
                <a:spcPts val="1000"/>
              </a:spcBef>
              <a:spcAft>
                <a:spcPts val="1000"/>
              </a:spcAft>
              <a:buSzPts val="800"/>
              <a:buChar char="■"/>
              <a:defRPr sz="800"/>
            </a:lvl9pPr>
          </a:lstStyle>
          <a:p/>
        </p:txBody>
      </p:sp>
      <p:cxnSp>
        <p:nvCxnSpPr>
          <p:cNvPr id="462" name="Google Shape;462;p47"/>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63" name="Google Shape;463;p47"/>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64" name="Google Shape;464;p47"/>
          <p:cNvSpPr txBox="1"/>
          <p:nvPr>
            <p:ph idx="16"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65" name="Google Shape;465;p47"/>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6" name="Google Shape;466;p47"/>
          <p:cNvSpPr txBox="1"/>
          <p:nvPr>
            <p:ph type="ctrTitle"/>
          </p:nvPr>
        </p:nvSpPr>
        <p:spPr>
          <a:xfrm>
            <a:off x="545450" y="368250"/>
            <a:ext cx="59817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467" name="Google Shape;467;p47"/>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1 - black">
  <p:cSld name="BLANK_1_1_1_1_1_1_1_1_1_2">
    <p:bg>
      <p:bgPr>
        <a:solidFill>
          <a:srgbClr val="131313"/>
        </a:solidFill>
      </p:bgPr>
    </p:bg>
    <p:spTree>
      <p:nvGrpSpPr>
        <p:cNvPr id="468" name="Shape 468"/>
        <p:cNvGrpSpPr/>
        <p:nvPr/>
      </p:nvGrpSpPr>
      <p:grpSpPr>
        <a:xfrm>
          <a:off x="0" y="0"/>
          <a:ext cx="0" cy="0"/>
          <a:chOff x="0" y="0"/>
          <a:chExt cx="0" cy="0"/>
        </a:xfrm>
      </p:grpSpPr>
      <p:pic>
        <p:nvPicPr>
          <p:cNvPr id="469" name="Google Shape;469;p48"/>
          <p:cNvPicPr preferRelativeResize="0"/>
          <p:nvPr/>
        </p:nvPicPr>
        <p:blipFill>
          <a:blip r:embed="rId2">
            <a:alphaModFix/>
          </a:blip>
          <a:stretch>
            <a:fillRect/>
          </a:stretch>
        </p:blipFill>
        <p:spPr>
          <a:xfrm>
            <a:off x="547050" y="4639175"/>
            <a:ext cx="453574" cy="111625"/>
          </a:xfrm>
          <a:prstGeom prst="rect">
            <a:avLst/>
          </a:prstGeom>
          <a:noFill/>
          <a:ln>
            <a:noFill/>
          </a:ln>
        </p:spPr>
      </p:pic>
      <p:sp>
        <p:nvSpPr>
          <p:cNvPr id="470" name="Google Shape;470;p48"/>
          <p:cNvSpPr txBox="1"/>
          <p:nvPr>
            <p:ph idx="1" type="body"/>
          </p:nvPr>
        </p:nvSpPr>
        <p:spPr>
          <a:xfrm>
            <a:off x="5454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471" name="Google Shape;471;p48"/>
          <p:cNvSpPr txBox="1"/>
          <p:nvPr>
            <p:ph idx="2" type="body"/>
          </p:nvPr>
        </p:nvSpPr>
        <p:spPr>
          <a:xfrm>
            <a:off x="5410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472" name="Google Shape;472;p48"/>
          <p:cNvSpPr txBox="1"/>
          <p:nvPr>
            <p:ph idx="3" type="body"/>
          </p:nvPr>
        </p:nvSpPr>
        <p:spPr>
          <a:xfrm>
            <a:off x="60659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473" name="Google Shape;473;p48"/>
          <p:cNvSpPr txBox="1"/>
          <p:nvPr>
            <p:ph idx="4" type="body"/>
          </p:nvPr>
        </p:nvSpPr>
        <p:spPr>
          <a:xfrm>
            <a:off x="60615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474" name="Google Shape;474;p48"/>
          <p:cNvSpPr txBox="1"/>
          <p:nvPr>
            <p:ph idx="5" type="body"/>
          </p:nvPr>
        </p:nvSpPr>
        <p:spPr>
          <a:xfrm>
            <a:off x="330570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475" name="Google Shape;475;p48"/>
          <p:cNvSpPr txBox="1"/>
          <p:nvPr>
            <p:ph idx="6" type="body"/>
          </p:nvPr>
        </p:nvSpPr>
        <p:spPr>
          <a:xfrm>
            <a:off x="330130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476" name="Google Shape;476;p48"/>
          <p:cNvSpPr txBox="1"/>
          <p:nvPr>
            <p:ph idx="7" type="body"/>
          </p:nvPr>
        </p:nvSpPr>
        <p:spPr>
          <a:xfrm>
            <a:off x="5454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477" name="Google Shape;477;p48"/>
          <p:cNvSpPr txBox="1"/>
          <p:nvPr>
            <p:ph idx="8" type="body"/>
          </p:nvPr>
        </p:nvSpPr>
        <p:spPr>
          <a:xfrm>
            <a:off x="5410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478" name="Google Shape;478;p48"/>
          <p:cNvSpPr txBox="1"/>
          <p:nvPr>
            <p:ph idx="9" type="body"/>
          </p:nvPr>
        </p:nvSpPr>
        <p:spPr>
          <a:xfrm>
            <a:off x="330350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479" name="Google Shape;479;p48"/>
          <p:cNvSpPr txBox="1"/>
          <p:nvPr>
            <p:ph idx="13" type="body"/>
          </p:nvPr>
        </p:nvSpPr>
        <p:spPr>
          <a:xfrm>
            <a:off x="329910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480" name="Google Shape;480;p48"/>
          <p:cNvSpPr txBox="1"/>
          <p:nvPr>
            <p:ph idx="14" type="body"/>
          </p:nvPr>
        </p:nvSpPr>
        <p:spPr>
          <a:xfrm>
            <a:off x="60615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481" name="Google Shape;481;p48"/>
          <p:cNvSpPr txBox="1"/>
          <p:nvPr>
            <p:ph idx="15" type="body"/>
          </p:nvPr>
        </p:nvSpPr>
        <p:spPr>
          <a:xfrm>
            <a:off x="60571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cxnSp>
        <p:nvCxnSpPr>
          <p:cNvPr id="482" name="Google Shape;482;p48"/>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483" name="Google Shape;483;p48"/>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Clr>
                <a:srgbClr val="FFFFFF"/>
              </a:buClr>
              <a:buSzPts val="1800"/>
              <a:buNone/>
              <a:defRPr sz="1800">
                <a:solidFill>
                  <a:srgbClr val="FFFFFF"/>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484" name="Google Shape;484;p48"/>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485" name="Google Shape;485;p48"/>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486" name="Google Shape;486;p48"/>
          <p:cNvSpPr txBox="1"/>
          <p:nvPr>
            <p:ph idx="16"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487" name="Google Shape;487;p48"/>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2">
  <p:cSld name="BLANK_1_1_1_1_1_1_1_1_1_1">
    <p:bg>
      <p:bgPr>
        <a:solidFill>
          <a:srgbClr val="FFFFFF"/>
        </a:solidFill>
      </p:bgPr>
    </p:bg>
    <p:spTree>
      <p:nvGrpSpPr>
        <p:cNvPr id="488" name="Shape 488"/>
        <p:cNvGrpSpPr/>
        <p:nvPr/>
      </p:nvGrpSpPr>
      <p:grpSpPr>
        <a:xfrm>
          <a:off x="0" y="0"/>
          <a:ext cx="0" cy="0"/>
          <a:chOff x="0" y="0"/>
          <a:chExt cx="0" cy="0"/>
        </a:xfrm>
      </p:grpSpPr>
      <p:sp>
        <p:nvSpPr>
          <p:cNvPr id="489" name="Google Shape;489;p49"/>
          <p:cNvSpPr txBox="1"/>
          <p:nvPr>
            <p:ph idx="1" type="body"/>
          </p:nvPr>
        </p:nvSpPr>
        <p:spPr>
          <a:xfrm>
            <a:off x="545450" y="1218751"/>
            <a:ext cx="23043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490" name="Google Shape;490;p49"/>
          <p:cNvSpPr txBox="1"/>
          <p:nvPr>
            <p:ph idx="2" type="body"/>
          </p:nvPr>
        </p:nvSpPr>
        <p:spPr>
          <a:xfrm>
            <a:off x="60659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491" name="Google Shape;491;p49"/>
          <p:cNvSpPr txBox="1"/>
          <p:nvPr>
            <p:ph idx="3" type="body"/>
          </p:nvPr>
        </p:nvSpPr>
        <p:spPr>
          <a:xfrm>
            <a:off x="60615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492" name="Google Shape;492;p49"/>
          <p:cNvSpPr txBox="1"/>
          <p:nvPr>
            <p:ph idx="4" type="body"/>
          </p:nvPr>
        </p:nvSpPr>
        <p:spPr>
          <a:xfrm>
            <a:off x="330570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493" name="Google Shape;493;p49"/>
          <p:cNvSpPr txBox="1"/>
          <p:nvPr>
            <p:ph idx="5" type="body"/>
          </p:nvPr>
        </p:nvSpPr>
        <p:spPr>
          <a:xfrm>
            <a:off x="330130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494" name="Google Shape;494;p49"/>
          <p:cNvSpPr txBox="1"/>
          <p:nvPr>
            <p:ph idx="6" type="body"/>
          </p:nvPr>
        </p:nvSpPr>
        <p:spPr>
          <a:xfrm>
            <a:off x="330350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495" name="Google Shape;495;p49"/>
          <p:cNvSpPr txBox="1"/>
          <p:nvPr>
            <p:ph idx="7" type="body"/>
          </p:nvPr>
        </p:nvSpPr>
        <p:spPr>
          <a:xfrm>
            <a:off x="329910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496" name="Google Shape;496;p49"/>
          <p:cNvSpPr txBox="1"/>
          <p:nvPr>
            <p:ph idx="8" type="body"/>
          </p:nvPr>
        </p:nvSpPr>
        <p:spPr>
          <a:xfrm>
            <a:off x="60615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497" name="Google Shape;497;p49"/>
          <p:cNvSpPr txBox="1"/>
          <p:nvPr>
            <p:ph idx="9" type="body"/>
          </p:nvPr>
        </p:nvSpPr>
        <p:spPr>
          <a:xfrm>
            <a:off x="60571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498" name="Google Shape;498;p49"/>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99" name="Google Shape;499;p49"/>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500" name="Google Shape;500;p49"/>
          <p:cNvSpPr txBox="1"/>
          <p:nvPr>
            <p:ph idx="13"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501" name="Google Shape;501;p49"/>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02" name="Google Shape;502;p49"/>
          <p:cNvSpPr txBox="1"/>
          <p:nvPr>
            <p:ph type="ctrTitle"/>
          </p:nvPr>
        </p:nvSpPr>
        <p:spPr>
          <a:xfrm>
            <a:off x="545450" y="368250"/>
            <a:ext cx="59817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03" name="Google Shape;503;p49"/>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504" name="Google Shape;504;p49"/>
          <p:cNvCxnSpPr/>
          <p:nvPr/>
        </p:nvCxnSpPr>
        <p:spPr>
          <a:xfrm>
            <a:off x="3082950" y="842475"/>
            <a:ext cx="0" cy="3706800"/>
          </a:xfrm>
          <a:prstGeom prst="straightConnector1">
            <a:avLst/>
          </a:prstGeom>
          <a:noFill/>
          <a:ln cap="flat" cmpd="sng" w="9525">
            <a:solidFill>
              <a:srgbClr val="131313"/>
            </a:solidFill>
            <a:prstDash val="solid"/>
            <a:round/>
            <a:headEnd len="med" w="med" type="none"/>
            <a:tailEnd len="med" w="med" type="none"/>
          </a:ln>
        </p:spPr>
      </p:cxnSp>
      <p:pic>
        <p:nvPicPr>
          <p:cNvPr id="505" name="Google Shape;505;p49"/>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12">
  <p:cSld name="BLANK_1_1_1_1_1_1_1_1_1_1_3">
    <p:bg>
      <p:bgPr>
        <a:solidFill>
          <a:srgbClr val="FFFFFF"/>
        </a:solidFill>
      </p:bgPr>
    </p:bg>
    <p:spTree>
      <p:nvGrpSpPr>
        <p:cNvPr id="506" name="Shape 506"/>
        <p:cNvGrpSpPr/>
        <p:nvPr/>
      </p:nvGrpSpPr>
      <p:grpSpPr>
        <a:xfrm>
          <a:off x="0" y="0"/>
          <a:ext cx="0" cy="0"/>
          <a:chOff x="0" y="0"/>
          <a:chExt cx="0" cy="0"/>
        </a:xfrm>
      </p:grpSpPr>
      <p:sp>
        <p:nvSpPr>
          <p:cNvPr id="507" name="Google Shape;507;p50"/>
          <p:cNvSpPr txBox="1"/>
          <p:nvPr>
            <p:ph idx="1" type="body"/>
          </p:nvPr>
        </p:nvSpPr>
        <p:spPr>
          <a:xfrm>
            <a:off x="545450" y="1218751"/>
            <a:ext cx="23043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508" name="Google Shape;508;p50"/>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509" name="Google Shape;509;p50"/>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510" name="Google Shape;510;p50"/>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511" name="Google Shape;511;p50"/>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12" name="Google Shape;512;p50"/>
          <p:cNvSpPr txBox="1"/>
          <p:nvPr>
            <p:ph type="ctrTitle"/>
          </p:nvPr>
        </p:nvSpPr>
        <p:spPr>
          <a:xfrm>
            <a:off x="545450" y="368250"/>
            <a:ext cx="59817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13" name="Google Shape;513;p50"/>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514" name="Google Shape;514;p50"/>
          <p:cNvCxnSpPr/>
          <p:nvPr/>
        </p:nvCxnSpPr>
        <p:spPr>
          <a:xfrm>
            <a:off x="3082950" y="842475"/>
            <a:ext cx="0" cy="3706800"/>
          </a:xfrm>
          <a:prstGeom prst="straightConnector1">
            <a:avLst/>
          </a:prstGeom>
          <a:noFill/>
          <a:ln cap="flat" cmpd="sng" w="9525">
            <a:solidFill>
              <a:srgbClr val="131313"/>
            </a:solidFill>
            <a:prstDash val="solid"/>
            <a:round/>
            <a:headEnd len="med" w="med" type="none"/>
            <a:tailEnd len="med" w="med" type="none"/>
          </a:ln>
        </p:spPr>
      </p:cxnSp>
      <p:pic>
        <p:nvPicPr>
          <p:cNvPr id="515" name="Google Shape;515;p50"/>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2 - black">
  <p:cSld name="BLANK_1_1_1_1_1_1_1_1_1_1_2">
    <p:bg>
      <p:bgPr>
        <a:solidFill>
          <a:srgbClr val="131313"/>
        </a:solidFill>
      </p:bgPr>
    </p:bg>
    <p:spTree>
      <p:nvGrpSpPr>
        <p:cNvPr id="516" name="Shape 516"/>
        <p:cNvGrpSpPr/>
        <p:nvPr/>
      </p:nvGrpSpPr>
      <p:grpSpPr>
        <a:xfrm>
          <a:off x="0" y="0"/>
          <a:ext cx="0" cy="0"/>
          <a:chOff x="0" y="0"/>
          <a:chExt cx="0" cy="0"/>
        </a:xfrm>
      </p:grpSpPr>
      <p:pic>
        <p:nvPicPr>
          <p:cNvPr id="517" name="Google Shape;517;p51"/>
          <p:cNvPicPr preferRelativeResize="0"/>
          <p:nvPr/>
        </p:nvPicPr>
        <p:blipFill>
          <a:blip r:embed="rId2">
            <a:alphaModFix/>
          </a:blip>
          <a:stretch>
            <a:fillRect/>
          </a:stretch>
        </p:blipFill>
        <p:spPr>
          <a:xfrm>
            <a:off x="547050" y="4639175"/>
            <a:ext cx="453574" cy="111625"/>
          </a:xfrm>
          <a:prstGeom prst="rect">
            <a:avLst/>
          </a:prstGeom>
          <a:noFill/>
          <a:ln>
            <a:noFill/>
          </a:ln>
        </p:spPr>
      </p:pic>
      <p:sp>
        <p:nvSpPr>
          <p:cNvPr id="518" name="Google Shape;518;p51"/>
          <p:cNvSpPr txBox="1"/>
          <p:nvPr>
            <p:ph idx="1" type="body"/>
          </p:nvPr>
        </p:nvSpPr>
        <p:spPr>
          <a:xfrm>
            <a:off x="60659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19" name="Google Shape;519;p51"/>
          <p:cNvSpPr txBox="1"/>
          <p:nvPr>
            <p:ph idx="2" type="body"/>
          </p:nvPr>
        </p:nvSpPr>
        <p:spPr>
          <a:xfrm>
            <a:off x="60615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520" name="Google Shape;520;p51"/>
          <p:cNvSpPr txBox="1"/>
          <p:nvPr>
            <p:ph idx="3" type="body"/>
          </p:nvPr>
        </p:nvSpPr>
        <p:spPr>
          <a:xfrm>
            <a:off x="330570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21" name="Google Shape;521;p51"/>
          <p:cNvSpPr txBox="1"/>
          <p:nvPr>
            <p:ph idx="4" type="body"/>
          </p:nvPr>
        </p:nvSpPr>
        <p:spPr>
          <a:xfrm>
            <a:off x="330130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522" name="Google Shape;522;p51"/>
          <p:cNvSpPr txBox="1"/>
          <p:nvPr>
            <p:ph idx="5" type="body"/>
          </p:nvPr>
        </p:nvSpPr>
        <p:spPr>
          <a:xfrm>
            <a:off x="330350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23" name="Google Shape;523;p51"/>
          <p:cNvSpPr txBox="1"/>
          <p:nvPr>
            <p:ph idx="6" type="body"/>
          </p:nvPr>
        </p:nvSpPr>
        <p:spPr>
          <a:xfrm>
            <a:off x="329910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524" name="Google Shape;524;p51"/>
          <p:cNvSpPr txBox="1"/>
          <p:nvPr>
            <p:ph idx="7" type="body"/>
          </p:nvPr>
        </p:nvSpPr>
        <p:spPr>
          <a:xfrm>
            <a:off x="60615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25" name="Google Shape;525;p51"/>
          <p:cNvSpPr txBox="1"/>
          <p:nvPr>
            <p:ph idx="8" type="body"/>
          </p:nvPr>
        </p:nvSpPr>
        <p:spPr>
          <a:xfrm>
            <a:off x="60571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cxnSp>
        <p:nvCxnSpPr>
          <p:cNvPr id="526" name="Google Shape;526;p51"/>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527" name="Google Shape;527;p51"/>
          <p:cNvSpPr txBox="1"/>
          <p:nvPr>
            <p:ph type="ctrTitle"/>
          </p:nvPr>
        </p:nvSpPr>
        <p:spPr>
          <a:xfrm>
            <a:off x="545450" y="368250"/>
            <a:ext cx="5981700" cy="481500"/>
          </a:xfrm>
          <a:prstGeom prst="rect">
            <a:avLst/>
          </a:prstGeom>
        </p:spPr>
        <p:txBody>
          <a:bodyPr anchorCtr="0" anchor="ctr" bIns="91425" lIns="0" spcFirstLastPara="1" rIns="0" wrap="square" tIns="91425">
            <a:noAutofit/>
          </a:bodyPr>
          <a:lstStyle>
            <a:lvl1pPr lvl="0" rtl="0">
              <a:spcBef>
                <a:spcPts val="0"/>
              </a:spcBef>
              <a:spcAft>
                <a:spcPts val="0"/>
              </a:spcAft>
              <a:buClr>
                <a:srgbClr val="FFFFFF"/>
              </a:buClr>
              <a:buSzPts val="1800"/>
              <a:buNone/>
              <a:defRPr sz="1800">
                <a:solidFill>
                  <a:srgbClr val="FFFFFF"/>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28" name="Google Shape;528;p51"/>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529" name="Google Shape;529;p51"/>
          <p:cNvSpPr txBox="1"/>
          <p:nvPr>
            <p:ph idx="9" type="body"/>
          </p:nvPr>
        </p:nvSpPr>
        <p:spPr>
          <a:xfrm>
            <a:off x="545450" y="1218751"/>
            <a:ext cx="23043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cxnSp>
        <p:nvCxnSpPr>
          <p:cNvPr id="530" name="Google Shape;530;p51"/>
          <p:cNvCxnSpPr/>
          <p:nvPr/>
        </p:nvCxnSpPr>
        <p:spPr>
          <a:xfrm>
            <a:off x="3082950" y="842475"/>
            <a:ext cx="0" cy="3706800"/>
          </a:xfrm>
          <a:prstGeom prst="straightConnector1">
            <a:avLst/>
          </a:prstGeom>
          <a:noFill/>
          <a:ln cap="flat" cmpd="sng" w="9525">
            <a:solidFill>
              <a:srgbClr val="FFFFFF"/>
            </a:solidFill>
            <a:prstDash val="solid"/>
            <a:round/>
            <a:headEnd len="med" w="med" type="none"/>
            <a:tailEnd len="med" w="med" type="none"/>
          </a:ln>
        </p:spPr>
      </p:cxnSp>
      <p:cxnSp>
        <p:nvCxnSpPr>
          <p:cNvPr id="531" name="Google Shape;531;p51"/>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532" name="Google Shape;532;p51"/>
          <p:cNvSpPr txBox="1"/>
          <p:nvPr>
            <p:ph idx="13"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533" name="Google Shape;533;p5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12 black">
  <p:cSld name="BLANK_1_1_1_1_1_1_1_1_1_1_2_1">
    <p:bg>
      <p:bgPr>
        <a:solidFill>
          <a:srgbClr val="131313"/>
        </a:solidFill>
      </p:bgPr>
    </p:bg>
    <p:spTree>
      <p:nvGrpSpPr>
        <p:cNvPr id="534" name="Shape 534"/>
        <p:cNvGrpSpPr/>
        <p:nvPr/>
      </p:nvGrpSpPr>
      <p:grpSpPr>
        <a:xfrm>
          <a:off x="0" y="0"/>
          <a:ext cx="0" cy="0"/>
          <a:chOff x="0" y="0"/>
          <a:chExt cx="0" cy="0"/>
        </a:xfrm>
      </p:grpSpPr>
      <p:pic>
        <p:nvPicPr>
          <p:cNvPr id="535" name="Google Shape;535;p52"/>
          <p:cNvPicPr preferRelativeResize="0"/>
          <p:nvPr/>
        </p:nvPicPr>
        <p:blipFill>
          <a:blip r:embed="rId2">
            <a:alphaModFix/>
          </a:blip>
          <a:stretch>
            <a:fillRect/>
          </a:stretch>
        </p:blipFill>
        <p:spPr>
          <a:xfrm>
            <a:off x="547050" y="4639175"/>
            <a:ext cx="453574" cy="111625"/>
          </a:xfrm>
          <a:prstGeom prst="rect">
            <a:avLst/>
          </a:prstGeom>
          <a:noFill/>
          <a:ln>
            <a:noFill/>
          </a:ln>
        </p:spPr>
      </p:pic>
      <p:cxnSp>
        <p:nvCxnSpPr>
          <p:cNvPr id="536" name="Google Shape;536;p52"/>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537" name="Google Shape;537;p52"/>
          <p:cNvSpPr txBox="1"/>
          <p:nvPr>
            <p:ph type="ctrTitle"/>
          </p:nvPr>
        </p:nvSpPr>
        <p:spPr>
          <a:xfrm>
            <a:off x="545450" y="368250"/>
            <a:ext cx="5981700" cy="481500"/>
          </a:xfrm>
          <a:prstGeom prst="rect">
            <a:avLst/>
          </a:prstGeom>
        </p:spPr>
        <p:txBody>
          <a:bodyPr anchorCtr="0" anchor="ctr" bIns="91425" lIns="0" spcFirstLastPara="1" rIns="0" wrap="square" tIns="91425">
            <a:noAutofit/>
          </a:bodyPr>
          <a:lstStyle>
            <a:lvl1pPr lvl="0" rtl="0">
              <a:spcBef>
                <a:spcPts val="0"/>
              </a:spcBef>
              <a:spcAft>
                <a:spcPts val="0"/>
              </a:spcAft>
              <a:buClr>
                <a:srgbClr val="FFFFFF"/>
              </a:buClr>
              <a:buSzPts val="1800"/>
              <a:buNone/>
              <a:defRPr sz="1800">
                <a:solidFill>
                  <a:srgbClr val="FFFFFF"/>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38" name="Google Shape;538;p52"/>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539" name="Google Shape;539;p52"/>
          <p:cNvSpPr txBox="1"/>
          <p:nvPr>
            <p:ph idx="1" type="body"/>
          </p:nvPr>
        </p:nvSpPr>
        <p:spPr>
          <a:xfrm>
            <a:off x="545450" y="1218751"/>
            <a:ext cx="23043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cxnSp>
        <p:nvCxnSpPr>
          <p:cNvPr id="540" name="Google Shape;540;p52"/>
          <p:cNvCxnSpPr/>
          <p:nvPr/>
        </p:nvCxnSpPr>
        <p:spPr>
          <a:xfrm>
            <a:off x="3082950" y="842475"/>
            <a:ext cx="0" cy="3706800"/>
          </a:xfrm>
          <a:prstGeom prst="straightConnector1">
            <a:avLst/>
          </a:prstGeom>
          <a:noFill/>
          <a:ln cap="flat" cmpd="sng" w="9525">
            <a:solidFill>
              <a:srgbClr val="FFFFFF"/>
            </a:solidFill>
            <a:prstDash val="solid"/>
            <a:round/>
            <a:headEnd len="med" w="med" type="none"/>
            <a:tailEnd len="med" w="med" type="none"/>
          </a:ln>
        </p:spPr>
      </p:cxnSp>
      <p:cxnSp>
        <p:nvCxnSpPr>
          <p:cNvPr id="541" name="Google Shape;541;p52"/>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542" name="Google Shape;542;p52"/>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543" name="Google Shape;543;p52"/>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3">
  <p:cSld name="BLANK_1_1_1_1_1_1_1_1_1_1_1">
    <p:bg>
      <p:bgPr>
        <a:solidFill>
          <a:srgbClr val="FFFFFF"/>
        </a:solidFill>
      </p:bgPr>
    </p:bg>
    <p:spTree>
      <p:nvGrpSpPr>
        <p:cNvPr id="544" name="Shape 544"/>
        <p:cNvGrpSpPr/>
        <p:nvPr/>
      </p:nvGrpSpPr>
      <p:grpSpPr>
        <a:xfrm>
          <a:off x="0" y="0"/>
          <a:ext cx="0" cy="0"/>
          <a:chOff x="0" y="0"/>
          <a:chExt cx="0" cy="0"/>
        </a:xfrm>
      </p:grpSpPr>
      <p:pic>
        <p:nvPicPr>
          <p:cNvPr id="545" name="Google Shape;545;p53"/>
          <p:cNvPicPr preferRelativeResize="0"/>
          <p:nvPr/>
        </p:nvPicPr>
        <p:blipFill>
          <a:blip r:embed="rId2">
            <a:alphaModFix/>
          </a:blip>
          <a:stretch>
            <a:fillRect/>
          </a:stretch>
        </p:blipFill>
        <p:spPr>
          <a:xfrm>
            <a:off x="547263" y="4639176"/>
            <a:ext cx="453571" cy="111625"/>
          </a:xfrm>
          <a:prstGeom prst="rect">
            <a:avLst/>
          </a:prstGeom>
          <a:noFill/>
          <a:ln>
            <a:noFill/>
          </a:ln>
        </p:spPr>
      </p:pic>
      <p:sp>
        <p:nvSpPr>
          <p:cNvPr id="546" name="Google Shape;546;p53"/>
          <p:cNvSpPr txBox="1"/>
          <p:nvPr>
            <p:ph idx="1" type="body"/>
          </p:nvPr>
        </p:nvSpPr>
        <p:spPr>
          <a:xfrm>
            <a:off x="331230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547" name="Google Shape;547;p53"/>
          <p:cNvSpPr txBox="1"/>
          <p:nvPr>
            <p:ph idx="2" type="body"/>
          </p:nvPr>
        </p:nvSpPr>
        <p:spPr>
          <a:xfrm>
            <a:off x="330790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548" name="Google Shape;548;p53"/>
          <p:cNvSpPr txBox="1"/>
          <p:nvPr>
            <p:ph idx="3" type="body"/>
          </p:nvPr>
        </p:nvSpPr>
        <p:spPr>
          <a:xfrm>
            <a:off x="5520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549" name="Google Shape;549;p53"/>
          <p:cNvSpPr txBox="1"/>
          <p:nvPr>
            <p:ph idx="4" type="body"/>
          </p:nvPr>
        </p:nvSpPr>
        <p:spPr>
          <a:xfrm>
            <a:off x="5476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550" name="Google Shape;550;p53"/>
          <p:cNvSpPr txBox="1"/>
          <p:nvPr>
            <p:ph idx="5" type="body"/>
          </p:nvPr>
        </p:nvSpPr>
        <p:spPr>
          <a:xfrm>
            <a:off x="5498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551" name="Google Shape;551;p53"/>
          <p:cNvSpPr txBox="1"/>
          <p:nvPr>
            <p:ph idx="6" type="body"/>
          </p:nvPr>
        </p:nvSpPr>
        <p:spPr>
          <a:xfrm>
            <a:off x="5454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552" name="Google Shape;552;p53"/>
          <p:cNvSpPr txBox="1"/>
          <p:nvPr>
            <p:ph idx="7" type="body"/>
          </p:nvPr>
        </p:nvSpPr>
        <p:spPr>
          <a:xfrm>
            <a:off x="330790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553" name="Google Shape;553;p53"/>
          <p:cNvSpPr txBox="1"/>
          <p:nvPr>
            <p:ph idx="8" type="body"/>
          </p:nvPr>
        </p:nvSpPr>
        <p:spPr>
          <a:xfrm>
            <a:off x="330350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554" name="Google Shape;554;p53"/>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555" name="Google Shape;555;p53"/>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556" name="Google Shape;556;p53"/>
          <p:cNvSpPr txBox="1"/>
          <p:nvPr>
            <p:ph idx="9"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557" name="Google Shape;557;p53"/>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58" name="Google Shape;558;p53"/>
          <p:cNvSpPr txBox="1"/>
          <p:nvPr>
            <p:ph type="ctrTitle"/>
          </p:nvPr>
        </p:nvSpPr>
        <p:spPr>
          <a:xfrm>
            <a:off x="545450" y="368250"/>
            <a:ext cx="59817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59" name="Google Shape;559;p53"/>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560" name="Google Shape;560;p53"/>
          <p:cNvSpPr/>
          <p:nvPr/>
        </p:nvSpPr>
        <p:spPr>
          <a:xfrm>
            <a:off x="6061250" y="1069350"/>
            <a:ext cx="2537100" cy="325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3 - black">
  <p:cSld name="BLANK_1_1_1_1_1_1_1_1_1_1_1_2">
    <p:bg>
      <p:bgPr>
        <a:solidFill>
          <a:srgbClr val="131313"/>
        </a:solidFill>
      </p:bgPr>
    </p:bg>
    <p:spTree>
      <p:nvGrpSpPr>
        <p:cNvPr id="561" name="Shape 561"/>
        <p:cNvGrpSpPr/>
        <p:nvPr/>
      </p:nvGrpSpPr>
      <p:grpSpPr>
        <a:xfrm>
          <a:off x="0" y="0"/>
          <a:ext cx="0" cy="0"/>
          <a:chOff x="0" y="0"/>
          <a:chExt cx="0" cy="0"/>
        </a:xfrm>
      </p:grpSpPr>
      <p:pic>
        <p:nvPicPr>
          <p:cNvPr id="562" name="Google Shape;562;p54"/>
          <p:cNvPicPr preferRelativeResize="0"/>
          <p:nvPr/>
        </p:nvPicPr>
        <p:blipFill>
          <a:blip r:embed="rId2">
            <a:alphaModFix/>
          </a:blip>
          <a:stretch>
            <a:fillRect/>
          </a:stretch>
        </p:blipFill>
        <p:spPr>
          <a:xfrm>
            <a:off x="547050" y="4639175"/>
            <a:ext cx="453574" cy="111625"/>
          </a:xfrm>
          <a:prstGeom prst="rect">
            <a:avLst/>
          </a:prstGeom>
          <a:noFill/>
          <a:ln>
            <a:noFill/>
          </a:ln>
        </p:spPr>
      </p:pic>
      <p:sp>
        <p:nvSpPr>
          <p:cNvPr id="563" name="Google Shape;563;p54"/>
          <p:cNvSpPr txBox="1"/>
          <p:nvPr>
            <p:ph idx="1" type="body"/>
          </p:nvPr>
        </p:nvSpPr>
        <p:spPr>
          <a:xfrm>
            <a:off x="331230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64" name="Google Shape;564;p54"/>
          <p:cNvSpPr txBox="1"/>
          <p:nvPr>
            <p:ph idx="2" type="body"/>
          </p:nvPr>
        </p:nvSpPr>
        <p:spPr>
          <a:xfrm>
            <a:off x="330790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565" name="Google Shape;565;p54"/>
          <p:cNvSpPr txBox="1"/>
          <p:nvPr>
            <p:ph idx="3" type="body"/>
          </p:nvPr>
        </p:nvSpPr>
        <p:spPr>
          <a:xfrm>
            <a:off x="5520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66" name="Google Shape;566;p54"/>
          <p:cNvSpPr txBox="1"/>
          <p:nvPr>
            <p:ph idx="4" type="body"/>
          </p:nvPr>
        </p:nvSpPr>
        <p:spPr>
          <a:xfrm>
            <a:off x="5476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567" name="Google Shape;567;p54"/>
          <p:cNvSpPr txBox="1"/>
          <p:nvPr>
            <p:ph idx="5" type="body"/>
          </p:nvPr>
        </p:nvSpPr>
        <p:spPr>
          <a:xfrm>
            <a:off x="5498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68" name="Google Shape;568;p54"/>
          <p:cNvSpPr txBox="1"/>
          <p:nvPr>
            <p:ph idx="6" type="body"/>
          </p:nvPr>
        </p:nvSpPr>
        <p:spPr>
          <a:xfrm>
            <a:off x="5454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569" name="Google Shape;569;p54"/>
          <p:cNvSpPr txBox="1"/>
          <p:nvPr>
            <p:ph idx="7" type="body"/>
          </p:nvPr>
        </p:nvSpPr>
        <p:spPr>
          <a:xfrm>
            <a:off x="330790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70" name="Google Shape;570;p54"/>
          <p:cNvSpPr txBox="1"/>
          <p:nvPr>
            <p:ph idx="8" type="body"/>
          </p:nvPr>
        </p:nvSpPr>
        <p:spPr>
          <a:xfrm>
            <a:off x="330350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cxnSp>
        <p:nvCxnSpPr>
          <p:cNvPr id="571" name="Google Shape;571;p54"/>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572" name="Google Shape;572;p54"/>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Clr>
                <a:srgbClr val="FFFFFF"/>
              </a:buClr>
              <a:buSzPts val="1800"/>
              <a:buNone/>
              <a:defRPr sz="1800">
                <a:solidFill>
                  <a:srgbClr val="FFFFFF"/>
                </a:solidFill>
              </a:defRPr>
            </a:lvl1pPr>
            <a:lvl2pPr lvl="1" rtl="0">
              <a:spcBef>
                <a:spcPts val="0"/>
              </a:spcBef>
              <a:spcAft>
                <a:spcPts val="0"/>
              </a:spcAft>
              <a:buClr>
                <a:srgbClr val="FFFFFF"/>
              </a:buClr>
              <a:buSzPts val="1800"/>
              <a:buNone/>
              <a:defRPr sz="1800">
                <a:solidFill>
                  <a:srgbClr val="FFFFFF"/>
                </a:solidFill>
              </a:defRPr>
            </a:lvl2pPr>
            <a:lvl3pPr lvl="2" rtl="0">
              <a:spcBef>
                <a:spcPts val="0"/>
              </a:spcBef>
              <a:spcAft>
                <a:spcPts val="0"/>
              </a:spcAft>
              <a:buClr>
                <a:srgbClr val="FFFFFF"/>
              </a:buClr>
              <a:buSzPts val="1800"/>
              <a:buNone/>
              <a:defRPr sz="1800">
                <a:solidFill>
                  <a:srgbClr val="FFFFFF"/>
                </a:solidFill>
              </a:defRPr>
            </a:lvl3pPr>
            <a:lvl4pPr lvl="3" rtl="0">
              <a:spcBef>
                <a:spcPts val="0"/>
              </a:spcBef>
              <a:spcAft>
                <a:spcPts val="0"/>
              </a:spcAft>
              <a:buClr>
                <a:srgbClr val="FFFFFF"/>
              </a:buClr>
              <a:buSzPts val="1800"/>
              <a:buNone/>
              <a:defRPr sz="1800">
                <a:solidFill>
                  <a:srgbClr val="FFFFFF"/>
                </a:solidFill>
              </a:defRPr>
            </a:lvl4pPr>
            <a:lvl5pPr lvl="4" rtl="0">
              <a:spcBef>
                <a:spcPts val="0"/>
              </a:spcBef>
              <a:spcAft>
                <a:spcPts val="0"/>
              </a:spcAft>
              <a:buClr>
                <a:srgbClr val="FFFFFF"/>
              </a:buClr>
              <a:buSzPts val="1800"/>
              <a:buNone/>
              <a:defRPr sz="1800">
                <a:solidFill>
                  <a:srgbClr val="FFFFFF"/>
                </a:solidFill>
              </a:defRPr>
            </a:lvl5pPr>
            <a:lvl6pPr lvl="5" rtl="0">
              <a:spcBef>
                <a:spcPts val="0"/>
              </a:spcBef>
              <a:spcAft>
                <a:spcPts val="0"/>
              </a:spcAft>
              <a:buClr>
                <a:srgbClr val="FFFFFF"/>
              </a:buClr>
              <a:buSzPts val="1800"/>
              <a:buNone/>
              <a:defRPr sz="1800">
                <a:solidFill>
                  <a:srgbClr val="FFFFFF"/>
                </a:solidFill>
              </a:defRPr>
            </a:lvl6pPr>
            <a:lvl7pPr lvl="6" rtl="0">
              <a:spcBef>
                <a:spcPts val="0"/>
              </a:spcBef>
              <a:spcAft>
                <a:spcPts val="0"/>
              </a:spcAft>
              <a:buClr>
                <a:srgbClr val="FFFFFF"/>
              </a:buClr>
              <a:buSzPts val="1800"/>
              <a:buNone/>
              <a:defRPr sz="1800">
                <a:solidFill>
                  <a:srgbClr val="FFFFFF"/>
                </a:solidFill>
              </a:defRPr>
            </a:lvl7pPr>
            <a:lvl8pPr lvl="7" rtl="0">
              <a:spcBef>
                <a:spcPts val="0"/>
              </a:spcBef>
              <a:spcAft>
                <a:spcPts val="0"/>
              </a:spcAft>
              <a:buClr>
                <a:srgbClr val="FFFFFF"/>
              </a:buClr>
              <a:buSzPts val="1800"/>
              <a:buNone/>
              <a:defRPr sz="1800">
                <a:solidFill>
                  <a:srgbClr val="FFFFFF"/>
                </a:solidFill>
              </a:defRPr>
            </a:lvl8pPr>
            <a:lvl9pPr lvl="8" rtl="0">
              <a:spcBef>
                <a:spcPts val="0"/>
              </a:spcBef>
              <a:spcAft>
                <a:spcPts val="0"/>
              </a:spcAft>
              <a:buClr>
                <a:srgbClr val="FFFFFF"/>
              </a:buClr>
              <a:buSzPts val="1800"/>
              <a:buNone/>
              <a:defRPr sz="1800">
                <a:solidFill>
                  <a:srgbClr val="FFFFFF"/>
                </a:solidFill>
              </a:defRPr>
            </a:lvl9pPr>
          </a:lstStyle>
          <a:p/>
        </p:txBody>
      </p:sp>
      <p:cxnSp>
        <p:nvCxnSpPr>
          <p:cNvPr id="573" name="Google Shape;573;p54"/>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574" name="Google Shape;574;p54"/>
          <p:cNvSpPr/>
          <p:nvPr/>
        </p:nvSpPr>
        <p:spPr>
          <a:xfrm>
            <a:off x="6061250" y="1069350"/>
            <a:ext cx="2537100" cy="325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5" name="Google Shape;575;p54"/>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576" name="Google Shape;576;p54"/>
          <p:cNvSpPr txBox="1"/>
          <p:nvPr>
            <p:ph idx="9"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577" name="Google Shape;577;p54"/>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4">
  <p:cSld name="BLANK_1_1_1_1_1_1_1_1_1_1_1_1">
    <p:bg>
      <p:bgPr>
        <a:solidFill>
          <a:srgbClr val="FFFFFF"/>
        </a:solidFill>
      </p:bgPr>
    </p:bg>
    <p:spTree>
      <p:nvGrpSpPr>
        <p:cNvPr id="578" name="Shape 578"/>
        <p:cNvGrpSpPr/>
        <p:nvPr/>
      </p:nvGrpSpPr>
      <p:grpSpPr>
        <a:xfrm>
          <a:off x="0" y="0"/>
          <a:ext cx="0" cy="0"/>
          <a:chOff x="0" y="0"/>
          <a:chExt cx="0" cy="0"/>
        </a:xfrm>
      </p:grpSpPr>
      <p:pic>
        <p:nvPicPr>
          <p:cNvPr id="579" name="Google Shape;579;p55"/>
          <p:cNvPicPr preferRelativeResize="0"/>
          <p:nvPr/>
        </p:nvPicPr>
        <p:blipFill>
          <a:blip r:embed="rId2">
            <a:alphaModFix/>
          </a:blip>
          <a:stretch>
            <a:fillRect/>
          </a:stretch>
        </p:blipFill>
        <p:spPr>
          <a:xfrm>
            <a:off x="547263" y="4639176"/>
            <a:ext cx="453571" cy="111625"/>
          </a:xfrm>
          <a:prstGeom prst="rect">
            <a:avLst/>
          </a:prstGeom>
          <a:noFill/>
          <a:ln>
            <a:noFill/>
          </a:ln>
        </p:spPr>
      </p:pic>
      <p:sp>
        <p:nvSpPr>
          <p:cNvPr id="580" name="Google Shape;580;p55"/>
          <p:cNvSpPr txBox="1"/>
          <p:nvPr>
            <p:ph idx="1" type="body"/>
          </p:nvPr>
        </p:nvSpPr>
        <p:spPr>
          <a:xfrm>
            <a:off x="5520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581" name="Google Shape;581;p55"/>
          <p:cNvSpPr txBox="1"/>
          <p:nvPr>
            <p:ph idx="2" type="body"/>
          </p:nvPr>
        </p:nvSpPr>
        <p:spPr>
          <a:xfrm>
            <a:off x="5476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582" name="Google Shape;582;p55"/>
          <p:cNvSpPr txBox="1"/>
          <p:nvPr>
            <p:ph idx="3" type="body"/>
          </p:nvPr>
        </p:nvSpPr>
        <p:spPr>
          <a:xfrm>
            <a:off x="5498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583" name="Google Shape;583;p55"/>
          <p:cNvSpPr txBox="1"/>
          <p:nvPr>
            <p:ph idx="4" type="body"/>
          </p:nvPr>
        </p:nvSpPr>
        <p:spPr>
          <a:xfrm>
            <a:off x="5454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584" name="Google Shape;584;p55"/>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585" name="Google Shape;585;p55"/>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586" name="Google Shape;586;p55"/>
          <p:cNvSpPr txBox="1"/>
          <p:nvPr>
            <p:ph idx="5"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587" name="Google Shape;587;p55"/>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88" name="Google Shape;588;p55"/>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89" name="Google Shape;589;p55"/>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590" name="Google Shape;590;p55"/>
          <p:cNvSpPr/>
          <p:nvPr/>
        </p:nvSpPr>
        <p:spPr>
          <a:xfrm>
            <a:off x="3303500" y="1069350"/>
            <a:ext cx="5295000" cy="325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5 - black">
  <p:cSld name="BLANK_1_1_1_1_1_1_1_1_1_1_1_1_1">
    <p:bg>
      <p:bgPr>
        <a:solidFill>
          <a:srgbClr val="131313"/>
        </a:solidFill>
      </p:bgPr>
    </p:bg>
    <p:spTree>
      <p:nvGrpSpPr>
        <p:cNvPr id="591" name="Shape 591"/>
        <p:cNvGrpSpPr/>
        <p:nvPr/>
      </p:nvGrpSpPr>
      <p:grpSpPr>
        <a:xfrm>
          <a:off x="0" y="0"/>
          <a:ext cx="0" cy="0"/>
          <a:chOff x="0" y="0"/>
          <a:chExt cx="0" cy="0"/>
        </a:xfrm>
      </p:grpSpPr>
      <p:pic>
        <p:nvPicPr>
          <p:cNvPr id="592" name="Google Shape;592;p56"/>
          <p:cNvPicPr preferRelativeResize="0"/>
          <p:nvPr/>
        </p:nvPicPr>
        <p:blipFill>
          <a:blip r:embed="rId2">
            <a:alphaModFix/>
          </a:blip>
          <a:stretch>
            <a:fillRect/>
          </a:stretch>
        </p:blipFill>
        <p:spPr>
          <a:xfrm>
            <a:off x="547050" y="4639175"/>
            <a:ext cx="453574" cy="111625"/>
          </a:xfrm>
          <a:prstGeom prst="rect">
            <a:avLst/>
          </a:prstGeom>
          <a:noFill/>
          <a:ln>
            <a:noFill/>
          </a:ln>
        </p:spPr>
      </p:pic>
      <p:sp>
        <p:nvSpPr>
          <p:cNvPr id="593" name="Google Shape;593;p56"/>
          <p:cNvSpPr txBox="1"/>
          <p:nvPr>
            <p:ph idx="1" type="body"/>
          </p:nvPr>
        </p:nvSpPr>
        <p:spPr>
          <a:xfrm>
            <a:off x="5520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chemeClr val="lt1"/>
              </a:buClr>
              <a:buSzPts val="4400"/>
              <a:buChar char="●"/>
              <a:defRPr b="1" sz="4400">
                <a:solidFill>
                  <a:schemeClr val="lt1"/>
                </a:solidFill>
              </a:defRPr>
            </a:lvl1pPr>
            <a:lvl2pPr indent="-508000" lvl="1" marL="914400" rtl="0">
              <a:lnSpc>
                <a:spcPct val="100000"/>
              </a:lnSpc>
              <a:spcBef>
                <a:spcPts val="0"/>
              </a:spcBef>
              <a:spcAft>
                <a:spcPts val="0"/>
              </a:spcAft>
              <a:buClr>
                <a:schemeClr val="lt1"/>
              </a:buClr>
              <a:buSzPts val="4400"/>
              <a:buChar char="○"/>
              <a:defRPr b="1" sz="4400">
                <a:solidFill>
                  <a:schemeClr val="lt1"/>
                </a:solidFill>
              </a:defRPr>
            </a:lvl2pPr>
            <a:lvl3pPr indent="-508000" lvl="2" marL="1371600" rtl="0">
              <a:lnSpc>
                <a:spcPct val="100000"/>
              </a:lnSpc>
              <a:spcBef>
                <a:spcPts val="0"/>
              </a:spcBef>
              <a:spcAft>
                <a:spcPts val="0"/>
              </a:spcAft>
              <a:buClr>
                <a:schemeClr val="lt1"/>
              </a:buClr>
              <a:buSzPts val="4400"/>
              <a:buChar char="■"/>
              <a:defRPr b="1" sz="4400">
                <a:solidFill>
                  <a:schemeClr val="lt1"/>
                </a:solidFill>
              </a:defRPr>
            </a:lvl3pPr>
            <a:lvl4pPr indent="-508000" lvl="3" marL="1828800" rtl="0">
              <a:lnSpc>
                <a:spcPct val="100000"/>
              </a:lnSpc>
              <a:spcBef>
                <a:spcPts val="0"/>
              </a:spcBef>
              <a:spcAft>
                <a:spcPts val="0"/>
              </a:spcAft>
              <a:buClr>
                <a:schemeClr val="lt1"/>
              </a:buClr>
              <a:buSzPts val="4400"/>
              <a:buChar char="●"/>
              <a:defRPr b="1" sz="4400">
                <a:solidFill>
                  <a:schemeClr val="lt1"/>
                </a:solidFill>
              </a:defRPr>
            </a:lvl4pPr>
            <a:lvl5pPr indent="-508000" lvl="4" marL="2286000" rtl="0">
              <a:lnSpc>
                <a:spcPct val="100000"/>
              </a:lnSpc>
              <a:spcBef>
                <a:spcPts val="0"/>
              </a:spcBef>
              <a:spcAft>
                <a:spcPts val="0"/>
              </a:spcAft>
              <a:buClr>
                <a:schemeClr val="lt1"/>
              </a:buClr>
              <a:buSzPts val="4400"/>
              <a:buChar char="○"/>
              <a:defRPr b="1" sz="4400">
                <a:solidFill>
                  <a:schemeClr val="lt1"/>
                </a:solidFill>
              </a:defRPr>
            </a:lvl5pPr>
            <a:lvl6pPr indent="-508000" lvl="5" marL="2743200" rtl="0">
              <a:lnSpc>
                <a:spcPct val="100000"/>
              </a:lnSpc>
              <a:spcBef>
                <a:spcPts val="0"/>
              </a:spcBef>
              <a:spcAft>
                <a:spcPts val="0"/>
              </a:spcAft>
              <a:buClr>
                <a:schemeClr val="lt1"/>
              </a:buClr>
              <a:buSzPts val="4400"/>
              <a:buChar char="■"/>
              <a:defRPr b="1" sz="4400">
                <a:solidFill>
                  <a:schemeClr val="lt1"/>
                </a:solidFill>
              </a:defRPr>
            </a:lvl6pPr>
            <a:lvl7pPr indent="-508000" lvl="6" marL="3200400" rtl="0">
              <a:lnSpc>
                <a:spcPct val="100000"/>
              </a:lnSpc>
              <a:spcBef>
                <a:spcPts val="0"/>
              </a:spcBef>
              <a:spcAft>
                <a:spcPts val="0"/>
              </a:spcAft>
              <a:buClr>
                <a:schemeClr val="lt1"/>
              </a:buClr>
              <a:buSzPts val="4400"/>
              <a:buChar char="●"/>
              <a:defRPr b="1" sz="4400">
                <a:solidFill>
                  <a:schemeClr val="lt1"/>
                </a:solidFill>
              </a:defRPr>
            </a:lvl7pPr>
            <a:lvl8pPr indent="-508000" lvl="7" marL="3657600" rtl="0">
              <a:lnSpc>
                <a:spcPct val="100000"/>
              </a:lnSpc>
              <a:spcBef>
                <a:spcPts val="0"/>
              </a:spcBef>
              <a:spcAft>
                <a:spcPts val="0"/>
              </a:spcAft>
              <a:buClr>
                <a:schemeClr val="lt1"/>
              </a:buClr>
              <a:buSzPts val="4400"/>
              <a:buChar char="○"/>
              <a:defRPr b="1" sz="4400">
                <a:solidFill>
                  <a:schemeClr val="lt1"/>
                </a:solidFill>
              </a:defRPr>
            </a:lvl8pPr>
            <a:lvl9pPr indent="-508000" lvl="8" marL="4114800" rtl="0">
              <a:lnSpc>
                <a:spcPct val="100000"/>
              </a:lnSpc>
              <a:spcBef>
                <a:spcPts val="0"/>
              </a:spcBef>
              <a:spcAft>
                <a:spcPts val="0"/>
              </a:spcAft>
              <a:buClr>
                <a:schemeClr val="lt1"/>
              </a:buClr>
              <a:buSzPts val="4400"/>
              <a:buChar char="■"/>
              <a:defRPr b="1" sz="4400">
                <a:solidFill>
                  <a:schemeClr val="lt1"/>
                </a:solidFill>
              </a:defRPr>
            </a:lvl9pPr>
          </a:lstStyle>
          <a:p/>
        </p:txBody>
      </p:sp>
      <p:sp>
        <p:nvSpPr>
          <p:cNvPr id="594" name="Google Shape;594;p56"/>
          <p:cNvSpPr txBox="1"/>
          <p:nvPr>
            <p:ph idx="2" type="body"/>
          </p:nvPr>
        </p:nvSpPr>
        <p:spPr>
          <a:xfrm>
            <a:off x="5476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chemeClr val="lt1"/>
              </a:buClr>
              <a:buSzPts val="800"/>
              <a:buChar char="●"/>
              <a:defRPr sz="800">
                <a:solidFill>
                  <a:schemeClr val="lt1"/>
                </a:solidFill>
              </a:defRPr>
            </a:lvl1pPr>
            <a:lvl2pPr indent="-279400" lvl="1" marL="914400" rtl="0">
              <a:lnSpc>
                <a:spcPct val="100000"/>
              </a:lnSpc>
              <a:spcBef>
                <a:spcPts val="0"/>
              </a:spcBef>
              <a:spcAft>
                <a:spcPts val="0"/>
              </a:spcAft>
              <a:buClr>
                <a:schemeClr val="lt1"/>
              </a:buClr>
              <a:buSzPts val="800"/>
              <a:buChar char="○"/>
              <a:defRPr sz="800">
                <a:solidFill>
                  <a:schemeClr val="lt1"/>
                </a:solidFill>
              </a:defRPr>
            </a:lvl2pPr>
            <a:lvl3pPr indent="-279400" lvl="2" marL="1371600" rtl="0">
              <a:lnSpc>
                <a:spcPct val="100000"/>
              </a:lnSpc>
              <a:spcBef>
                <a:spcPts val="0"/>
              </a:spcBef>
              <a:spcAft>
                <a:spcPts val="0"/>
              </a:spcAft>
              <a:buClr>
                <a:schemeClr val="lt1"/>
              </a:buClr>
              <a:buSzPts val="800"/>
              <a:buChar char="■"/>
              <a:defRPr sz="800">
                <a:solidFill>
                  <a:schemeClr val="lt1"/>
                </a:solidFill>
              </a:defRPr>
            </a:lvl3pPr>
            <a:lvl4pPr indent="-279400" lvl="3" marL="1828800" rtl="0">
              <a:lnSpc>
                <a:spcPct val="100000"/>
              </a:lnSpc>
              <a:spcBef>
                <a:spcPts val="0"/>
              </a:spcBef>
              <a:spcAft>
                <a:spcPts val="0"/>
              </a:spcAft>
              <a:buClr>
                <a:schemeClr val="lt1"/>
              </a:buClr>
              <a:buSzPts val="800"/>
              <a:buChar char="●"/>
              <a:defRPr sz="800">
                <a:solidFill>
                  <a:schemeClr val="lt1"/>
                </a:solidFill>
              </a:defRPr>
            </a:lvl4pPr>
            <a:lvl5pPr indent="-279400" lvl="4" marL="2286000" rtl="0">
              <a:lnSpc>
                <a:spcPct val="100000"/>
              </a:lnSpc>
              <a:spcBef>
                <a:spcPts val="0"/>
              </a:spcBef>
              <a:spcAft>
                <a:spcPts val="0"/>
              </a:spcAft>
              <a:buClr>
                <a:schemeClr val="lt1"/>
              </a:buClr>
              <a:buSzPts val="800"/>
              <a:buChar char="○"/>
              <a:defRPr sz="800">
                <a:solidFill>
                  <a:schemeClr val="lt1"/>
                </a:solidFill>
              </a:defRPr>
            </a:lvl5pPr>
            <a:lvl6pPr indent="-279400" lvl="5" marL="2743200" rtl="0">
              <a:lnSpc>
                <a:spcPct val="100000"/>
              </a:lnSpc>
              <a:spcBef>
                <a:spcPts val="0"/>
              </a:spcBef>
              <a:spcAft>
                <a:spcPts val="0"/>
              </a:spcAft>
              <a:buClr>
                <a:schemeClr val="lt1"/>
              </a:buClr>
              <a:buSzPts val="800"/>
              <a:buChar char="■"/>
              <a:defRPr sz="800">
                <a:solidFill>
                  <a:schemeClr val="lt1"/>
                </a:solidFill>
              </a:defRPr>
            </a:lvl6pPr>
            <a:lvl7pPr indent="-279400" lvl="6" marL="3200400" rtl="0">
              <a:lnSpc>
                <a:spcPct val="100000"/>
              </a:lnSpc>
              <a:spcBef>
                <a:spcPts val="0"/>
              </a:spcBef>
              <a:spcAft>
                <a:spcPts val="0"/>
              </a:spcAft>
              <a:buClr>
                <a:schemeClr val="lt1"/>
              </a:buClr>
              <a:buSzPts val="800"/>
              <a:buChar char="●"/>
              <a:defRPr sz="800">
                <a:solidFill>
                  <a:schemeClr val="lt1"/>
                </a:solidFill>
              </a:defRPr>
            </a:lvl7pPr>
            <a:lvl8pPr indent="-279400" lvl="7" marL="3657600" rtl="0">
              <a:lnSpc>
                <a:spcPct val="100000"/>
              </a:lnSpc>
              <a:spcBef>
                <a:spcPts val="0"/>
              </a:spcBef>
              <a:spcAft>
                <a:spcPts val="0"/>
              </a:spcAft>
              <a:buClr>
                <a:schemeClr val="lt1"/>
              </a:buClr>
              <a:buSzPts val="800"/>
              <a:buChar char="○"/>
              <a:defRPr sz="800">
                <a:solidFill>
                  <a:schemeClr val="lt1"/>
                </a:solidFill>
              </a:defRPr>
            </a:lvl8pPr>
            <a:lvl9pPr indent="-279400" lvl="8" marL="4114800" rtl="0">
              <a:lnSpc>
                <a:spcPct val="100000"/>
              </a:lnSpc>
              <a:spcBef>
                <a:spcPts val="0"/>
              </a:spcBef>
              <a:spcAft>
                <a:spcPts val="0"/>
              </a:spcAft>
              <a:buClr>
                <a:schemeClr val="lt1"/>
              </a:buClr>
              <a:buSzPts val="800"/>
              <a:buChar char="■"/>
              <a:defRPr sz="800">
                <a:solidFill>
                  <a:schemeClr val="lt1"/>
                </a:solidFill>
              </a:defRPr>
            </a:lvl9pPr>
          </a:lstStyle>
          <a:p/>
        </p:txBody>
      </p:sp>
      <p:sp>
        <p:nvSpPr>
          <p:cNvPr id="595" name="Google Shape;595;p56"/>
          <p:cNvSpPr txBox="1"/>
          <p:nvPr>
            <p:ph idx="3" type="body"/>
          </p:nvPr>
        </p:nvSpPr>
        <p:spPr>
          <a:xfrm>
            <a:off x="5498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chemeClr val="lt1"/>
              </a:buClr>
              <a:buSzPts val="4400"/>
              <a:buChar char="●"/>
              <a:defRPr b="1" sz="4400">
                <a:solidFill>
                  <a:schemeClr val="lt1"/>
                </a:solidFill>
              </a:defRPr>
            </a:lvl1pPr>
            <a:lvl2pPr indent="-508000" lvl="1" marL="914400" rtl="0">
              <a:lnSpc>
                <a:spcPct val="100000"/>
              </a:lnSpc>
              <a:spcBef>
                <a:spcPts val="0"/>
              </a:spcBef>
              <a:spcAft>
                <a:spcPts val="0"/>
              </a:spcAft>
              <a:buClr>
                <a:schemeClr val="lt1"/>
              </a:buClr>
              <a:buSzPts val="4400"/>
              <a:buChar char="○"/>
              <a:defRPr b="1" sz="4400">
                <a:solidFill>
                  <a:schemeClr val="lt1"/>
                </a:solidFill>
              </a:defRPr>
            </a:lvl2pPr>
            <a:lvl3pPr indent="-508000" lvl="2" marL="1371600" rtl="0">
              <a:lnSpc>
                <a:spcPct val="100000"/>
              </a:lnSpc>
              <a:spcBef>
                <a:spcPts val="0"/>
              </a:spcBef>
              <a:spcAft>
                <a:spcPts val="0"/>
              </a:spcAft>
              <a:buClr>
                <a:schemeClr val="lt1"/>
              </a:buClr>
              <a:buSzPts val="4400"/>
              <a:buChar char="■"/>
              <a:defRPr b="1" sz="4400">
                <a:solidFill>
                  <a:schemeClr val="lt1"/>
                </a:solidFill>
              </a:defRPr>
            </a:lvl3pPr>
            <a:lvl4pPr indent="-508000" lvl="3" marL="1828800" rtl="0">
              <a:lnSpc>
                <a:spcPct val="100000"/>
              </a:lnSpc>
              <a:spcBef>
                <a:spcPts val="0"/>
              </a:spcBef>
              <a:spcAft>
                <a:spcPts val="0"/>
              </a:spcAft>
              <a:buClr>
                <a:schemeClr val="lt1"/>
              </a:buClr>
              <a:buSzPts val="4400"/>
              <a:buChar char="●"/>
              <a:defRPr b="1" sz="4400">
                <a:solidFill>
                  <a:schemeClr val="lt1"/>
                </a:solidFill>
              </a:defRPr>
            </a:lvl4pPr>
            <a:lvl5pPr indent="-508000" lvl="4" marL="2286000" rtl="0">
              <a:lnSpc>
                <a:spcPct val="100000"/>
              </a:lnSpc>
              <a:spcBef>
                <a:spcPts val="0"/>
              </a:spcBef>
              <a:spcAft>
                <a:spcPts val="0"/>
              </a:spcAft>
              <a:buClr>
                <a:schemeClr val="lt1"/>
              </a:buClr>
              <a:buSzPts val="4400"/>
              <a:buChar char="○"/>
              <a:defRPr b="1" sz="4400">
                <a:solidFill>
                  <a:schemeClr val="lt1"/>
                </a:solidFill>
              </a:defRPr>
            </a:lvl5pPr>
            <a:lvl6pPr indent="-508000" lvl="5" marL="2743200" rtl="0">
              <a:lnSpc>
                <a:spcPct val="100000"/>
              </a:lnSpc>
              <a:spcBef>
                <a:spcPts val="0"/>
              </a:spcBef>
              <a:spcAft>
                <a:spcPts val="0"/>
              </a:spcAft>
              <a:buClr>
                <a:schemeClr val="lt1"/>
              </a:buClr>
              <a:buSzPts val="4400"/>
              <a:buChar char="■"/>
              <a:defRPr b="1" sz="4400">
                <a:solidFill>
                  <a:schemeClr val="lt1"/>
                </a:solidFill>
              </a:defRPr>
            </a:lvl6pPr>
            <a:lvl7pPr indent="-508000" lvl="6" marL="3200400" rtl="0">
              <a:lnSpc>
                <a:spcPct val="100000"/>
              </a:lnSpc>
              <a:spcBef>
                <a:spcPts val="0"/>
              </a:spcBef>
              <a:spcAft>
                <a:spcPts val="0"/>
              </a:spcAft>
              <a:buClr>
                <a:schemeClr val="lt1"/>
              </a:buClr>
              <a:buSzPts val="4400"/>
              <a:buChar char="●"/>
              <a:defRPr b="1" sz="4400">
                <a:solidFill>
                  <a:schemeClr val="lt1"/>
                </a:solidFill>
              </a:defRPr>
            </a:lvl7pPr>
            <a:lvl8pPr indent="-508000" lvl="7" marL="3657600" rtl="0">
              <a:lnSpc>
                <a:spcPct val="100000"/>
              </a:lnSpc>
              <a:spcBef>
                <a:spcPts val="0"/>
              </a:spcBef>
              <a:spcAft>
                <a:spcPts val="0"/>
              </a:spcAft>
              <a:buClr>
                <a:schemeClr val="lt1"/>
              </a:buClr>
              <a:buSzPts val="4400"/>
              <a:buChar char="○"/>
              <a:defRPr b="1" sz="4400">
                <a:solidFill>
                  <a:schemeClr val="lt1"/>
                </a:solidFill>
              </a:defRPr>
            </a:lvl8pPr>
            <a:lvl9pPr indent="-508000" lvl="8" marL="4114800" rtl="0">
              <a:lnSpc>
                <a:spcPct val="100000"/>
              </a:lnSpc>
              <a:spcBef>
                <a:spcPts val="0"/>
              </a:spcBef>
              <a:spcAft>
                <a:spcPts val="0"/>
              </a:spcAft>
              <a:buClr>
                <a:schemeClr val="lt1"/>
              </a:buClr>
              <a:buSzPts val="4400"/>
              <a:buChar char="■"/>
              <a:defRPr b="1" sz="4400">
                <a:solidFill>
                  <a:schemeClr val="lt1"/>
                </a:solidFill>
              </a:defRPr>
            </a:lvl9pPr>
          </a:lstStyle>
          <a:p/>
        </p:txBody>
      </p:sp>
      <p:sp>
        <p:nvSpPr>
          <p:cNvPr id="596" name="Google Shape;596;p56"/>
          <p:cNvSpPr txBox="1"/>
          <p:nvPr>
            <p:ph idx="4" type="body"/>
          </p:nvPr>
        </p:nvSpPr>
        <p:spPr>
          <a:xfrm>
            <a:off x="5454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chemeClr val="lt1"/>
              </a:buClr>
              <a:buSzPts val="800"/>
              <a:buChar char="●"/>
              <a:defRPr sz="800">
                <a:solidFill>
                  <a:schemeClr val="lt1"/>
                </a:solidFill>
              </a:defRPr>
            </a:lvl1pPr>
            <a:lvl2pPr indent="-279400" lvl="1" marL="914400" rtl="0">
              <a:lnSpc>
                <a:spcPct val="100000"/>
              </a:lnSpc>
              <a:spcBef>
                <a:spcPts val="0"/>
              </a:spcBef>
              <a:spcAft>
                <a:spcPts val="0"/>
              </a:spcAft>
              <a:buClr>
                <a:schemeClr val="lt1"/>
              </a:buClr>
              <a:buSzPts val="800"/>
              <a:buChar char="○"/>
              <a:defRPr sz="800">
                <a:solidFill>
                  <a:schemeClr val="lt1"/>
                </a:solidFill>
              </a:defRPr>
            </a:lvl2pPr>
            <a:lvl3pPr indent="-279400" lvl="2" marL="1371600" rtl="0">
              <a:lnSpc>
                <a:spcPct val="100000"/>
              </a:lnSpc>
              <a:spcBef>
                <a:spcPts val="0"/>
              </a:spcBef>
              <a:spcAft>
                <a:spcPts val="0"/>
              </a:spcAft>
              <a:buClr>
                <a:schemeClr val="lt1"/>
              </a:buClr>
              <a:buSzPts val="800"/>
              <a:buChar char="■"/>
              <a:defRPr sz="800">
                <a:solidFill>
                  <a:schemeClr val="lt1"/>
                </a:solidFill>
              </a:defRPr>
            </a:lvl3pPr>
            <a:lvl4pPr indent="-279400" lvl="3" marL="1828800" rtl="0">
              <a:lnSpc>
                <a:spcPct val="100000"/>
              </a:lnSpc>
              <a:spcBef>
                <a:spcPts val="0"/>
              </a:spcBef>
              <a:spcAft>
                <a:spcPts val="0"/>
              </a:spcAft>
              <a:buClr>
                <a:schemeClr val="lt1"/>
              </a:buClr>
              <a:buSzPts val="800"/>
              <a:buChar char="●"/>
              <a:defRPr sz="800">
                <a:solidFill>
                  <a:schemeClr val="lt1"/>
                </a:solidFill>
              </a:defRPr>
            </a:lvl4pPr>
            <a:lvl5pPr indent="-279400" lvl="4" marL="2286000" rtl="0">
              <a:lnSpc>
                <a:spcPct val="100000"/>
              </a:lnSpc>
              <a:spcBef>
                <a:spcPts val="0"/>
              </a:spcBef>
              <a:spcAft>
                <a:spcPts val="0"/>
              </a:spcAft>
              <a:buClr>
                <a:schemeClr val="lt1"/>
              </a:buClr>
              <a:buSzPts val="800"/>
              <a:buChar char="○"/>
              <a:defRPr sz="800">
                <a:solidFill>
                  <a:schemeClr val="lt1"/>
                </a:solidFill>
              </a:defRPr>
            </a:lvl5pPr>
            <a:lvl6pPr indent="-279400" lvl="5" marL="2743200" rtl="0">
              <a:lnSpc>
                <a:spcPct val="100000"/>
              </a:lnSpc>
              <a:spcBef>
                <a:spcPts val="0"/>
              </a:spcBef>
              <a:spcAft>
                <a:spcPts val="0"/>
              </a:spcAft>
              <a:buClr>
                <a:schemeClr val="lt1"/>
              </a:buClr>
              <a:buSzPts val="800"/>
              <a:buChar char="■"/>
              <a:defRPr sz="800">
                <a:solidFill>
                  <a:schemeClr val="lt1"/>
                </a:solidFill>
              </a:defRPr>
            </a:lvl6pPr>
            <a:lvl7pPr indent="-279400" lvl="6" marL="3200400" rtl="0">
              <a:lnSpc>
                <a:spcPct val="100000"/>
              </a:lnSpc>
              <a:spcBef>
                <a:spcPts val="0"/>
              </a:spcBef>
              <a:spcAft>
                <a:spcPts val="0"/>
              </a:spcAft>
              <a:buClr>
                <a:schemeClr val="lt1"/>
              </a:buClr>
              <a:buSzPts val="800"/>
              <a:buChar char="●"/>
              <a:defRPr sz="800">
                <a:solidFill>
                  <a:schemeClr val="lt1"/>
                </a:solidFill>
              </a:defRPr>
            </a:lvl7pPr>
            <a:lvl8pPr indent="-279400" lvl="7" marL="3657600" rtl="0">
              <a:lnSpc>
                <a:spcPct val="100000"/>
              </a:lnSpc>
              <a:spcBef>
                <a:spcPts val="0"/>
              </a:spcBef>
              <a:spcAft>
                <a:spcPts val="0"/>
              </a:spcAft>
              <a:buClr>
                <a:schemeClr val="lt1"/>
              </a:buClr>
              <a:buSzPts val="800"/>
              <a:buChar char="○"/>
              <a:defRPr sz="800">
                <a:solidFill>
                  <a:schemeClr val="lt1"/>
                </a:solidFill>
              </a:defRPr>
            </a:lvl8pPr>
            <a:lvl9pPr indent="-279400" lvl="8" marL="4114800" rtl="0">
              <a:lnSpc>
                <a:spcPct val="100000"/>
              </a:lnSpc>
              <a:spcBef>
                <a:spcPts val="0"/>
              </a:spcBef>
              <a:spcAft>
                <a:spcPts val="0"/>
              </a:spcAft>
              <a:buClr>
                <a:schemeClr val="lt1"/>
              </a:buClr>
              <a:buSzPts val="800"/>
              <a:buChar char="■"/>
              <a:defRPr sz="800">
                <a:solidFill>
                  <a:schemeClr val="lt1"/>
                </a:solidFill>
              </a:defRPr>
            </a:lvl9pPr>
          </a:lstStyle>
          <a:p/>
        </p:txBody>
      </p:sp>
      <p:cxnSp>
        <p:nvCxnSpPr>
          <p:cNvPr id="597" name="Google Shape;597;p56"/>
          <p:cNvCxnSpPr/>
          <p:nvPr/>
        </p:nvCxnSpPr>
        <p:spPr>
          <a:xfrm flipH="1" rot="10800000">
            <a:off x="545450" y="361350"/>
            <a:ext cx="8053200" cy="6900"/>
          </a:xfrm>
          <a:prstGeom prst="straightConnector1">
            <a:avLst/>
          </a:prstGeom>
          <a:noFill/>
          <a:ln cap="flat" cmpd="sng" w="9525">
            <a:solidFill>
              <a:schemeClr val="lt1"/>
            </a:solidFill>
            <a:prstDash val="solid"/>
            <a:round/>
            <a:headEnd len="med" w="med" type="none"/>
            <a:tailEnd len="med" w="med" type="none"/>
          </a:ln>
        </p:spPr>
      </p:cxnSp>
      <p:sp>
        <p:nvSpPr>
          <p:cNvPr id="598" name="Google Shape;598;p56"/>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800"/>
              <a:buNone/>
              <a:defRPr sz="1800">
                <a:solidFill>
                  <a:schemeClr val="lt1"/>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99" name="Google Shape;599;p56"/>
          <p:cNvCxnSpPr/>
          <p:nvPr/>
        </p:nvCxnSpPr>
        <p:spPr>
          <a:xfrm flipH="1" rot="10800000">
            <a:off x="545450" y="842850"/>
            <a:ext cx="8053200" cy="6900"/>
          </a:xfrm>
          <a:prstGeom prst="straightConnector1">
            <a:avLst/>
          </a:prstGeom>
          <a:noFill/>
          <a:ln cap="flat" cmpd="sng" w="9525">
            <a:solidFill>
              <a:schemeClr val="lt1"/>
            </a:solidFill>
            <a:prstDash val="solid"/>
            <a:round/>
            <a:headEnd len="med" w="med" type="none"/>
            <a:tailEnd len="med" w="med" type="none"/>
          </a:ln>
        </p:spPr>
      </p:cxnSp>
      <p:sp>
        <p:nvSpPr>
          <p:cNvPr id="600" name="Google Shape;600;p56"/>
          <p:cNvSpPr/>
          <p:nvPr/>
        </p:nvSpPr>
        <p:spPr>
          <a:xfrm>
            <a:off x="3303500" y="1069350"/>
            <a:ext cx="5295000" cy="325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1" name="Google Shape;601;p56"/>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602" name="Google Shape;602;p56"/>
          <p:cNvSpPr txBox="1"/>
          <p:nvPr>
            <p:ph idx="5"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603" name="Google Shape;603;p5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Masters/_rels/slideMaster1.xml.rels><?xml version="1.0" encoding="UTF-8"?><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5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0" spcFirstLastPara="1" rIns="0" wrap="square" tIns="91425">
            <a:noAutofit/>
          </a:bodyPr>
          <a:lstStyle>
            <a:lvl1pPr lvl="0">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1pPr>
            <a:lvl2pPr lvl="1">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2pPr>
            <a:lvl3pPr lvl="2">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3pPr>
            <a:lvl4pPr lvl="3">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4pPr>
            <a:lvl5pPr lvl="4">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5pPr>
            <a:lvl6pPr lvl="5">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6pPr>
            <a:lvl7pPr lvl="6">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7pPr>
            <a:lvl8pPr lvl="7">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8pPr>
            <a:lvl9pPr lvl="8">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rgbClr val="131313"/>
              </a:buClr>
              <a:buSzPts val="1800"/>
              <a:buFont typeface="Inter"/>
              <a:buChar char="●"/>
              <a:defRPr sz="1800">
                <a:solidFill>
                  <a:srgbClr val="131313"/>
                </a:solidFill>
                <a:latin typeface="Inter"/>
                <a:ea typeface="Inter"/>
                <a:cs typeface="Inter"/>
                <a:sym typeface="Inter"/>
              </a:defRPr>
            </a:lvl1pPr>
            <a:lvl2pPr indent="-317500" lvl="1" marL="9144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2pPr>
            <a:lvl3pPr indent="-317500" lvl="2" marL="13716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3pPr>
            <a:lvl4pPr indent="-317500" lvl="3" marL="18288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4pPr>
            <a:lvl5pPr indent="-317500" lvl="4" marL="22860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5pPr>
            <a:lvl6pPr indent="-317500" lvl="5" marL="27432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6pPr>
            <a:lvl7pPr indent="-317500" lvl="6" marL="32004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7pPr>
            <a:lvl8pPr indent="-317500" lvl="7" marL="36576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8pPr>
            <a:lvl9pPr indent="-317500" lvl="8" marL="4114800">
              <a:lnSpc>
                <a:spcPct val="115000"/>
              </a:lnSpc>
              <a:spcBef>
                <a:spcPts val="1600"/>
              </a:spcBef>
              <a:spcAft>
                <a:spcPts val="1600"/>
              </a:spcAft>
              <a:buClr>
                <a:srgbClr val="131313"/>
              </a:buClr>
              <a:buSzPts val="1400"/>
              <a:buFont typeface="Inter"/>
              <a:buChar char="■"/>
              <a:defRPr>
                <a:solidFill>
                  <a:srgbClr val="131313"/>
                </a:solidFill>
                <a:latin typeface="Inter"/>
                <a:ea typeface="Inter"/>
                <a:cs typeface="Inter"/>
                <a:sym typeface="Inter"/>
              </a:defRPr>
            </a:lvl9pPr>
          </a:lstStyle>
          <a:p/>
        </p:txBody>
      </p:sp>
      <p:sp>
        <p:nvSpPr>
          <p:cNvPr id="8" name="Google Shape;8;p1"/>
          <p:cNvSpPr txBox="1"/>
          <p:nvPr>
            <p:ph idx="12" type="sldNum"/>
          </p:nvPr>
        </p:nvSpPr>
        <p:spPr>
          <a:xfrm>
            <a:off x="8472450" y="4703625"/>
            <a:ext cx="548700" cy="264300"/>
          </a:xfrm>
          <a:prstGeom prst="rect">
            <a:avLst/>
          </a:prstGeom>
          <a:noFill/>
          <a:ln>
            <a:noFill/>
          </a:ln>
        </p:spPr>
        <p:txBody>
          <a:bodyPr anchorCtr="0" anchor="ctr" bIns="0" lIns="0" spcFirstLastPara="1" rIns="0" wrap="square" tIns="0">
            <a:noAutofit/>
          </a:bodyPr>
          <a:lstStyle>
            <a:lvl1pPr lvl="0" algn="r">
              <a:buNone/>
              <a:defRPr b="1" sz="600">
                <a:solidFill>
                  <a:schemeClr val="dk2"/>
                </a:solidFill>
                <a:latin typeface="Inter"/>
                <a:ea typeface="Inter"/>
                <a:cs typeface="Inter"/>
                <a:sym typeface="Inter"/>
              </a:defRPr>
            </a:lvl1pPr>
            <a:lvl2pPr lvl="1" algn="r">
              <a:buNone/>
              <a:defRPr b="1" sz="600">
                <a:solidFill>
                  <a:schemeClr val="dk2"/>
                </a:solidFill>
                <a:latin typeface="Inter"/>
                <a:ea typeface="Inter"/>
                <a:cs typeface="Inter"/>
                <a:sym typeface="Inter"/>
              </a:defRPr>
            </a:lvl2pPr>
            <a:lvl3pPr lvl="2" algn="r">
              <a:buNone/>
              <a:defRPr b="1" sz="600">
                <a:solidFill>
                  <a:schemeClr val="dk2"/>
                </a:solidFill>
                <a:latin typeface="Inter"/>
                <a:ea typeface="Inter"/>
                <a:cs typeface="Inter"/>
                <a:sym typeface="Inter"/>
              </a:defRPr>
            </a:lvl3pPr>
            <a:lvl4pPr lvl="3" algn="r">
              <a:buNone/>
              <a:defRPr b="1" sz="600">
                <a:solidFill>
                  <a:schemeClr val="dk2"/>
                </a:solidFill>
                <a:latin typeface="Inter"/>
                <a:ea typeface="Inter"/>
                <a:cs typeface="Inter"/>
                <a:sym typeface="Inter"/>
              </a:defRPr>
            </a:lvl4pPr>
            <a:lvl5pPr lvl="4" algn="r">
              <a:buNone/>
              <a:defRPr b="1" sz="600">
                <a:solidFill>
                  <a:schemeClr val="dk2"/>
                </a:solidFill>
                <a:latin typeface="Inter"/>
                <a:ea typeface="Inter"/>
                <a:cs typeface="Inter"/>
                <a:sym typeface="Inter"/>
              </a:defRPr>
            </a:lvl5pPr>
            <a:lvl6pPr lvl="5" algn="r">
              <a:buNone/>
              <a:defRPr b="1" sz="600">
                <a:solidFill>
                  <a:schemeClr val="dk2"/>
                </a:solidFill>
                <a:latin typeface="Inter"/>
                <a:ea typeface="Inter"/>
                <a:cs typeface="Inter"/>
                <a:sym typeface="Inter"/>
              </a:defRPr>
            </a:lvl6pPr>
            <a:lvl7pPr lvl="6" algn="r">
              <a:buNone/>
              <a:defRPr b="1" sz="600">
                <a:solidFill>
                  <a:schemeClr val="dk2"/>
                </a:solidFill>
                <a:latin typeface="Inter"/>
                <a:ea typeface="Inter"/>
                <a:cs typeface="Inter"/>
                <a:sym typeface="Inter"/>
              </a:defRPr>
            </a:lvl7pPr>
            <a:lvl8pPr lvl="7" algn="r">
              <a:buNone/>
              <a:defRPr b="1" sz="600">
                <a:solidFill>
                  <a:schemeClr val="dk2"/>
                </a:solidFill>
                <a:latin typeface="Inter"/>
                <a:ea typeface="Inter"/>
                <a:cs typeface="Inter"/>
                <a:sym typeface="Inter"/>
              </a:defRPr>
            </a:lvl8pPr>
            <a:lvl9pPr lvl="8"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6.xml.rels><?xml version="1.0" encoding="UTF-8"?><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4.xml"/><Relationship Id="rId3" Type="http://schemas.openxmlformats.org/officeDocument/2006/relationships/image" Target="../media/claude_context.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5.xml"/><Relationship Id="rId3" Type="http://schemas.openxmlformats.org/officeDocument/2006/relationships/image" Target="../media/image13.jpg"/></Relationships>
</file>

<file path=ppt/slides/_rels/slide16.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3.jpg"/></Relationships>
</file>

<file path=ppt/slides/_rels/slide17.xml.rels><?xml version="1.0" encoding="UTF-8"?><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7.xml"/><Relationship Id="rId3" Type="http://schemas.openxmlformats.org/officeDocument/2006/relationships/image" Target="../media/claude_flow.png"/></Relationships>
</file>

<file path=ppt/slides/_rels/slide47.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hyperlink" Target="mailto:Ainize@lin3s.com" TargetMode="External"/><Relationship Id="rId4" Type="http://schemas.openxmlformats.org/officeDocument/2006/relationships/hyperlink" Target="mailto:Paula@lin3s.com" TargetMode="External"/><Relationship Id="rId5" Type="http://schemas.openxmlformats.org/officeDocument/2006/relationships/hyperlink" Target="https://twitter.com/lin3s" TargetMode="External"/><Relationship Id="rId6" Type="http://schemas.openxmlformats.org/officeDocument/2006/relationships/hyperlink" Target="https://www.instagram.com/_lin3s_/" TargetMode="External"/><Relationship Id="rId7" Type="http://schemas.openxmlformats.org/officeDocument/2006/relationships/hyperlink" Target="https://www.facebook.com/lin3s" TargetMode="External"/></Relationships>
</file>

<file path=ppt/slides/_rels/slide48.xml.rels><?xml version="1.0" encoding="UTF-8"?><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3.jpg"/></Relationships>
</file>

<file path=ppt/slides/_rels/slide49.xml.rels><?xml version="1.0" encoding="UTF-8"?><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3.jpg"/></Relationships>
</file>

<file path=ppt/slides/_rels/slide50.xml.rels><?xml version="1.0" encoding="UTF-8"?><Relationships xmlns="http://schemas.openxmlformats.org/package/2006/relationships"><Relationship Id="rId1" Type="http://schemas.openxmlformats.org/officeDocument/2006/relationships/slideLayout" Target="../slideLayouts/slideLayout30.xml"/><Relationship Id="rId3" Type="http://schemas.openxmlformats.org/officeDocument/2006/relationships/image" Target="../media/image16.jpg"/></Relationships>
</file>

<file path=ppt/slides/_rels/slide51.xml.rels><?xml version="1.0" encoding="UTF-8"?><Relationships xmlns="http://schemas.openxmlformats.org/package/2006/relationships"><Relationship Id="rId1" Type="http://schemas.openxmlformats.org/officeDocument/2006/relationships/slideLayout" Target="../slideLayouts/slideLayout30.xml"/><Relationship Id="rId3" Type="http://schemas.openxmlformats.org/officeDocument/2006/relationships/image" Target="../media/claude_md_locations.png"/></Relationships>
</file>

<file path=ppt/slides/_rels/slide52.xml.rels><?xml version="1.0" encoding="UTF-8"?><Relationships xmlns="http://schemas.openxmlformats.org/package/2006/relationships"><Relationship Id="rId1" Type="http://schemas.openxmlformats.org/officeDocument/2006/relationships/slideLayout" Target="../slideLayouts/slideLayout32.xml"/><Relationship Id="rId3" Type="http://schemas.openxmlformats.org/officeDocument/2006/relationships/image" Target="../media/claude_init.png"/></Relationships>
</file>

<file path=ppt/slides/_rels/slide53.xml.rels><?xml version="1.0" encoding="UTF-8"?><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7" name="Shape 607"/>
        <p:cNvGrpSpPr/>
        <p:nvPr/>
      </p:nvGrpSpPr>
      <p:grpSpPr>
        <a:xfrm>
          <a:off x="0" y="0"/>
          <a:ext cx="0" cy="0"/>
          <a:chOff x="0" y="0"/>
          <a:chExt cx="0" cy="0"/>
        </a:xfrm>
      </p:grpSpPr>
      <p:sp>
        <p:nvSpPr>
          <p:cNvPr id="608" name="Google Shape;608;p57"/>
          <p:cNvSpPr txBox="1"/>
          <p:nvPr>
            <p:ph type="ctrTitle"/>
          </p:nvPr>
        </p:nvSpPr>
        <p:spPr>
          <a:xfrm>
            <a:off x="545450" y="1448400"/>
            <a:ext cx="59817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Claude Code</a:t>
            </a:r>
            <a:endParaRPr/>
          </a:p>
          <a:p>
            <a:pPr indent="0" lvl="0" marL="0" rtl="0" algn="l">
              <a:spcBef>
                <a:spcPts val="0"/>
              </a:spcBef>
              <a:spcAft>
                <a:spcPts val="0"/>
              </a:spcAft>
              <a:buNone/>
            </a:pPr>
            <a:r>
              <a:rPr lang="en"/>
              <a:t>A Powerful Coding Assistant</a:t>
            </a:r>
            <a:endParaRPr/>
          </a:p>
        </p:txBody>
      </p:sp>
      <p:sp>
        <p:nvSpPr>
          <p:cNvPr id="609" name="Google Shape;609;p57"/>
          <p:cNvSpPr txBox="1"/>
          <p:nvPr>
            <p:ph idx="1" type="subTitle"/>
          </p:nvPr>
        </p:nvSpPr>
        <p:spPr>
          <a:xfrm>
            <a:off x="4688725" y="525600"/>
            <a:ext cx="39099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Anthropic Guide 2026</a:t>
            </a:r>
            <a:endParaRPr/>
          </a:p>
        </p:txBody>
      </p:sp>
      <p:sp>
        <p:nvSpPr>
          <p:cNvPr id="610" name="Google Shape;610;p57"/>
          <p:cNvSpPr txBox="1"/>
          <p:nvPr>
            <p:ph idx="2" type="subTitle"/>
          </p:nvPr>
        </p:nvSpPr>
        <p:spPr>
          <a:xfrm>
            <a:off x="4688725" y="4614750"/>
            <a:ext cx="39099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Tool Use &amp; Architecture</a:t>
            </a:r>
            <a:endParaRPr/>
          </a:p>
        </p:txBody>
      </p:sp>
      <p:sp>
        <p:nvSpPr>
          <p:cNvPr id="611" name="Google Shape;611;p57"/>
          <p:cNvSpPr txBox="1"/>
          <p:nvPr>
            <p:ph idx="3" type="subTitle"/>
          </p:nvPr>
        </p:nvSpPr>
        <p:spPr>
          <a:xfrm>
            <a:off x="545450" y="4614750"/>
            <a:ext cx="39099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Setup &amp; Context Management</a:t>
            </a:r>
            <a:endParaRPr/>
          </a:p>
        </p:txBody>
      </p:sp>
      <p:sp>
        <p:nvSpPr>
          <p:cNvPr id="612" name="Google Shape;612;p57"/>
          <p:cNvSpPr txBox="1"/>
          <p:nvPr>
            <p:ph idx="4" type="subTitle"/>
          </p:nvPr>
        </p:nvSpPr>
        <p:spPr>
          <a:xfrm>
            <a:off x="545450" y="1287900"/>
            <a:ext cx="3909900" cy="160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Understanding the Foundations</a:t>
            </a:r>
            <a:endParaRPr/>
          </a:p>
        </p:txBody>
      </p:sp>
      <p:sp>
        <p:nvSpPr>
          <p:cNvPr id="613" name="Google Shape;613;p57"/>
          <p:cNvSpPr txBox="1"/>
          <p:nvPr>
            <p:ph idx="5" type="subTitle"/>
          </p:nvPr>
        </p:nvSpPr>
        <p:spPr>
          <a:xfrm>
            <a:off x="545450" y="44542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Topics</a:t>
            </a:r>
            <a:endParaRPr/>
          </a:p>
        </p:txBody>
      </p:sp>
      <p:sp>
        <p:nvSpPr>
          <p:cNvPr id="614" name="Google Shape;614;p57"/>
          <p:cNvSpPr txBox="1"/>
          <p:nvPr>
            <p:ph idx="6" type="subTitle"/>
          </p:nvPr>
        </p:nvSpPr>
        <p:spPr>
          <a:xfrm>
            <a:off x="4688725" y="44542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62"/>
          <p:cNvSpPr txBox="1"/>
          <p:nvPr>
            <p:ph type="ctrTitle"/>
          </p:nvPr>
        </p:nvSpPr>
        <p:spPr>
          <a:xfrm>
            <a:off x="545450" y="368250"/>
            <a:ext cx="3200000" cy="837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4000"/>
              <a:t>Agenda</a:t>
            </a:r>
            <a:endParaRPr sz="4800"/>
          </a:p>
        </p:txBody>
      </p:sp>
      <p:sp>
        <p:nvSpPr>
          <p:cNvPr id="668" name="Google Shape;668;p62"/>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A Powerful Coding Assistant</a:t>
            </a:r>
            <a:endParaRPr/>
          </a:p>
        </p:txBody>
      </p:sp>
      <p:sp>
        <p:nvSpPr>
          <p:cNvPr id="669" name="Google Shape;669;p62"/>
          <p:cNvSpPr txBox="1"/>
          <p:nvPr>
            <p:ph idx="2" type="subTitle"/>
          </p:nvPr>
        </p:nvSpPr>
        <p:spPr>
          <a:xfrm>
            <a:off x="552900" y="1334614"/>
            <a:ext cx="2304300" cy="5520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a:t>Claude Code: A Powerful Coding Assistant.</a:t>
            </a:r>
            <a:endParaRPr/>
          </a:p>
        </p:txBody>
      </p:sp>
      <p:sp>
        <p:nvSpPr>
          <p:cNvPr id="670" name="Google Shape;670;p62"/>
          <p:cNvSpPr txBox="1"/>
          <p:nvPr>
            <p:ph idx="3" type="body"/>
          </p:nvPr>
        </p:nvSpPr>
        <p:spPr>
          <a:xfrm>
            <a:off x="3998175" y="580950"/>
            <a:ext cx="1844700" cy="914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b="1" lang="en" sz="1400"/>
              <a:t>1</a:t>
            </a:r>
            <a:br>
              <a:rPr lang="en"/>
            </a:br>
            <a:r>
              <a:rPr lang="en"/>
              <a:t>―</a:t>
            </a:r>
            <a:br>
              <a:rPr lang="en"/>
            </a:br>
            <a:r>
              <a:rPr lang="en" sz="1400"/>
              <a:t>What is a Coding Assistant?</a:t>
            </a:r>
            <a:endParaRPr sz="1400"/>
          </a:p>
        </p:txBody>
      </p:sp>
      <p:sp>
        <p:nvSpPr>
          <p:cNvPr id="671" name="Google Shape;671;p62"/>
          <p:cNvSpPr txBox="1"/>
          <p:nvPr>
            <p:ph idx="4" type="body"/>
          </p:nvPr>
        </p:nvSpPr>
        <p:spPr>
          <a:xfrm>
            <a:off x="6757950" y="580950"/>
            <a:ext cx="1844700" cy="914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b="1" lang="en" sz="1400"/>
              <a:t>2</a:t>
            </a:r>
            <a:br>
              <a:rPr lang="en" sz="1400"/>
            </a:br>
            <a:r>
              <a:rPr lang="en"/>
              <a:t>―</a:t>
            </a:r>
            <a:br>
              <a:rPr lang="en" sz="1400"/>
            </a:br>
            <a:r>
              <a:rPr lang="en" sz="1400"/>
              <a:t>How Tool Use Works</a:t>
            </a:r>
            <a:endParaRPr sz="1400"/>
          </a:p>
        </p:txBody>
      </p:sp>
      <p:sp>
        <p:nvSpPr>
          <p:cNvPr id="672" name="Google Shape;672;p62"/>
          <p:cNvSpPr txBox="1"/>
          <p:nvPr>
            <p:ph idx="5" type="body"/>
          </p:nvPr>
        </p:nvSpPr>
        <p:spPr>
          <a:xfrm>
            <a:off x="3998175" y="1708050"/>
            <a:ext cx="1844700" cy="914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b="1" lang="en" sz="1400"/>
              <a:t>3</a:t>
            </a:r>
            <a:br>
              <a:rPr lang="en" sz="1400"/>
            </a:br>
            <a:r>
              <a:rPr lang="en"/>
              <a:t>―</a:t>
            </a:r>
            <a:br>
              <a:rPr lang="en" sz="1400"/>
            </a:br>
            <a:r>
              <a:rPr lang="en" sz="1400"/>
              <a:t>Why Claude’s Tool Use Matters</a:t>
            </a:r>
            <a:endParaRPr sz="1400"/>
          </a:p>
        </p:txBody>
      </p:sp>
      <p:sp>
        <p:nvSpPr>
          <p:cNvPr id="673" name="Google Shape;673;p62"/>
          <p:cNvSpPr txBox="1"/>
          <p:nvPr>
            <p:ph idx="6" type="body"/>
          </p:nvPr>
        </p:nvSpPr>
        <p:spPr>
          <a:xfrm>
            <a:off x="6757950" y="1708050"/>
            <a:ext cx="1844700" cy="914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b="1" lang="en" sz="1400"/>
              <a:t>4</a:t>
            </a:r>
            <a:br>
              <a:rPr lang="en" sz="1400"/>
            </a:br>
            <a:r>
              <a:rPr lang="en"/>
              <a:t>―</a:t>
            </a:r>
            <a:br>
              <a:rPr lang="en" sz="1400"/>
            </a:br>
            <a:r>
              <a:rPr lang="en" sz="1400"/>
              <a:t xml:space="preserve">Claude Code </a:t>
            </a:r>
            <a:br>
              <a:rPr lang="en" sz="1400"/>
            </a:br>
            <a:r>
              <a:rPr lang="en" sz="1400"/>
              <a:t>setup</a:t>
            </a:r>
            <a:endParaRPr sz="1400"/>
          </a:p>
        </p:txBody>
      </p:sp>
      <p:sp>
        <p:nvSpPr>
          <p:cNvPr id="674" name="Google Shape;674;p62"/>
          <p:cNvSpPr txBox="1"/>
          <p:nvPr>
            <p:ph idx="7" type="body"/>
          </p:nvPr>
        </p:nvSpPr>
        <p:spPr>
          <a:xfrm>
            <a:off x="3998175" y="2842050"/>
            <a:ext cx="1844700" cy="914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b="1" lang="en" sz="1400"/>
              <a:t>5</a:t>
            </a:r>
            <a:br>
              <a:rPr lang="en" sz="1400"/>
            </a:br>
            <a:r>
              <a:rPr lang="en"/>
              <a:t>―</a:t>
            </a:r>
            <a:br>
              <a:rPr lang="en" sz="1400"/>
            </a:br>
            <a:r>
              <a:rPr lang="en" sz="1400"/>
              <a:t>Adding context with CLAUDE.md</a:t>
            </a:r>
            <a:endParaRPr sz="1400"/>
          </a:p>
        </p:txBody>
      </p:sp>
      <p:sp>
        <p:nvSpPr>
          <p:cNvPr id="675" name="Google Shape;675;p62"/>
          <p:cNvSpPr txBox="1"/>
          <p:nvPr>
            <p:ph idx="8" type="body"/>
          </p:nvPr>
        </p:nvSpPr>
        <p:spPr>
          <a:xfrm>
            <a:off x="6757950" y="2842050"/>
            <a:ext cx="1844700" cy="914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b="1" lang="en" sz="1400"/>
              <a:t>6</a:t>
            </a:r>
            <a:br>
              <a:rPr lang="en" sz="1400"/>
            </a:br>
            <a:r>
              <a:rPr lang="en"/>
              <a:t>―</a:t>
            </a:r>
            <a:br>
              <a:rPr lang="en" sz="1400"/>
            </a:br>
            <a:r>
              <a:rPr lang="en" sz="1400"/>
              <a:t>Key takeaways</a:t>
            </a:r>
            <a:br>
              <a:rPr lang="en" sz="1400"/>
            </a:br>
            <a:r>
              <a:rPr lang="en" sz="1400"/>
              <a:t/>
            </a:r>
            <a:endParaRPr sz="1400"/>
          </a:p>
        </p:txBody>
      </p:sp>
      <p:sp>
        <p:nvSpPr>
          <p:cNvPr id="676" name="Google Shape;676;p62"/>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66"/>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Language models alone can’t read your files.</a:t>
            </a:r>
            <a:endParaRPr/>
          </a:p>
        </p:txBody>
      </p:sp>
      <p:sp>
        <p:nvSpPr>
          <p:cNvPr id="706" name="Google Shape;706;p66"/>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They only process text. Tool use is how Claude Code bridges that gap.</a:t>
            </a:r>
            <a:endParaRPr/>
          </a:p>
        </p:txBody>
      </p:sp>
      <p:sp>
        <p:nvSpPr>
          <p:cNvPr id="707" name="Google Shape;707;p6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67"/>
          <p:cNvSpPr txBox="1"/>
          <p:nvPr>
            <p:ph idx="1" type="body"/>
          </p:nvPr>
        </p:nvSpPr>
        <p:spPr>
          <a:xfrm>
            <a:off x="545450"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Tackles harder tasks</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Claude can combine different tools to handle complex work — and will use tools it hasn’t seen before.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Strong tool use means the assistant adapts to new APIs, libraries, and frameworks without needing to be retrained on them.</a:t>
            </a:r>
            <a:endParaRPr/>
          </a:p>
        </p:txBody>
      </p:sp>
      <p:sp>
        <p:nvSpPr>
          <p:cNvPr id="714" name="Google Shape;714;p67"/>
          <p:cNvSpPr txBox="1"/>
          <p:nvPr>
            <p:ph idx="2" type="body"/>
          </p:nvPr>
        </p:nvSpPr>
        <p:spPr>
          <a:xfrm>
            <a:off x="3303418"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Extensible platform</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You can easily add new tools to Claude Code, and Claude will adapt to use them as your workflow evolves.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same model handles file editing, web search, shell commands, and any custom MCP server you connect, all from the same interface.</a:t>
            </a:r>
            <a:endParaRPr/>
          </a:p>
        </p:txBody>
      </p:sp>
      <p:sp>
        <p:nvSpPr>
          <p:cNvPr id="715" name="Google Shape;715;p67"/>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Why Claude’s Tool Use Matters</a:t>
            </a:r>
            <a:endParaRPr/>
          </a:p>
        </p:txBody>
      </p:sp>
      <p:sp>
        <p:nvSpPr>
          <p:cNvPr id="716" name="Google Shape;716;p67"/>
          <p:cNvSpPr txBox="1"/>
          <p:nvPr>
            <p:ph idx="4"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A Powerful Coding Assistant</a:t>
            </a:r>
            <a:endParaRPr/>
          </a:p>
        </p:txBody>
      </p:sp>
      <p:sp>
        <p:nvSpPr>
          <p:cNvPr id="717" name="Google Shape;717;p67"/>
          <p:cNvSpPr txBox="1"/>
          <p:nvPr>
            <p:ph idx="3" type="body"/>
          </p:nvPr>
        </p:nvSpPr>
        <p:spPr>
          <a:xfrm>
            <a:off x="6061399"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Better security</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Claude Code can navigate codebases without requiring indexing, which often means not sending your entire codebase to external servers.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Local-first tool use also gives you tighter control over which files and secrets ever leave your machine.</a:t>
            </a:r>
            <a:endParaRPr/>
          </a:p>
        </p:txBody>
      </p:sp>
      <p:sp>
        <p:nvSpPr>
          <p:cNvPr id="718" name="Google Shape;718;p67"/>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69"/>
          <p:cNvSpPr txBox="1"/>
          <p:nvPr>
            <p:ph idx="1" type="body"/>
          </p:nvPr>
        </p:nvSpPr>
        <p:spPr>
          <a:xfrm>
            <a:off x="545450"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How tool use bridges text-only models to real action.</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rPr b="1" lang="en" sz="1200"/>
              <a:t>The assistant adds tool instructions to every request, teaching the model how to ask for actions like reading files or running commands.</a:t>
            </a:r>
            <a:endParaRPr b="1" sz="1200"/>
          </a:p>
        </p:txBody>
      </p:sp>
      <p:sp>
        <p:nvSpPr>
          <p:cNvPr id="731" name="Google Shape;731;p69"/>
          <p:cNvSpPr txBox="1"/>
          <p:nvPr>
            <p:ph idx="2" type="body"/>
          </p:nvPr>
        </p:nvSpPr>
        <p:spPr>
          <a:xfrm>
            <a:off x="3303418"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b="1"/>
              <a:t>Step 1</a:t>
            </a:r>
            <a:endParaRPr/>
          </a:p>
          <a:p>
            <a:pPr indent="0" lvl="0" marL="0" rtl="0" algn="l">
              <a:spcBef>
                <a:spcPts val="0"/>
              </a:spcBef>
              <a:spcAft>
                <a:spcPts val="0"/>
              </a:spcAft>
              <a:buNone/>
            </a:pPr>
            <a:r>
              <a:rPr lang="en"/>
              <a:t>You ask: “What code is in main.go?”</a:t>
            </a:r>
            <a:endParaRPr/>
          </a:p>
          <a:p>
            <a:pPr indent="0" lvl="0" marL="0" rtl="0" algn="l">
              <a:spcBef>
                <a:spcPts val="0"/>
              </a:spcBef>
              <a:spcAft>
                <a:spcPts val="0"/>
              </a:spcAft>
              <a:buNone/>
            </a:pPr>
            <a:r>
              <a:t/>
            </a:r>
            <a:endParaRPr/>
          </a:p>
          <a:p>
            <a:pPr indent="0" lvl="0" marL="0" rtl="0" algn="l">
              <a:spcBef>
                <a:spcPts val="0"/>
              </a:spcBef>
              <a:spcAft>
                <a:spcPts val="0"/>
              </a:spcAft>
              <a:buNone/>
            </a:pPr>
            <a:r>
              <a:rPr lang="en" b="1"/>
              <a:t>Step 2</a:t>
            </a:r>
            <a:endParaRPr/>
          </a:p>
          <a:p>
            <a:pPr indent="0" lvl="0" marL="0" rtl="0" algn="l">
              <a:spcBef>
                <a:spcPts val="0"/>
              </a:spcBef>
              <a:spcAft>
                <a:spcPts val="0"/>
              </a:spcAft>
              <a:buNone/>
            </a:pPr>
            <a:r>
              <a:rPr lang="en"/>
              <a:t>The assistant attaches tool instructions to your request.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b="1"/>
              <a:t>Step 3</a:t>
            </a:r>
            <a:endParaRPr/>
          </a:p>
          <a:p>
            <a:pPr indent="0" lvl="0" marL="0" rtl="0" algn="l">
              <a:spcBef>
                <a:spcPts val="0"/>
              </a:spcBef>
              <a:spcAft>
                <a:spcPts val="0"/>
              </a:spcAft>
              <a:buNone/>
            </a:pPr>
            <a:r>
              <a:rPr lang="en"/>
              <a:t>The model replies: “ReadFile: main.go”.</a:t>
            </a:r>
            <a:endParaRPr/>
          </a:p>
        </p:txBody>
      </p:sp>
      <p:sp>
        <p:nvSpPr>
          <p:cNvPr id="732" name="Google Shape;732;p69"/>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How Tool Use Works</a:t>
            </a:r>
            <a:endParaRPr/>
          </a:p>
        </p:txBody>
      </p:sp>
      <p:sp>
        <p:nvSpPr>
          <p:cNvPr id="733" name="Google Shape;733;p69"/>
          <p:cNvSpPr txBox="1"/>
          <p:nvPr>
            <p:ph idx="4"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A Powerful Coding Assistant</a:t>
            </a:r>
            <a:endParaRPr/>
          </a:p>
        </p:txBody>
      </p:sp>
      <p:sp>
        <p:nvSpPr>
          <p:cNvPr id="734" name="Google Shape;734;p69"/>
          <p:cNvSpPr txBox="1"/>
          <p:nvPr>
            <p:ph idx="3" type="body"/>
          </p:nvPr>
        </p:nvSpPr>
        <p:spPr>
          <a:xfrm>
            <a:off x="6061399"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Step 4: The coding assistant reads the actual file and sends its contents back to the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Step 5: The model uses the file contents to give its final answer. This loop is how text-only models can effectively read files, write code, and run commands.</a:t>
            </a:r>
            <a:endParaRPr/>
          </a:p>
        </p:txBody>
      </p:sp>
      <p:sp>
        <p:nvSpPr>
          <p:cNvPr id="735" name="Google Shape;735;p69"/>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70"/>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What is a Coding Assistant?</a:t>
            </a:r>
            <a:endParaRPr/>
          </a:p>
        </p:txBody>
      </p:sp>
      <p:sp>
        <p:nvSpPr>
          <p:cNvPr id="741" name="Google Shape;741;p70"/>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A Powerful Coding Assistant</a:t>
            </a:r>
            <a:endParaRPr/>
          </a:p>
        </p:txBody>
      </p:sp>
      <p:sp>
        <p:nvSpPr>
          <p:cNvPr id="742" name="Google Shape;742;p70"/>
          <p:cNvSpPr txBox="1"/>
          <p:nvPr>
            <p:ph idx="1" type="body"/>
          </p:nvPr>
        </p:nvSpPr>
        <p:spPr>
          <a:xfrm>
            <a:off x="545450" y="1218750"/>
            <a:ext cx="3909900" cy="31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More Than a Tool That Writes Code</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A coding assistant is a sophisticated system that uses language models to tackle complex programming tasks. Understanding how it works behind the scenes reveals what makes a truly powerful coding companion.</a:t>
            </a:r>
            <a:endParaRPr/>
          </a:p>
          <a:p>
            <a:pPr indent="0" lvl="0" marL="0" rtl="0" algn="l">
              <a:spcBef>
                <a:spcPts val="0"/>
              </a:spcBef>
              <a:spcAft>
                <a:spcPts val="0"/>
              </a:spcAft>
              <a:buNone/>
            </a:pPr>
            <a:r>
              <a:rPr lang="en"/>
              <a:t>When you give it a task — like fixing a bug from an error message — it follows a process similar to how a human developer would: gather context, formulate a plan, then take action. The first and last steps require interacting with the outside world: reading files, fetching docs, running commands.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743" name="Google Shape;743;p70"/>
          <p:cNvPicPr preferRelativeResize="0"/>
          <p:nvPr/>
        </p:nvPicPr>
        <p:blipFill rotWithShape="1">
          <a:blip r:embed="rId3">
            <a:alphaModFix/>
          </a:blip>
          <a:stretch/>
        </p:blipFill>
        <p:spPr>
          <a:xfrm>
            <a:off x="4688750" y="1602138"/>
            <a:ext cx="3909905" cy="219932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71"/>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File Mentions with @</a:t>
            </a:r>
            <a:endParaRPr/>
          </a:p>
        </p:txBody>
      </p:sp>
      <p:sp>
        <p:nvSpPr>
          <p:cNvPr id="749" name="Google Shape;749;p71"/>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A Powerful Coding Assistant</a:t>
            </a:r>
            <a:endParaRPr/>
          </a:p>
        </p:txBody>
      </p:sp>
      <p:sp>
        <p:nvSpPr>
          <p:cNvPr id="750" name="Google Shape;750;p71"/>
          <p:cNvSpPr txBox="1"/>
          <p:nvPr>
            <p:ph idx="1" type="body"/>
          </p:nvPr>
        </p:nvSpPr>
        <p:spPr>
          <a:xfrm>
            <a:off x="545450" y="1218750"/>
            <a:ext cx="3909900" cy="31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When you need Claude to look at a specific file, type @ followed by the path. Claude shows you matching files and includes the one you pick in the conversation.</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rPr b="1" lang="en" sz="1200"/>
              <a:t>You can use the same @ syntax inside CLAUDE.md. Referenced files are pulled in automatically with every request, so Claude can answer questions about them without searching.</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t/>
            </a:r>
            <a:endParaRPr b="1" sz="1200"/>
          </a:p>
        </p:txBody>
      </p:sp>
      <p:sp>
        <p:nvSpPr>
          <p:cNvPr id="751" name="Google Shape;751;p7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752" name="At-Mention Example"/>
          <p:cNvSpPr txBox="1"/>
          <p:nvPr/>
        </p:nvSpPr>
        <p:spPr>
          <a:xfrm>
            <a:off x="4688750" y="1068400"/>
            <a:ext cx="3909900" cy="3260448"/>
          </a:xfrm>
          <a:prstGeom prst="rect">
            <a:avLst/>
          </a:prstGeom>
          <a:solidFill>
            <a:srgbClr val="F4F4F4"/>
          </a:solidFill>
          <a:ln>
            <a:noFill/>
          </a:ln>
        </p:spPr>
        <p:txBody>
          <a:bodyPr anchorCtr="0" anchor="t" bIns="200000" lIns="200000" spcFirstLastPara="1" rIns="200000" wrap="square" tIns="200000">
            <a:noAutofit/>
          </a:bodyPr>
          <a:lstStyle/>
          <a:p>
            <a:pPr indent="0" lvl="0" marL="0" rtl="0" algn="l">
              <a:spcBef>
                <a:spcPts val="0"/>
              </a:spcBef>
              <a:spcAft>
                <a:spcPts val="600"/>
              </a:spcAft>
              <a:buNone/>
            </a:pPr>
            <a:r>
              <a:rPr lang="en" sz="900" b="1"/>
              <a:t>In a Claude Code prompt</a:t>
            </a:r>
          </a:p>
          <a:p>
            <a:pPr indent="0" lvl="0" marL="0" rtl="0" algn="l">
              <a:spcBef>
                <a:spcPts val="0"/>
              </a:spcBef>
              <a:spcAft>
                <a:spcPts val="1200"/>
              </a:spcAft>
              <a:buNone/>
            </a:pPr>
            <a:r>
              <a:rPr lang="en" sz="900">
                <a:latin typeface="Courier New"/>
              </a:rPr>
              <a:t>How does the auth system work? @auth</a:t>
            </a:r>
          </a:p>
          <a:p>
            <a:pPr indent="0" lvl="0" marL="0" rtl="0" algn="l">
              <a:spcBef>
                <a:spcPts val="0"/>
              </a:spcBef>
              <a:spcAft>
                <a:spcPts val="600"/>
              </a:spcAft>
              <a:buNone/>
            </a:pPr>
            <a:r>
              <a:rPr lang="en" sz="900" b="1"/>
              <a:t>Inside your CLAUDE.md</a:t>
            </a:r>
          </a:p>
          <a:p>
            <a:pPr indent="0" lvl="0" marL="0" rtl="0" algn="l">
              <a:spcBef>
                <a:spcPts val="0"/>
              </a:spcBef>
              <a:spcAft>
                <a:spcPts val="0"/>
              </a:spcAft>
              <a:buNone/>
            </a:pPr>
            <a:r>
              <a:rPr lang="en" sz="900">
                <a:latin typeface="Courier New"/>
              </a:rPr>
              <a:t>The database schema is defined in @prisma/schema.prisma. Reference it anytime you need to understand the structure of stored data.</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2"/>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What is a Coding Assistant?</a:t>
            </a:r>
            <a:endParaRPr/>
          </a:p>
        </p:txBody>
      </p:sp>
      <p:sp>
        <p:nvSpPr>
          <p:cNvPr id="758" name="Google Shape;758;p72"/>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01 ― 03</a:t>
            </a:r>
            <a:endParaRPr/>
          </a:p>
        </p:txBody>
      </p:sp>
      <p:sp>
        <p:nvSpPr>
          <p:cNvPr id="759" name="Google Shape;759;p72"/>
          <p:cNvSpPr txBox="1"/>
          <p:nvPr>
            <p:ph idx="2" type="subTitle"/>
          </p:nvPr>
        </p:nvSpPr>
        <p:spPr>
          <a:xfrm>
            <a:off x="4688725"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A Powerful Coding Assistant</a:t>
            </a:r>
            <a:endParaRPr/>
          </a:p>
        </p:txBody>
      </p:sp>
      <p:pic>
        <p:nvPicPr>
          <p:cNvPr id="760" name="Google Shape;760;p72"/>
          <p:cNvPicPr preferRelativeResize="0"/>
          <p:nvPr/>
        </p:nvPicPr>
        <p:blipFill rotWithShape="1">
          <a:blip r:embed="rId3">
            <a:alphaModFix/>
          </a:blip>
          <a:srcRect b="3832" l="0" r="0" t="3832"/>
          <a:stretch/>
        </p:blipFill>
        <p:spPr>
          <a:xfrm>
            <a:off x="0" y="0"/>
            <a:ext cx="4456455" cy="514350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73"/>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How Coding Assistants Work</a:t>
            </a:r>
            <a:endParaRPr/>
          </a:p>
        </p:txBody>
      </p:sp>
      <p:sp>
        <p:nvSpPr>
          <p:cNvPr id="766" name="Google Shape;766;p73"/>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767" name="Google Shape;767;p73"/>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A Powerful Coding Assistant</a:t>
            </a:r>
            <a:endParaRPr/>
          </a:p>
        </p:txBody>
      </p:sp>
      <p:sp>
        <p:nvSpPr>
          <p:cNvPr id="768" name="Google Shape;768;p73"/>
          <p:cNvSpPr txBox="1"/>
          <p:nvPr>
            <p:ph idx="2" type="body"/>
          </p:nvPr>
        </p:nvSpPr>
        <p:spPr>
          <a:xfrm>
            <a:off x="545450" y="1217900"/>
            <a:ext cx="2537100" cy="2874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A Three-Step Loop, Powered by Tools</a:t>
            </a:r>
            <a:endParaRPr/>
          </a:p>
          <a:p>
            <a:pPr indent="0" lvl="0" marL="0" rtl="0" algn="l">
              <a:spcBef>
                <a:spcPts val="0"/>
              </a:spcBef>
              <a:spcAft>
                <a:spcPts val="0"/>
              </a:spcAft>
              <a:buNone/>
            </a:pPr>
            <a:br>
              <a:rPr lang="en"/>
            </a:br>
            <a:r>
              <a:rPr lang="en"/>
              <a:t>Given a task, the assistant follows the same loop a human developer would: Gather context (which files matter, what the error refers to), Formulate a plan (decide how to fix it and how to verify), and Take action (edit files, run commands, iterate).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first and last steps require interacting with the outside world. Most coding assistants use remotely hosted language models. Claude Code uses the Claude series of models hosted at Anthropic, AWS, or Google Cloud (configurable).</a:t>
            </a:r>
            <a:endParaRPr/>
          </a:p>
          <a:p>
            <a:pPr indent="0" lvl="0" marL="0" rtl="0" algn="l">
              <a:spcBef>
                <a:spcPts val="0"/>
              </a:spcBef>
              <a:spcAft>
                <a:spcPts val="0"/>
              </a:spcAft>
              <a:buNone/>
            </a:pPr>
            <a:r>
              <a:t/>
            </a:r>
            <a:endParaRPr/>
          </a:p>
        </p:txBody>
      </p:sp>
      <p:pic>
        <p:nvPicPr>
          <p:cNvPr id="769" name="Google Shape;769;p73"/>
          <p:cNvPicPr preferRelativeResize="0"/>
          <p:nvPr/>
        </p:nvPicPr>
        <p:blipFill rotWithShape="1">
          <a:blip r:embed="rId3">
            <a:alphaModFix/>
          </a:blip>
          <a:stretch/>
        </p:blipFill>
        <p:spPr>
          <a:xfrm>
            <a:off x="3303500" y="1212567"/>
            <a:ext cx="5295050" cy="297846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103"/>
          <p:cNvSpPr txBox="1"/>
          <p:nvPr>
            <p:ph idx="1" type="body"/>
          </p:nvPr>
        </p:nvSpPr>
        <p:spPr>
          <a:xfrm>
            <a:off x="6760350" y="1526688"/>
            <a:ext cx="1838100" cy="234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Get started:</a:t>
            </a:r>
            <a:endParaRPr/>
          </a:p>
          <a:p>
            <a:pPr indent="0" lvl="0" marL="0" rtl="0" algn="l">
              <a:spcBef>
                <a:spcPts val="1000"/>
              </a:spcBef>
              <a:spcAft>
                <a:spcPts val="0"/>
              </a:spcAft>
              <a:buNone/>
            </a:pPr>
            <a:r>
              <a:rPr b="1" lang="en" u="sng">
                <a:solidFill>
                  <a:schemeClr val="lt1"/>
                </a:solidFill>
                <a:hlinkClick r:id="rId3">
                  <a:extLst>
                    <a:ext uri="{A12FA001-AC4F-418D-AE19-62706E023703}">
                      <ahyp:hlinkClr val="tx"/>
                    </a:ext>
                  </a:extLst>
                </a:hlinkClick>
              </a:rPr>
              <a:t>code.claude.com/docs</a:t>
            </a:r>
            <a:br>
              <a:rPr lang="en">
                <a:solidFill>
                  <a:schemeClr val="lt1"/>
                </a:solidFill>
              </a:rPr>
            </a:br>
            <a:br>
              <a:rPr lang="en">
                <a:solidFill>
                  <a:schemeClr val="lt1"/>
                </a:solidFill>
              </a:rPr>
            </a:br>
            <a:r>
              <a:rPr b="1" lang="en" u="sng">
                <a:solidFill>
                  <a:schemeClr val="lt1"/>
                </a:solidFill>
                <a:hlinkClick r:id="rId4">
                  <a:extLst>
                    <a:ext uri="{A12FA001-AC4F-418D-AE19-62706E023703}">
                      <ahyp:hlinkClr val="tx"/>
                    </a:ext>
                  </a:extLst>
                </a:hlinkClick>
              </a:rPr>
              <a:t>claude.ai/install.sh</a:t>
            </a:r>
            <a:endParaRPr b="1">
              <a:solidFill>
                <a:schemeClr val="lt1"/>
              </a:solidFill>
            </a:endParaRPr>
          </a:p>
          <a:p>
            <a:pPr indent="0" lvl="0" marL="0" rtl="0" algn="l">
              <a:spcBef>
                <a:spcPts val="1000"/>
              </a:spcBef>
              <a:spcAft>
                <a:spcPts val="0"/>
              </a:spcAft>
              <a:buNone/>
            </a:pPr>
            <a:r>
              <a:t/>
            </a:r>
            <a:endParaRPr b="1"/>
          </a:p>
          <a:p>
            <a:pPr indent="0" lvl="0" marL="0" rtl="0" algn="l">
              <a:spcBef>
                <a:spcPts val="1000"/>
              </a:spcBef>
              <a:spcAft>
                <a:spcPts val="0"/>
              </a:spcAft>
              <a:buNone/>
            </a:pPr>
            <a:r>
              <a:rPr lang="en"/>
              <a:t>Learn more:</a:t>
            </a:r>
            <a:endParaRPr/>
          </a:p>
          <a:p>
            <a:pPr indent="0" lvl="0" marL="0" marR="91440" rtl="0" algn="l">
              <a:spcBef>
                <a:spcPts val="1000"/>
              </a:spcBef>
              <a:spcAft>
                <a:spcPts val="0"/>
              </a:spcAft>
              <a:buNone/>
            </a:pPr>
            <a:r>
              <a:rPr b="1" lang="en" u="sng">
                <a:solidFill>
                  <a:schemeClr val="lt1"/>
                </a:solidFill>
                <a:hlinkClick r:id="rId5">
                  <a:extLst>
                    <a:ext uri="{A12FA001-AC4F-418D-AE19-62706E023703}">
                      <ahyp:hlinkClr val="tx"/>
                    </a:ext>
                  </a:extLst>
                </a:hlinkClick>
              </a:rPr>
              <a:t>Anthropic docs</a:t>
            </a:r>
            <a:br>
              <a:rPr b="1" lang="en" u="sng">
                <a:solidFill>
                  <a:schemeClr val="lt1"/>
                </a:solidFill>
              </a:rPr>
            </a:br>
            <a:br>
              <a:rPr b="1" lang="en" u="sng">
                <a:solidFill>
                  <a:schemeClr val="lt1"/>
                </a:solidFill>
              </a:rPr>
            </a:br>
            <a:r>
              <a:rPr b="1" lang="en" u="sng">
                <a:solidFill>
                  <a:schemeClr val="lt1"/>
                </a:solidFill>
                <a:hlinkClick r:id="rId6">
                  <a:extLst>
                    <a:ext uri="{A12FA001-AC4F-418D-AE19-62706E023703}">
                      <ahyp:hlinkClr val="tx"/>
                    </a:ext>
                  </a:extLst>
                </a:hlinkClick>
              </a:rPr>
              <a:t>GitHub examples</a:t>
            </a:r>
            <a:br>
              <a:rPr b="1" lang="en" u="sng">
                <a:solidFill>
                  <a:schemeClr val="lt1"/>
                </a:solidFill>
              </a:rPr>
            </a:br>
            <a:br>
              <a:rPr b="1" lang="en" u="sng">
                <a:solidFill>
                  <a:schemeClr val="lt1"/>
                </a:solidFill>
              </a:rPr>
            </a:br>
            <a:r>
              <a:rPr b="1" lang="en" u="sng">
                <a:solidFill>
                  <a:schemeClr val="lt1"/>
                </a:solidFill>
                <a:hlinkClick r:id="rId7">
                  <a:extLst>
                    <a:ext uri="{A12FA001-AC4F-418D-AE19-62706E023703}">
                      <ahyp:hlinkClr val="tx"/>
                    </a:ext>
                  </a:extLst>
                </a:hlinkClick>
              </a:rPr>
              <a:t>Community forum</a:t>
            </a:r>
            <a:endParaRPr b="1" u="sng">
              <a:solidFill>
                <a:schemeClr val="lt1"/>
              </a:solidFill>
            </a:endParaRPr>
          </a:p>
          <a:p>
            <a:pPr indent="0" lvl="0" marL="0" rtl="0" algn="l">
              <a:spcBef>
                <a:spcPts val="1000"/>
              </a:spcBef>
              <a:spcAft>
                <a:spcPts val="0"/>
              </a:spcAft>
              <a:buNone/>
            </a:pPr>
            <a:r>
              <a:t/>
            </a:r>
            <a:endParaRPr b="1"/>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049" name="Google Shape;1049;p103"/>
          <p:cNvSpPr txBox="1"/>
          <p:nvPr>
            <p:ph type="ctrTitle"/>
          </p:nvPr>
        </p:nvSpPr>
        <p:spPr>
          <a:xfrm>
            <a:off x="545450" y="1448400"/>
            <a:ext cx="52953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Thank You</a:t>
            </a:r>
            <a:endParaRPr/>
          </a:p>
          <a:p>
            <a:pPr indent="0" lvl="0" marL="0" rtl="0" algn="l">
              <a:spcBef>
                <a:spcPts val="0"/>
              </a:spcBef>
              <a:spcAft>
                <a:spcPts val="0"/>
              </a:spcAft>
              <a:buNone/>
            </a:pPr>
            <a:r>
              <a:rPr lang="en"/>
              <a:t>For Watching</a:t>
            </a:r>
            <a:endParaRPr/>
          </a:p>
        </p:txBody>
      </p:sp>
      <p:sp>
        <p:nvSpPr>
          <p:cNvPr id="1050" name="Google Shape;1050;p103"/>
          <p:cNvSpPr txBox="1"/>
          <p:nvPr>
            <p:ph idx="2" type="subTitle"/>
          </p:nvPr>
        </p:nvSpPr>
        <p:spPr>
          <a:xfrm>
            <a:off x="4688725" y="525600"/>
            <a:ext cx="39099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Anthropic Guide 2026</a:t>
            </a:r>
            <a:endParaRPr/>
          </a:p>
        </p:txBody>
      </p:sp>
      <p:sp>
        <p:nvSpPr>
          <p:cNvPr id="1051" name="Google Shape;1051;p103"/>
          <p:cNvSpPr txBox="1"/>
          <p:nvPr>
            <p:ph idx="3" type="subTitle"/>
          </p:nvPr>
        </p:nvSpPr>
        <p:spPr>
          <a:xfrm>
            <a:off x="4688725" y="4614750"/>
            <a:ext cx="39099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Tool Use &amp; Architecture</a:t>
            </a:r>
            <a:endParaRPr/>
          </a:p>
        </p:txBody>
      </p:sp>
      <p:sp>
        <p:nvSpPr>
          <p:cNvPr id="1052" name="Google Shape;1052;p103"/>
          <p:cNvSpPr txBox="1"/>
          <p:nvPr>
            <p:ph idx="4" type="subTitle"/>
          </p:nvPr>
        </p:nvSpPr>
        <p:spPr>
          <a:xfrm>
            <a:off x="545450" y="4614750"/>
            <a:ext cx="39099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Setup &amp; Context Management</a:t>
            </a:r>
            <a:endParaRPr/>
          </a:p>
        </p:txBody>
      </p:sp>
      <p:sp>
        <p:nvSpPr>
          <p:cNvPr id="1053" name="Google Shape;1053;p103"/>
          <p:cNvSpPr txBox="1"/>
          <p:nvPr>
            <p:ph idx="5" type="subTitle"/>
          </p:nvPr>
        </p:nvSpPr>
        <p:spPr>
          <a:xfrm>
            <a:off x="545450" y="44542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Topics</a:t>
            </a:r>
            <a:endParaRPr/>
          </a:p>
        </p:txBody>
      </p:sp>
      <p:sp>
        <p:nvSpPr>
          <p:cNvPr id="1054" name="Google Shape;1054;p103"/>
          <p:cNvSpPr txBox="1"/>
          <p:nvPr>
            <p:ph idx="6" type="subTitle"/>
          </p:nvPr>
        </p:nvSpPr>
        <p:spPr>
          <a:xfrm>
            <a:off x="4688725" y="44542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2"/>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Claude Code Setup</a:t>
            </a:r>
            <a:endParaRPr/>
          </a:p>
        </p:txBody>
      </p:sp>
      <p:sp>
        <p:nvSpPr>
          <p:cNvPr id="758" name="Google Shape;758;p72"/>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02 ― 02</a:t>
            </a:r>
            <a:endParaRPr/>
          </a:p>
        </p:txBody>
      </p:sp>
      <p:sp>
        <p:nvSpPr>
          <p:cNvPr id="759" name="Google Shape;759;p72"/>
          <p:cNvSpPr txBox="1"/>
          <p:nvPr>
            <p:ph idx="2" type="subTitle"/>
          </p:nvPr>
        </p:nvSpPr>
        <p:spPr>
          <a:xfrm>
            <a:off x="4688725"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A Powerful Coding Assistant</a:t>
            </a:r>
            <a:endParaRPr/>
          </a:p>
        </p:txBody>
      </p:sp>
      <p:pic>
        <p:nvPicPr>
          <p:cNvPr id="760" name="Google Shape;760;p72"/>
          <p:cNvPicPr preferRelativeResize="0"/>
          <p:nvPr/>
        </p:nvPicPr>
        <p:blipFill rotWithShape="1">
          <a:blip r:embed="rId3">
            <a:alphaModFix/>
          </a:blip>
          <a:srcRect b="3832" l="0" r="0" t="3832"/>
          <a:stretch/>
        </p:blipFill>
        <p:spPr>
          <a:xfrm>
            <a:off x="0" y="0"/>
            <a:ext cx="4456455" cy="5143506"/>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2"/>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Adding Context</a:t>
            </a:r>
            <a:endParaRPr/>
          </a:p>
        </p:txBody>
      </p:sp>
      <p:sp>
        <p:nvSpPr>
          <p:cNvPr id="758" name="Google Shape;758;p72"/>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03 ― 06</a:t>
            </a:r>
            <a:endParaRPr/>
          </a:p>
        </p:txBody>
      </p:sp>
      <p:sp>
        <p:nvSpPr>
          <p:cNvPr id="759" name="Google Shape;759;p72"/>
          <p:cNvSpPr txBox="1"/>
          <p:nvPr>
            <p:ph idx="2" type="subTitle"/>
          </p:nvPr>
        </p:nvSpPr>
        <p:spPr>
          <a:xfrm>
            <a:off x="4688725"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A Powerful Coding Assistant</a:t>
            </a:r>
            <a:endParaRPr/>
          </a:p>
        </p:txBody>
      </p:sp>
      <p:pic>
        <p:nvPicPr>
          <p:cNvPr id="760" name="Google Shape;760;p72"/>
          <p:cNvPicPr preferRelativeResize="0"/>
          <p:nvPr/>
        </p:nvPicPr>
        <p:blipFill rotWithShape="1">
          <a:blip r:embed="rId3">
            <a:alphaModFix/>
          </a:blip>
          <a:srcRect b="3832" l="0" r="0" t="3832"/>
          <a:stretch/>
        </p:blipFill>
        <p:spPr>
          <a:xfrm>
            <a:off x="0" y="0"/>
            <a:ext cx="4456455" cy="514350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70"/>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Setup</a:t>
            </a:r>
            <a:endParaRPr/>
          </a:p>
        </p:txBody>
      </p:sp>
      <p:sp>
        <p:nvSpPr>
          <p:cNvPr id="741" name="Google Shape;741;p70"/>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A Powerful Coding Assistant</a:t>
            </a:r>
            <a:endParaRPr/>
          </a:p>
        </p:txBody>
      </p:sp>
      <p:sp>
        <p:nvSpPr>
          <p:cNvPr id="742" name="Google Shape;742;p70"/>
          <p:cNvSpPr txBox="1"/>
          <p:nvPr>
            <p:ph idx="1" type="body"/>
          </p:nvPr>
        </p:nvSpPr>
        <p:spPr>
          <a:xfrm>
            <a:off x="545450" y="1218750"/>
            <a:ext cx="3909900" cy="31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Install Locally in Under a Minute</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Claude Code runs in your terminal. Pick the install command for your platform and run it. The first time you launch claude, you’ll pick a color theme and authenticate with your claude.ai credentials.</a:t>
            </a:r>
            <a:endParaRPr/>
          </a:p>
          <a:p>
            <a:pPr indent="0" lvl="0" marL="0" rtl="0" algn="l">
              <a:spcBef>
                <a:spcPts val="0"/>
              </a:spcBef>
              <a:spcAft>
                <a:spcPts val="0"/>
              </a:spcAft>
              <a:buNone/>
            </a:pPr>
            <a:r>
              <a:rPr lang="en"/>
              <a:t>Full instructions: https://code.claude.com/docs/en/quickstart. Using Claude Code through Amazon Bedrock, Google Cloud Vertex AI, or Microsoft Foundry? See third-party provider setup for additional steps.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43" name="Install Commands"/>
          <p:cNvSpPr txBox="1"/>
          <p:nvPr/>
        </p:nvSpPr>
        <p:spPr>
          <a:xfrm>
            <a:off x="4688750" y="1074750"/>
            <a:ext cx="3909905" cy="3254098"/>
          </a:xfrm>
          <a:prstGeom prst="rect">
            <a:avLst/>
          </a:prstGeom>
          <a:solidFill>
            <a:srgbClr val="F4F4F4"/>
          </a:solidFill>
          <a:ln>
            <a:noFill/>
          </a:ln>
        </p:spPr>
        <p:txBody>
          <a:bodyPr anchorCtr="0" anchor="t" bIns="180000" lIns="180000" spcFirstLastPara="1" rIns="180000" wrap="square" tIns="180000">
            <a:noAutofit/>
          </a:bodyPr>
          <a:lstStyle/>
          <a:p>
            <a:pPr indent="0" lvl="0" marL="0" rtl="0" algn="l">
              <a:spcBef>
                <a:spcPts val="0"/>
              </a:spcBef>
              <a:spcAft>
                <a:spcPts val="600"/>
              </a:spcAft>
              <a:buNone/>
            </a:pPr>
            <a:r>
              <a:rPr lang="en" sz="900" b="1"/>
              <a:t>macOS, Linux, WSL</a:t>
            </a:r>
          </a:p>
          <a:p>
            <a:pPr indent="0" lvl="0" marL="0" rtl="0" algn="l">
              <a:spcBef>
                <a:spcPts val="0"/>
              </a:spcBef>
              <a:spcAft>
                <a:spcPts val="800"/>
              </a:spcAft>
              <a:buNone/>
            </a:pPr>
            <a:r>
              <a:rPr lang="en" sz="800">
                <a:latin typeface="Courier New"/>
              </a:rPr>
              <a:t>curl -fsSL https://claude.ai/install.sh | bash</a:t>
            </a:r>
          </a:p>
          <a:p>
            <a:pPr indent="0" lvl="0" marL="0" rtl="0" algn="l">
              <a:spcBef>
                <a:spcPts val="0"/>
              </a:spcBef>
              <a:spcAft>
                <a:spcPts val="600"/>
              </a:spcAft>
              <a:buNone/>
            </a:pPr>
            <a:r>
              <a:rPr lang="en" sz="900" b="1"/>
              <a:t>Windows PowerShell</a:t>
            </a:r>
          </a:p>
          <a:p>
            <a:pPr indent="0" lvl="0" marL="0" rtl="0" algn="l">
              <a:spcBef>
                <a:spcPts val="0"/>
              </a:spcBef>
              <a:spcAft>
                <a:spcPts val="800"/>
              </a:spcAft>
              <a:buNone/>
            </a:pPr>
            <a:r>
              <a:rPr lang="en" sz="800">
                <a:latin typeface="Courier New"/>
              </a:rPr>
              <a:t>irm https://claude.ai/install.ps1 | iex</a:t>
            </a:r>
          </a:p>
          <a:p>
            <a:pPr indent="0" lvl="0" marL="0" rtl="0" algn="l">
              <a:spcBef>
                <a:spcPts val="0"/>
              </a:spcBef>
              <a:spcAft>
                <a:spcPts val="600"/>
              </a:spcAft>
              <a:buNone/>
            </a:pPr>
            <a:r>
              <a:rPr lang="en" sz="900" b="1"/>
              <a:t>macOS (Homebrew)</a:t>
            </a:r>
          </a:p>
          <a:p>
            <a:pPr indent="0" lvl="0" marL="0" rtl="0" algn="l">
              <a:spcBef>
                <a:spcPts val="0"/>
              </a:spcBef>
              <a:spcAft>
                <a:spcPts val="800"/>
              </a:spcAft>
              <a:buNone/>
            </a:pPr>
            <a:r>
              <a:rPr lang="en" sz="800">
                <a:latin typeface="Courier New"/>
              </a:rPr>
              <a:t>brew install --cask claude-code</a:t>
            </a:r>
          </a:p>
          <a:p>
            <a:pPr indent="0" lvl="0" marL="0" rtl="0" algn="l">
              <a:spcBef>
                <a:spcPts val="0"/>
              </a:spcBef>
              <a:spcAft>
                <a:spcPts val="600"/>
              </a:spcAft>
              <a:buNone/>
            </a:pPr>
            <a:r>
              <a:rPr lang="en" sz="900" b="1"/>
              <a:t>Then launch it</a:t>
            </a:r>
          </a:p>
          <a:p>
            <a:pPr indent="0" lvl="0" marL="0" rtl="0" algn="l">
              <a:spcBef>
                <a:spcPts val="0"/>
              </a:spcBef>
              <a:spcAft>
                <a:spcPts val="0"/>
              </a:spcAft>
              <a:buNone/>
            </a:pPr>
            <a:r>
              <a:rPr lang="en" sz="800">
                <a:latin typeface="Courier New"/>
              </a:rPr>
              <a:t>claude</a:t>
            </a: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70"/>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The CLAUDE.md File</a:t>
            </a:r>
            <a:endParaRPr/>
          </a:p>
        </p:txBody>
      </p:sp>
      <p:sp>
        <p:nvSpPr>
          <p:cNvPr id="741" name="Google Shape;741;p70"/>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A Powerful Coding Assistant</a:t>
            </a:r>
            <a:endParaRPr/>
          </a:p>
        </p:txBody>
      </p:sp>
      <p:sp>
        <p:nvSpPr>
          <p:cNvPr id="742" name="Google Shape;742;p70"/>
          <p:cNvSpPr txBox="1"/>
          <p:nvPr>
            <p:ph idx="1" type="body"/>
          </p:nvPr>
        </p:nvSpPr>
        <p:spPr>
          <a:xfrm>
            <a:off x="545450" y="1218750"/>
            <a:ext cx="3909900" cy="31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A Persistent System Prompt for Your Project</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CLAUDE.md guides Claude through your codebase and lets you give custom directions. It’s included in every request, so it acts like a persistent system prompt for your project.</a:t>
            </a:r>
            <a:endParaRPr/>
          </a:p>
          <a:p>
            <a:pPr indent="0" lvl="0" marL="0" rtl="0" algn="l">
              <a:spcBef>
                <a:spcPts val="0"/>
              </a:spcBef>
              <a:spcAft>
                <a:spcPts val="0"/>
              </a:spcAft>
              <a:buNone/>
            </a:pPr>
            <a:r>
              <a:rPr lang="en"/>
              <a:t>Three common locations: CLAUDE.md committed to source control and shared with the team, CLAUDE.local.md for personal customizations, and ~/.claude/CLAUDE.md for instructions Claude should follow across every project on your machine.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743" name="Google Shape;743;p70"/>
          <p:cNvPicPr preferRelativeResize="0"/>
          <p:nvPr/>
        </p:nvPicPr>
        <p:blipFill rotWithShape="1">
          <a:blip r:embed="rId3">
            <a:alphaModFix/>
          </a:blip>
          <a:stretch/>
        </p:blipFill>
        <p:spPr>
          <a:xfrm>
            <a:off x="4688750" y="1602138"/>
            <a:ext cx="3909905" cy="2199322"/>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73"/>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The /init Command</a:t>
            </a:r>
            <a:endParaRPr/>
          </a:p>
        </p:txBody>
      </p:sp>
      <p:sp>
        <p:nvSpPr>
          <p:cNvPr id="766" name="Google Shape;766;p73"/>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767" name="Google Shape;767;p73"/>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A Powerful Coding Assistant</a:t>
            </a:r>
            <a:endParaRPr/>
          </a:p>
        </p:txBody>
      </p:sp>
      <p:sp>
        <p:nvSpPr>
          <p:cNvPr id="768" name="Google Shape;768;p73"/>
          <p:cNvSpPr txBox="1"/>
          <p:nvPr>
            <p:ph idx="2" type="body"/>
          </p:nvPr>
        </p:nvSpPr>
        <p:spPr>
          <a:xfrm>
            <a:off x="545450" y="1217900"/>
            <a:ext cx="2537100" cy="2874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Teach Claude Your Codebase in One Command</a:t>
            </a:r>
            <a:endParaRPr/>
          </a:p>
          <a:p>
            <a:pPr indent="0" lvl="0" marL="0" rtl="0" algn="l">
              <a:spcBef>
                <a:spcPts val="0"/>
              </a:spcBef>
              <a:spcAft>
                <a:spcPts val="0"/>
              </a:spcAft>
              <a:buNone/>
            </a:pPr>
            <a:br>
              <a:rPr lang="en"/>
            </a:br>
            <a:r>
              <a:rPr lang="en"/>
              <a:t>When you first start Claude in a new project, run /init. Claude scans the entire codebase to understand its purpose and architecture, important commands and critical files, and the coding patterns and structure already in 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then writes a summary to a CLAUDE.md file. Hit Enter to approve each write, or press Shift+Tab to let Claude write files freely for the rest of the session.</a:t>
            </a:r>
            <a:endParaRPr/>
          </a:p>
          <a:p>
            <a:pPr indent="0" lvl="0" marL="0" rtl="0" algn="l">
              <a:spcBef>
                <a:spcPts val="0"/>
              </a:spcBef>
              <a:spcAft>
                <a:spcPts val="0"/>
              </a:spcAft>
              <a:buNone/>
            </a:pPr>
            <a:r>
              <a:t/>
            </a:r>
            <a:endParaRPr/>
          </a:p>
        </p:txBody>
      </p:sp>
      <p:pic>
        <p:nvPicPr>
          <p:cNvPr id="769" name="Google Shape;769;p73"/>
          <p:cNvPicPr preferRelativeResize="0"/>
          <p:nvPr/>
        </p:nvPicPr>
        <p:blipFill rotWithShape="1">
          <a:blip r:embed="rId3">
            <a:alphaModFix/>
          </a:blip>
          <a:stretch/>
        </p:blipFill>
        <p:spPr>
          <a:xfrm>
            <a:off x="3303500" y="1212567"/>
            <a:ext cx="5295050" cy="2978466"/>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69"/>
          <p:cNvSpPr txBox="1"/>
          <p:nvPr>
            <p:ph idx="1" type="body"/>
          </p:nvPr>
        </p:nvSpPr>
        <p:spPr>
          <a:xfrm>
            <a:off x="545450"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Four ideas worth remembering about how Claude Code actually works.</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rPr b="1" lang="en" sz="1200"/>
              <a:t>The architecture is simple at heart: a model, a set of tools, and a loop that connects them to your codebase.</a:t>
            </a:r>
            <a:endParaRPr b="1" sz="1200"/>
          </a:p>
        </p:txBody>
      </p:sp>
      <p:sp>
        <p:nvSpPr>
          <p:cNvPr id="731" name="Google Shape;731;p69"/>
          <p:cNvSpPr txBox="1"/>
          <p:nvPr>
            <p:ph idx="2" type="body"/>
          </p:nvPr>
        </p:nvSpPr>
        <p:spPr>
          <a:xfrm>
            <a:off x="3303418"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1. Coding assistants use language models to plan, decide, and act on programming tasks. The model is the brain; the assistant gives it hands.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2. Language models on their own can’t read files or run commands. Tool use is what lets them do real work on a real codebase.</a:t>
            </a:r>
            <a:endParaRPr/>
          </a:p>
        </p:txBody>
      </p:sp>
      <p:sp>
        <p:nvSpPr>
          <p:cNvPr id="732" name="Google Shape;732;p69"/>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Key Takeaways</a:t>
            </a:r>
            <a:endParaRPr/>
          </a:p>
        </p:txBody>
      </p:sp>
      <p:sp>
        <p:nvSpPr>
          <p:cNvPr id="733" name="Google Shape;733;p69"/>
          <p:cNvSpPr txBox="1"/>
          <p:nvPr>
            <p:ph idx="4"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A Powerful Coding Assistant</a:t>
            </a:r>
            <a:endParaRPr/>
          </a:p>
        </p:txBody>
      </p:sp>
      <p:sp>
        <p:nvSpPr>
          <p:cNvPr id="734" name="Google Shape;734;p69"/>
          <p:cNvSpPr txBox="1"/>
          <p:nvPr>
            <p:ph idx="3" type="body"/>
          </p:nvPr>
        </p:nvSpPr>
        <p:spPr>
          <a:xfrm>
            <a:off x="6061399"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3. Not all models use tools with the same skill. Strong tool use is what separates a useful assistant from an unreliable 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4. Claude’s strong tool use is what gives Claude Code its security, extensibility, and ability to grow with your workflow.</a:t>
            </a:r>
            <a:endParaRPr/>
          </a:p>
        </p:txBody>
      </p:sp>
      <p:sp>
        <p:nvSpPr>
          <p:cNvPr id="735" name="Google Shape;735;p69"/>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LIN3S - TEMPLATE">
  <a:themeElements>
    <a:clrScheme name="Simple Light">
      <a:dk1>
        <a:srgbClr val="131313"/>
      </a:dk1>
      <a:lt1>
        <a:srgbClr val="FFFFFF"/>
      </a:lt1>
      <a:dk2>
        <a:srgbClr val="131313"/>
      </a:dk2>
      <a:lt2>
        <a:srgbClr val="FFFFFF"/>
      </a:lt2>
      <a:accent1>
        <a:srgbClr val="FF3535"/>
      </a:accent1>
      <a:accent2>
        <a:srgbClr val="003EFF"/>
      </a:accent2>
      <a:accent3>
        <a:srgbClr val="00F789"/>
      </a:accent3>
      <a:accent4>
        <a:srgbClr val="FFF527"/>
      </a:accent4>
      <a:accent5>
        <a:srgbClr val="B883F6"/>
      </a:accent5>
      <a:accent6>
        <a:srgbClr val="00D6FF"/>
      </a:accent6>
      <a:hlink>
        <a:srgbClr val="003E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