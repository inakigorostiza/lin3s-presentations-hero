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1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17.xml"/>
  <Override ContentType="application/vnd.openxmlformats-officedocument.presentationml.slide+xml" PartName="/ppt/slides/slide47.xml"/>
  <Override ContentType="application/vnd.openxmlformats-officedocument.presentationml.slide+xml" PartName="/ppt/slides/slide16.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5.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5"/>
  </p:sldMasterIdLst>
  <p:notesMasterIdLst>
    <p:notesMasterId r:id="rId6"/>
  </p:notesMasterIdLst>
  <p:sldIdLst>
    <p:sldId id="256" r:id="rId7"/>
    <p:sldId id="261" r:id="rId12"/>
    <p:sldId id="271" r:id="rId22"/>
    <p:sldId id="269" r:id="rId20"/>
    <p:sldId id="272" r:id="rId23"/>
    <p:sldId id="265" r:id="rId16"/>
    <p:sldId id="266" r:id="rId17"/>
    <p:sldId id="303" r:id="rId58"/>
    <p:sldId id="304" r:id="rId64"/>
    <p:sldId id="305" r:id="rId59"/>
    <p:sldId id="306" r:id="rId65"/>
    <p:sldId id="307" r:id="rId66"/>
    <p:sldId id="270" r:id="rId21"/>
    <p:sldId id="308" r:id="rId60"/>
    <p:sldId id="309" r:id="rId71"/>
    <p:sldId id="310" r:id="rId61"/>
    <p:sldId id="311" r:id="rId67"/>
    <p:sldId id="312" r:id="rId68"/>
    <p:sldId id="313" r:id="rId62"/>
    <p:sldId id="314" r:id="rId73"/>
    <p:sldId id="315" r:id="rId69"/>
    <p:sldId id="316" r:id="rId63"/>
    <p:sldId id="317" r:id="rId72"/>
    <p:sldId id="318" r:id="rId70"/>
    <p:sldId id="302" r:id="rId53"/>
  </p:sldIdLst>
  <p:sldSz cy="5143500" cx="9144000"/>
  <p:notesSz cx="6858000" cy="9144000"/>
  <p:embeddedFontLst>
    <p:embeddedFont>
      <p:font typeface="Inter"/>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B500A8-5D39-4616-942E-E305811629E9}">
  <a:tblStyle styleId="{DAB500A8-5D39-4616-942E-E305811629E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975787F-176D-4D19-A15C-1BD4523DBC1E}"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3" Type="http://schemas.openxmlformats.org/officeDocument/2006/relationships/slide" Target="slides/slide17.xml"/><Relationship Id="rId53" Type="http://schemas.openxmlformats.org/officeDocument/2006/relationships/slide" Target="slides/slide47.xml"/><Relationship Id="rId55" Type="http://schemas.openxmlformats.org/officeDocument/2006/relationships/font" Target="fonts/Inter-bold.fntdata"/><Relationship Id="rId54" Type="http://schemas.openxmlformats.org/officeDocument/2006/relationships/font" Target="fonts/Inter-regular.fntdata"/><Relationship Id="rId57" Type="http://schemas.openxmlformats.org/officeDocument/2006/relationships/font" Target="fonts/Inter-boldItalic.fntdata"/><Relationship Id="rId12" Type="http://schemas.openxmlformats.org/officeDocument/2006/relationships/slide" Target="slides/slide6.xml"/><Relationship Id="rId56" Type="http://schemas.openxmlformats.org/officeDocument/2006/relationships/font" Target="fonts/Inter-italic.fntdata"/><Relationship Id="rId17" Type="http://schemas.openxmlformats.org/officeDocument/2006/relationships/slide" Target="slides/slide11.xml"/><Relationship Id="rId16" Type="http://schemas.openxmlformats.org/officeDocument/2006/relationships/slide" Target="slides/slide10.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9e12ac71b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9e12ac71b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9b76072286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9b76072286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9e5b6a1de9_6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9e5b6a1de9_6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9e5b6a1de9_6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9e5b6a1de9_6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9e5b6a1de9_6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9e5b6a1de9_6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9e5b6a1de9_6_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9e5b6a1de9_6_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9e5b6a1de9_6_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9e5b6a1de9_6_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9e12ac71b3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9e12ac71b3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9e12ac71b3_0_1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9e12ac71b3_0_1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2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2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COVER" type="blank">
  <p:cSld name="BLANK">
    <p:bg>
      <p:bgPr>
        <a:solidFill>
          <a:srgbClr val="131313"/>
        </a:solidFill>
      </p:bgPr>
    </p:bg>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50" y="0"/>
            <a:ext cx="9144000" cy="5143500"/>
          </a:xfrm>
          <a:prstGeom prst="rect">
            <a:avLst/>
          </a:prstGeom>
          <a:noFill/>
          <a:ln>
            <a:noFill/>
          </a:ln>
        </p:spPr>
      </p:pic>
      <p:sp>
        <p:nvSpPr>
          <p:cNvPr id="11" name="Google Shape;11;p2"/>
          <p:cNvSpPr txBox="1"/>
          <p:nvPr>
            <p:ph type="ctrTitle"/>
          </p:nvPr>
        </p:nvSpPr>
        <p:spPr>
          <a:xfrm>
            <a:off x="545450" y="1448400"/>
            <a:ext cx="5981700" cy="24705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400"/>
              <a:buNone/>
              <a:defRPr sz="4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12" name="Google Shape;12;p2"/>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13" name="Google Shape;13;p2"/>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14" name="Google Shape;14;p2"/>
          <p:cNvCxnSpPr/>
          <p:nvPr/>
        </p:nvCxnSpPr>
        <p:spPr>
          <a:xfrm flipH="1" rot="10800000">
            <a:off x="545450" y="43879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15" name="Google Shape;15;p2"/>
          <p:cNvSpPr txBox="1"/>
          <p:nvPr>
            <p:ph idx="1" type="subTitle"/>
          </p:nvPr>
        </p:nvSpPr>
        <p:spPr>
          <a:xfrm>
            <a:off x="4688725" y="525600"/>
            <a:ext cx="3909900" cy="160200"/>
          </a:xfrm>
          <a:prstGeom prst="rect">
            <a:avLst/>
          </a:prstGeom>
        </p:spPr>
        <p:txBody>
          <a:bodyPr anchorCtr="0" anchor="ctr" bIns="0" lIns="0" spcFirstLastPara="1" rIns="0" wrap="square" tIns="0">
            <a:noAutofit/>
          </a:bodyPr>
          <a:lstStyle>
            <a:lvl1pPr lvl="0" algn="r">
              <a:lnSpc>
                <a:spcPct val="100000"/>
              </a:lnSpc>
              <a:spcBef>
                <a:spcPts val="0"/>
              </a:spcBef>
              <a:spcAft>
                <a:spcPts val="0"/>
              </a:spcAft>
              <a:buClr>
                <a:srgbClr val="FFFFFF"/>
              </a:buClr>
              <a:buSzPts val="800"/>
              <a:buNone/>
              <a:defRPr b="1" sz="800">
                <a:solidFill>
                  <a:srgbClr val="FFFFFF"/>
                </a:solidFill>
              </a:defRPr>
            </a:lvl1pPr>
            <a:lvl2pPr lvl="1" algn="r">
              <a:lnSpc>
                <a:spcPct val="100000"/>
              </a:lnSpc>
              <a:spcBef>
                <a:spcPts val="0"/>
              </a:spcBef>
              <a:spcAft>
                <a:spcPts val="0"/>
              </a:spcAft>
              <a:buClr>
                <a:srgbClr val="FFFFFF"/>
              </a:buClr>
              <a:buSzPts val="1000"/>
              <a:buNone/>
              <a:defRPr b="1" sz="1000">
                <a:solidFill>
                  <a:srgbClr val="FFFFFF"/>
                </a:solidFill>
              </a:defRPr>
            </a:lvl2pPr>
            <a:lvl3pPr lvl="2" algn="r">
              <a:lnSpc>
                <a:spcPct val="100000"/>
              </a:lnSpc>
              <a:spcBef>
                <a:spcPts val="0"/>
              </a:spcBef>
              <a:spcAft>
                <a:spcPts val="0"/>
              </a:spcAft>
              <a:buClr>
                <a:srgbClr val="FFFFFF"/>
              </a:buClr>
              <a:buSzPts val="1000"/>
              <a:buNone/>
              <a:defRPr b="1" sz="1000">
                <a:solidFill>
                  <a:srgbClr val="FFFFFF"/>
                </a:solidFill>
              </a:defRPr>
            </a:lvl3pPr>
            <a:lvl4pPr lvl="3" algn="r">
              <a:lnSpc>
                <a:spcPct val="100000"/>
              </a:lnSpc>
              <a:spcBef>
                <a:spcPts val="0"/>
              </a:spcBef>
              <a:spcAft>
                <a:spcPts val="0"/>
              </a:spcAft>
              <a:buClr>
                <a:srgbClr val="FFFFFF"/>
              </a:buClr>
              <a:buSzPts val="1000"/>
              <a:buNone/>
              <a:defRPr b="1" sz="1000">
                <a:solidFill>
                  <a:srgbClr val="FFFFFF"/>
                </a:solidFill>
              </a:defRPr>
            </a:lvl4pPr>
            <a:lvl5pPr lvl="4" algn="r">
              <a:lnSpc>
                <a:spcPct val="100000"/>
              </a:lnSpc>
              <a:spcBef>
                <a:spcPts val="0"/>
              </a:spcBef>
              <a:spcAft>
                <a:spcPts val="0"/>
              </a:spcAft>
              <a:buClr>
                <a:srgbClr val="FFFFFF"/>
              </a:buClr>
              <a:buSzPts val="1000"/>
              <a:buNone/>
              <a:defRPr b="1" sz="1000">
                <a:solidFill>
                  <a:srgbClr val="FFFFFF"/>
                </a:solidFill>
              </a:defRPr>
            </a:lvl5pPr>
            <a:lvl6pPr lvl="5" algn="r">
              <a:lnSpc>
                <a:spcPct val="100000"/>
              </a:lnSpc>
              <a:spcBef>
                <a:spcPts val="0"/>
              </a:spcBef>
              <a:spcAft>
                <a:spcPts val="0"/>
              </a:spcAft>
              <a:buClr>
                <a:srgbClr val="FFFFFF"/>
              </a:buClr>
              <a:buSzPts val="1000"/>
              <a:buNone/>
              <a:defRPr b="1" sz="1000">
                <a:solidFill>
                  <a:srgbClr val="FFFFFF"/>
                </a:solidFill>
              </a:defRPr>
            </a:lvl6pPr>
            <a:lvl7pPr lvl="6" algn="r">
              <a:lnSpc>
                <a:spcPct val="100000"/>
              </a:lnSpc>
              <a:spcBef>
                <a:spcPts val="0"/>
              </a:spcBef>
              <a:spcAft>
                <a:spcPts val="0"/>
              </a:spcAft>
              <a:buClr>
                <a:srgbClr val="FFFFFF"/>
              </a:buClr>
              <a:buSzPts val="1000"/>
              <a:buNone/>
              <a:defRPr b="1" sz="1000">
                <a:solidFill>
                  <a:srgbClr val="FFFFFF"/>
                </a:solidFill>
              </a:defRPr>
            </a:lvl7pPr>
            <a:lvl8pPr lvl="7" algn="r">
              <a:lnSpc>
                <a:spcPct val="100000"/>
              </a:lnSpc>
              <a:spcBef>
                <a:spcPts val="0"/>
              </a:spcBef>
              <a:spcAft>
                <a:spcPts val="0"/>
              </a:spcAft>
              <a:buClr>
                <a:srgbClr val="FFFFFF"/>
              </a:buClr>
              <a:buSzPts val="1000"/>
              <a:buNone/>
              <a:defRPr b="1" sz="1000">
                <a:solidFill>
                  <a:srgbClr val="FFFFFF"/>
                </a:solidFill>
              </a:defRPr>
            </a:lvl8pPr>
            <a:lvl9pPr lvl="8" algn="r">
              <a:lnSpc>
                <a:spcPct val="100000"/>
              </a:lnSpc>
              <a:spcBef>
                <a:spcPts val="0"/>
              </a:spcBef>
              <a:spcAft>
                <a:spcPts val="0"/>
              </a:spcAft>
              <a:buClr>
                <a:srgbClr val="FFFFFF"/>
              </a:buClr>
              <a:buSzPts val="1000"/>
              <a:buNone/>
              <a:defRPr b="1" sz="1000">
                <a:solidFill>
                  <a:srgbClr val="FFFFFF"/>
                </a:solidFill>
              </a:defRPr>
            </a:lvl9pPr>
          </a:lstStyle>
          <a:p/>
        </p:txBody>
      </p:sp>
      <p:sp>
        <p:nvSpPr>
          <p:cNvPr id="16" name="Google Shape;16;p2"/>
          <p:cNvSpPr txBox="1"/>
          <p:nvPr>
            <p:ph idx="2" type="subTitle"/>
          </p:nvPr>
        </p:nvSpPr>
        <p:spPr>
          <a:xfrm>
            <a:off x="4688725" y="4614750"/>
            <a:ext cx="39099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7" name="Google Shape;17;p2"/>
          <p:cNvSpPr txBox="1"/>
          <p:nvPr>
            <p:ph idx="3" type="subTitle"/>
          </p:nvPr>
        </p:nvSpPr>
        <p:spPr>
          <a:xfrm>
            <a:off x="545450" y="4614750"/>
            <a:ext cx="39099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8" name="Google Shape;18;p2"/>
          <p:cNvSpPr txBox="1"/>
          <p:nvPr>
            <p:ph idx="4" type="subTitle"/>
          </p:nvPr>
        </p:nvSpPr>
        <p:spPr>
          <a:xfrm>
            <a:off x="545450" y="1287900"/>
            <a:ext cx="3909900" cy="160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sp>
        <p:nvSpPr>
          <p:cNvPr id="19" name="Google Shape;19;p2"/>
          <p:cNvSpPr txBox="1"/>
          <p:nvPr>
            <p:ph idx="5" type="subTitle"/>
          </p:nvPr>
        </p:nvSpPr>
        <p:spPr>
          <a:xfrm>
            <a:off x="545450" y="44542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sp>
        <p:nvSpPr>
          <p:cNvPr id="20" name="Google Shape;20;p2"/>
          <p:cNvSpPr txBox="1"/>
          <p:nvPr>
            <p:ph idx="6" type="subTitle"/>
          </p:nvPr>
        </p:nvSpPr>
        <p:spPr>
          <a:xfrm>
            <a:off x="4688725" y="44542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pic>
        <p:nvPicPr>
          <p:cNvPr id="21" name="Google Shape;21;p2"/>
          <p:cNvPicPr preferRelativeResize="0"/>
          <p:nvPr/>
        </p:nvPicPr>
        <p:blipFill>
          <a:blip r:embed="rId3">
            <a:alphaModFix/>
          </a:blip>
          <a:stretch>
            <a:fillRect/>
          </a:stretch>
        </p:blipFill>
        <p:spPr>
          <a:xfrm>
            <a:off x="545450" y="525370"/>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01 - black">
  <p:cSld name="BLANK_4">
    <p:bg>
      <p:bgPr>
        <a:solidFill>
          <a:srgbClr val="131313"/>
        </a:solidFill>
      </p:bgPr>
    </p:bg>
    <p:spTree>
      <p:nvGrpSpPr>
        <p:cNvPr id="22" name="Shape 22"/>
        <p:cNvGrpSpPr/>
        <p:nvPr/>
      </p:nvGrpSpPr>
      <p:grpSpPr>
        <a:xfrm>
          <a:off x="0" y="0"/>
          <a:ext cx="0" cy="0"/>
          <a:chOff x="0" y="0"/>
          <a:chExt cx="0" cy="0"/>
        </a:xfrm>
      </p:grpSpPr>
      <p:pic>
        <p:nvPicPr>
          <p:cNvPr id="23" name="Google Shape;23;p3"/>
          <p:cNvPicPr preferRelativeResize="0"/>
          <p:nvPr/>
        </p:nvPicPr>
        <p:blipFill>
          <a:blip r:embed="rId2">
            <a:alphaModFix/>
          </a:blip>
          <a:stretch>
            <a:fillRect/>
          </a:stretch>
        </p:blipFill>
        <p:spPr>
          <a:xfrm>
            <a:off x="50" y="0"/>
            <a:ext cx="9144000" cy="5143500"/>
          </a:xfrm>
          <a:prstGeom prst="rect">
            <a:avLst/>
          </a:prstGeom>
          <a:noFill/>
          <a:ln>
            <a:noFill/>
          </a:ln>
        </p:spPr>
      </p:pic>
      <p:sp>
        <p:nvSpPr>
          <p:cNvPr id="24" name="Google Shape;24;p3"/>
          <p:cNvSpPr txBox="1"/>
          <p:nvPr>
            <p:ph type="ctrTitle"/>
          </p:nvPr>
        </p:nvSpPr>
        <p:spPr>
          <a:xfrm>
            <a:off x="545450" y="1448400"/>
            <a:ext cx="5981700" cy="24705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400"/>
              <a:buNone/>
              <a:defRPr sz="4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25" name="Google Shape;25;p3"/>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26" name="Google Shape;26;p3"/>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27" name="Google Shape;27;p3"/>
          <p:cNvSpPr txBox="1"/>
          <p:nvPr>
            <p:ph idx="1" type="subTitle"/>
          </p:nvPr>
        </p:nvSpPr>
        <p:spPr>
          <a:xfrm>
            <a:off x="4688725" y="525600"/>
            <a:ext cx="39099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rgbClr val="FFFFFF"/>
              </a:buClr>
              <a:buSzPts val="800"/>
              <a:buNone/>
              <a:defRPr b="1" sz="800">
                <a:solidFill>
                  <a:srgbClr val="FFFFFF"/>
                </a:solidFill>
              </a:defRPr>
            </a:lvl1pPr>
            <a:lvl2pPr lvl="1" rtl="0" algn="r">
              <a:lnSpc>
                <a:spcPct val="100000"/>
              </a:lnSpc>
              <a:spcBef>
                <a:spcPts val="0"/>
              </a:spcBef>
              <a:spcAft>
                <a:spcPts val="0"/>
              </a:spcAft>
              <a:buClr>
                <a:srgbClr val="FFFFFF"/>
              </a:buClr>
              <a:buSzPts val="1000"/>
              <a:buNone/>
              <a:defRPr b="1" sz="1000">
                <a:solidFill>
                  <a:srgbClr val="FFFFFF"/>
                </a:solidFill>
              </a:defRPr>
            </a:lvl2pPr>
            <a:lvl3pPr lvl="2" rtl="0" algn="r">
              <a:lnSpc>
                <a:spcPct val="100000"/>
              </a:lnSpc>
              <a:spcBef>
                <a:spcPts val="0"/>
              </a:spcBef>
              <a:spcAft>
                <a:spcPts val="0"/>
              </a:spcAft>
              <a:buClr>
                <a:srgbClr val="FFFFFF"/>
              </a:buClr>
              <a:buSzPts val="1000"/>
              <a:buNone/>
              <a:defRPr b="1" sz="1000">
                <a:solidFill>
                  <a:srgbClr val="FFFFFF"/>
                </a:solidFill>
              </a:defRPr>
            </a:lvl3pPr>
            <a:lvl4pPr lvl="3" rtl="0" algn="r">
              <a:lnSpc>
                <a:spcPct val="100000"/>
              </a:lnSpc>
              <a:spcBef>
                <a:spcPts val="0"/>
              </a:spcBef>
              <a:spcAft>
                <a:spcPts val="0"/>
              </a:spcAft>
              <a:buClr>
                <a:srgbClr val="FFFFFF"/>
              </a:buClr>
              <a:buSzPts val="1000"/>
              <a:buNone/>
              <a:defRPr b="1" sz="1000">
                <a:solidFill>
                  <a:srgbClr val="FFFFFF"/>
                </a:solidFill>
              </a:defRPr>
            </a:lvl4pPr>
            <a:lvl5pPr lvl="4" rtl="0" algn="r">
              <a:lnSpc>
                <a:spcPct val="100000"/>
              </a:lnSpc>
              <a:spcBef>
                <a:spcPts val="0"/>
              </a:spcBef>
              <a:spcAft>
                <a:spcPts val="0"/>
              </a:spcAft>
              <a:buClr>
                <a:srgbClr val="FFFFFF"/>
              </a:buClr>
              <a:buSzPts val="1000"/>
              <a:buNone/>
              <a:defRPr b="1" sz="1000">
                <a:solidFill>
                  <a:srgbClr val="FFFFFF"/>
                </a:solidFill>
              </a:defRPr>
            </a:lvl5pPr>
            <a:lvl6pPr lvl="5" rtl="0" algn="r">
              <a:lnSpc>
                <a:spcPct val="100000"/>
              </a:lnSpc>
              <a:spcBef>
                <a:spcPts val="0"/>
              </a:spcBef>
              <a:spcAft>
                <a:spcPts val="0"/>
              </a:spcAft>
              <a:buClr>
                <a:srgbClr val="FFFFFF"/>
              </a:buClr>
              <a:buSzPts val="1000"/>
              <a:buNone/>
              <a:defRPr b="1" sz="1000">
                <a:solidFill>
                  <a:srgbClr val="FFFFFF"/>
                </a:solidFill>
              </a:defRPr>
            </a:lvl6pPr>
            <a:lvl7pPr lvl="6" rtl="0" algn="r">
              <a:lnSpc>
                <a:spcPct val="100000"/>
              </a:lnSpc>
              <a:spcBef>
                <a:spcPts val="0"/>
              </a:spcBef>
              <a:spcAft>
                <a:spcPts val="0"/>
              </a:spcAft>
              <a:buClr>
                <a:srgbClr val="FFFFFF"/>
              </a:buClr>
              <a:buSzPts val="1000"/>
              <a:buNone/>
              <a:defRPr b="1" sz="1000">
                <a:solidFill>
                  <a:srgbClr val="FFFFFF"/>
                </a:solidFill>
              </a:defRPr>
            </a:lvl7pPr>
            <a:lvl8pPr lvl="7" rtl="0" algn="r">
              <a:lnSpc>
                <a:spcPct val="100000"/>
              </a:lnSpc>
              <a:spcBef>
                <a:spcPts val="0"/>
              </a:spcBef>
              <a:spcAft>
                <a:spcPts val="0"/>
              </a:spcAft>
              <a:buClr>
                <a:srgbClr val="FFFFFF"/>
              </a:buClr>
              <a:buSzPts val="1000"/>
              <a:buNone/>
              <a:defRPr b="1" sz="1000">
                <a:solidFill>
                  <a:srgbClr val="FFFFFF"/>
                </a:solidFill>
              </a:defRPr>
            </a:lvl8pPr>
            <a:lvl9pPr lvl="8" rtl="0" algn="r">
              <a:lnSpc>
                <a:spcPct val="100000"/>
              </a:lnSpc>
              <a:spcBef>
                <a:spcPts val="0"/>
              </a:spcBef>
              <a:spcAft>
                <a:spcPts val="0"/>
              </a:spcAft>
              <a:buClr>
                <a:srgbClr val="FFFFFF"/>
              </a:buClr>
              <a:buSzPts val="1000"/>
              <a:buNone/>
              <a:defRPr b="1" sz="1000">
                <a:solidFill>
                  <a:srgbClr val="FFFFFF"/>
                </a:solidFill>
              </a:defRPr>
            </a:lvl9pPr>
          </a:lstStyle>
          <a:p/>
        </p:txBody>
      </p:sp>
      <p:cxnSp>
        <p:nvCxnSpPr>
          <p:cNvPr id="28" name="Google Shape;28;p3"/>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29" name="Google Shape;29;p3"/>
          <p:cNvSpPr txBox="1"/>
          <p:nvPr>
            <p:ph idx="2" type="subTitle"/>
          </p:nvPr>
        </p:nvSpPr>
        <p:spPr>
          <a:xfrm>
            <a:off x="54545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pic>
        <p:nvPicPr>
          <p:cNvPr id="30" name="Google Shape;30;p3"/>
          <p:cNvPicPr preferRelativeResize="0"/>
          <p:nvPr/>
        </p:nvPicPr>
        <p:blipFill>
          <a:blip r:embed="rId3">
            <a:alphaModFix/>
          </a:blip>
          <a:stretch>
            <a:fillRect/>
          </a:stretch>
        </p:blipFill>
        <p:spPr>
          <a:xfrm>
            <a:off x="545450" y="525370"/>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01">
  <p:cSld name="BLANK_4_1">
    <p:bg>
      <p:bgPr>
        <a:solidFill>
          <a:schemeClr val="lt1"/>
        </a:solidFill>
      </p:bgPr>
    </p:bg>
    <p:spTree>
      <p:nvGrpSpPr>
        <p:cNvPr id="31" name="Shape 31"/>
        <p:cNvGrpSpPr/>
        <p:nvPr/>
      </p:nvGrpSpPr>
      <p:grpSpPr>
        <a:xfrm>
          <a:off x="0" y="0"/>
          <a:ext cx="0" cy="0"/>
          <a:chOff x="0" y="0"/>
          <a:chExt cx="0" cy="0"/>
        </a:xfrm>
      </p:grpSpPr>
      <p:sp>
        <p:nvSpPr>
          <p:cNvPr id="32" name="Google Shape;32;p4"/>
          <p:cNvSpPr txBox="1"/>
          <p:nvPr>
            <p:ph type="ctrTitle"/>
          </p:nvPr>
        </p:nvSpPr>
        <p:spPr>
          <a:xfrm>
            <a:off x="545450" y="1448400"/>
            <a:ext cx="5981700" cy="24705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4400"/>
              <a:buNone/>
              <a:defRPr sz="4400">
                <a:solidFill>
                  <a:schemeClr val="dk1"/>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33" name="Google Shape;33;p4"/>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34" name="Google Shape;34;p4"/>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35" name="Google Shape;35;p4"/>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6" name="Google Shape;36;p4"/>
          <p:cNvSpPr txBox="1"/>
          <p:nvPr>
            <p:ph idx="1" type="subTitle"/>
          </p:nvPr>
        </p:nvSpPr>
        <p:spPr>
          <a:xfrm>
            <a:off x="4688725" y="525600"/>
            <a:ext cx="39099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chemeClr val="dk1"/>
              </a:buClr>
              <a:buSzPts val="800"/>
              <a:buNone/>
              <a:defRPr b="1" sz="800">
                <a:solidFill>
                  <a:schemeClr val="dk1"/>
                </a:solidFill>
              </a:defRPr>
            </a:lvl1pPr>
            <a:lvl2pPr lvl="1" rtl="0" algn="r">
              <a:lnSpc>
                <a:spcPct val="100000"/>
              </a:lnSpc>
              <a:spcBef>
                <a:spcPts val="0"/>
              </a:spcBef>
              <a:spcAft>
                <a:spcPts val="0"/>
              </a:spcAft>
              <a:buClr>
                <a:schemeClr val="dk1"/>
              </a:buClr>
              <a:buSzPts val="1000"/>
              <a:buNone/>
              <a:defRPr b="1" sz="1000">
                <a:solidFill>
                  <a:schemeClr val="dk1"/>
                </a:solidFill>
              </a:defRPr>
            </a:lvl2pPr>
            <a:lvl3pPr lvl="2" rtl="0" algn="r">
              <a:lnSpc>
                <a:spcPct val="100000"/>
              </a:lnSpc>
              <a:spcBef>
                <a:spcPts val="0"/>
              </a:spcBef>
              <a:spcAft>
                <a:spcPts val="0"/>
              </a:spcAft>
              <a:buClr>
                <a:schemeClr val="dk1"/>
              </a:buClr>
              <a:buSzPts val="1000"/>
              <a:buNone/>
              <a:defRPr b="1" sz="1000">
                <a:solidFill>
                  <a:schemeClr val="dk1"/>
                </a:solidFill>
              </a:defRPr>
            </a:lvl3pPr>
            <a:lvl4pPr lvl="3" rtl="0" algn="r">
              <a:lnSpc>
                <a:spcPct val="100000"/>
              </a:lnSpc>
              <a:spcBef>
                <a:spcPts val="0"/>
              </a:spcBef>
              <a:spcAft>
                <a:spcPts val="0"/>
              </a:spcAft>
              <a:buClr>
                <a:schemeClr val="dk1"/>
              </a:buClr>
              <a:buSzPts val="1000"/>
              <a:buNone/>
              <a:defRPr b="1" sz="1000">
                <a:solidFill>
                  <a:schemeClr val="dk1"/>
                </a:solidFill>
              </a:defRPr>
            </a:lvl4pPr>
            <a:lvl5pPr lvl="4" rtl="0" algn="r">
              <a:lnSpc>
                <a:spcPct val="100000"/>
              </a:lnSpc>
              <a:spcBef>
                <a:spcPts val="0"/>
              </a:spcBef>
              <a:spcAft>
                <a:spcPts val="0"/>
              </a:spcAft>
              <a:buClr>
                <a:schemeClr val="dk1"/>
              </a:buClr>
              <a:buSzPts val="1000"/>
              <a:buNone/>
              <a:defRPr b="1" sz="1000">
                <a:solidFill>
                  <a:schemeClr val="dk1"/>
                </a:solidFill>
              </a:defRPr>
            </a:lvl5pPr>
            <a:lvl6pPr lvl="5" rtl="0" algn="r">
              <a:lnSpc>
                <a:spcPct val="100000"/>
              </a:lnSpc>
              <a:spcBef>
                <a:spcPts val="0"/>
              </a:spcBef>
              <a:spcAft>
                <a:spcPts val="0"/>
              </a:spcAft>
              <a:buClr>
                <a:schemeClr val="dk1"/>
              </a:buClr>
              <a:buSzPts val="1000"/>
              <a:buNone/>
              <a:defRPr b="1" sz="1000">
                <a:solidFill>
                  <a:schemeClr val="dk1"/>
                </a:solidFill>
              </a:defRPr>
            </a:lvl6pPr>
            <a:lvl7pPr lvl="6" rtl="0" algn="r">
              <a:lnSpc>
                <a:spcPct val="100000"/>
              </a:lnSpc>
              <a:spcBef>
                <a:spcPts val="0"/>
              </a:spcBef>
              <a:spcAft>
                <a:spcPts val="0"/>
              </a:spcAft>
              <a:buClr>
                <a:schemeClr val="dk1"/>
              </a:buClr>
              <a:buSzPts val="1000"/>
              <a:buNone/>
              <a:defRPr b="1" sz="1000">
                <a:solidFill>
                  <a:schemeClr val="dk1"/>
                </a:solidFill>
              </a:defRPr>
            </a:lvl7pPr>
            <a:lvl8pPr lvl="7" rtl="0" algn="r">
              <a:lnSpc>
                <a:spcPct val="100000"/>
              </a:lnSpc>
              <a:spcBef>
                <a:spcPts val="0"/>
              </a:spcBef>
              <a:spcAft>
                <a:spcPts val="0"/>
              </a:spcAft>
              <a:buClr>
                <a:schemeClr val="dk1"/>
              </a:buClr>
              <a:buSzPts val="1000"/>
              <a:buNone/>
              <a:defRPr b="1" sz="1000">
                <a:solidFill>
                  <a:schemeClr val="dk1"/>
                </a:solidFill>
              </a:defRPr>
            </a:lvl8pPr>
            <a:lvl9pPr lvl="8" rtl="0" algn="r">
              <a:lnSpc>
                <a:spcPct val="100000"/>
              </a:lnSpc>
              <a:spcBef>
                <a:spcPts val="0"/>
              </a:spcBef>
              <a:spcAft>
                <a:spcPts val="0"/>
              </a:spcAft>
              <a:buClr>
                <a:schemeClr val="dk1"/>
              </a:buClr>
              <a:buSzPts val="1000"/>
              <a:buNone/>
              <a:defRPr b="1" sz="1000">
                <a:solidFill>
                  <a:schemeClr val="dk1"/>
                </a:solidFill>
              </a:defRPr>
            </a:lvl9pPr>
          </a:lstStyle>
          <a:p/>
        </p:txBody>
      </p:sp>
      <p:sp>
        <p:nvSpPr>
          <p:cNvPr id="37" name="Google Shape;37;p4"/>
          <p:cNvSpPr txBox="1"/>
          <p:nvPr>
            <p:ph idx="2" type="subTitle"/>
          </p:nvPr>
        </p:nvSpPr>
        <p:spPr>
          <a:xfrm>
            <a:off x="54545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b="1" sz="6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pic>
        <p:nvPicPr>
          <p:cNvPr id="38" name="Google Shape;38;p4"/>
          <p:cNvPicPr preferRelativeResize="0"/>
          <p:nvPr/>
        </p:nvPicPr>
        <p:blipFill>
          <a:blip r:embed="rId2">
            <a:alphaModFix/>
          </a:blip>
          <a:stretch>
            <a:fillRect/>
          </a:stretch>
        </p:blipFill>
        <p:spPr>
          <a:xfrm>
            <a:off x="545450" y="525379"/>
            <a:ext cx="650950" cy="160197"/>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XX - END">
  <p:cSld name="BLANK_3">
    <p:bg>
      <p:bgPr>
        <a:solidFill>
          <a:srgbClr val="131313"/>
        </a:solidFill>
      </p:bgPr>
    </p:bg>
    <p:spTree>
      <p:nvGrpSpPr>
        <p:cNvPr id="39" name="Shape 39"/>
        <p:cNvGrpSpPr/>
        <p:nvPr/>
      </p:nvGrpSpPr>
      <p:grpSpPr>
        <a:xfrm>
          <a:off x="0" y="0"/>
          <a:ext cx="0" cy="0"/>
          <a:chOff x="0" y="0"/>
          <a:chExt cx="0" cy="0"/>
        </a:xfrm>
      </p:grpSpPr>
      <p:pic>
        <p:nvPicPr>
          <p:cNvPr id="40" name="Google Shape;40;p5"/>
          <p:cNvPicPr preferRelativeResize="0"/>
          <p:nvPr/>
        </p:nvPicPr>
        <p:blipFill>
          <a:blip r:embed="rId2">
            <a:alphaModFix/>
          </a:blip>
          <a:stretch>
            <a:fillRect/>
          </a:stretch>
        </p:blipFill>
        <p:spPr>
          <a:xfrm>
            <a:off x="50" y="0"/>
            <a:ext cx="9144000" cy="5143500"/>
          </a:xfrm>
          <a:prstGeom prst="rect">
            <a:avLst/>
          </a:prstGeom>
          <a:noFill/>
          <a:ln>
            <a:noFill/>
          </a:ln>
        </p:spPr>
      </p:pic>
      <p:sp>
        <p:nvSpPr>
          <p:cNvPr id="41" name="Google Shape;41;p5"/>
          <p:cNvSpPr txBox="1"/>
          <p:nvPr>
            <p:ph type="ctrTitle"/>
          </p:nvPr>
        </p:nvSpPr>
        <p:spPr>
          <a:xfrm>
            <a:off x="545450" y="1448400"/>
            <a:ext cx="5295300" cy="24705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400"/>
              <a:buNone/>
              <a:defRPr sz="4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42" name="Google Shape;42;p5"/>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43" name="Google Shape;43;p5"/>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44" name="Google Shape;44;p5"/>
          <p:cNvCxnSpPr/>
          <p:nvPr/>
        </p:nvCxnSpPr>
        <p:spPr>
          <a:xfrm>
            <a:off x="6527025" y="846400"/>
            <a:ext cx="0" cy="3541800"/>
          </a:xfrm>
          <a:prstGeom prst="straightConnector1">
            <a:avLst/>
          </a:prstGeom>
          <a:noFill/>
          <a:ln cap="flat" cmpd="sng" w="9525">
            <a:solidFill>
              <a:srgbClr val="FFFFFF"/>
            </a:solidFill>
            <a:prstDash val="solid"/>
            <a:round/>
            <a:headEnd len="med" w="med" type="none"/>
            <a:tailEnd len="med" w="med" type="none"/>
          </a:ln>
        </p:spPr>
      </p:cxnSp>
      <p:sp>
        <p:nvSpPr>
          <p:cNvPr id="45" name="Google Shape;45;p5"/>
          <p:cNvSpPr txBox="1"/>
          <p:nvPr>
            <p:ph idx="1" type="body"/>
          </p:nvPr>
        </p:nvSpPr>
        <p:spPr>
          <a:xfrm>
            <a:off x="6760350" y="1526688"/>
            <a:ext cx="1838100" cy="23436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1000"/>
              </a:spcBef>
              <a:spcAft>
                <a:spcPts val="0"/>
              </a:spcAft>
              <a:buClr>
                <a:srgbClr val="FFFFFF"/>
              </a:buClr>
              <a:buSzPts val="800"/>
              <a:buChar char="○"/>
              <a:defRPr sz="800">
                <a:solidFill>
                  <a:srgbClr val="FFFFFF"/>
                </a:solidFill>
              </a:defRPr>
            </a:lvl2pPr>
            <a:lvl3pPr indent="-279400" lvl="2" marL="1371600" rtl="0">
              <a:lnSpc>
                <a:spcPct val="100000"/>
              </a:lnSpc>
              <a:spcBef>
                <a:spcPts val="1000"/>
              </a:spcBef>
              <a:spcAft>
                <a:spcPts val="0"/>
              </a:spcAft>
              <a:buClr>
                <a:srgbClr val="FFFFFF"/>
              </a:buClr>
              <a:buSzPts val="800"/>
              <a:buChar char="■"/>
              <a:defRPr sz="800">
                <a:solidFill>
                  <a:srgbClr val="FFFFFF"/>
                </a:solidFill>
              </a:defRPr>
            </a:lvl3pPr>
            <a:lvl4pPr indent="-279400" lvl="3" marL="1828800" rtl="0">
              <a:lnSpc>
                <a:spcPct val="100000"/>
              </a:lnSpc>
              <a:spcBef>
                <a:spcPts val="1000"/>
              </a:spcBef>
              <a:spcAft>
                <a:spcPts val="0"/>
              </a:spcAft>
              <a:buClr>
                <a:srgbClr val="FFFFFF"/>
              </a:buClr>
              <a:buSzPts val="800"/>
              <a:buChar char="●"/>
              <a:defRPr sz="800">
                <a:solidFill>
                  <a:srgbClr val="FFFFFF"/>
                </a:solidFill>
              </a:defRPr>
            </a:lvl4pPr>
            <a:lvl5pPr indent="-279400" lvl="4" marL="2286000" rtl="0">
              <a:lnSpc>
                <a:spcPct val="100000"/>
              </a:lnSpc>
              <a:spcBef>
                <a:spcPts val="1000"/>
              </a:spcBef>
              <a:spcAft>
                <a:spcPts val="0"/>
              </a:spcAft>
              <a:buClr>
                <a:srgbClr val="FFFFFF"/>
              </a:buClr>
              <a:buSzPts val="800"/>
              <a:buChar char="○"/>
              <a:defRPr sz="800">
                <a:solidFill>
                  <a:srgbClr val="FFFFFF"/>
                </a:solidFill>
              </a:defRPr>
            </a:lvl5pPr>
            <a:lvl6pPr indent="-279400" lvl="5" marL="2743200" rtl="0">
              <a:lnSpc>
                <a:spcPct val="100000"/>
              </a:lnSpc>
              <a:spcBef>
                <a:spcPts val="1000"/>
              </a:spcBef>
              <a:spcAft>
                <a:spcPts val="0"/>
              </a:spcAft>
              <a:buClr>
                <a:srgbClr val="FFFFFF"/>
              </a:buClr>
              <a:buSzPts val="800"/>
              <a:buChar char="■"/>
              <a:defRPr sz="800">
                <a:solidFill>
                  <a:srgbClr val="FFFFFF"/>
                </a:solidFill>
              </a:defRPr>
            </a:lvl6pPr>
            <a:lvl7pPr indent="-279400" lvl="6" marL="3200400" rtl="0">
              <a:lnSpc>
                <a:spcPct val="100000"/>
              </a:lnSpc>
              <a:spcBef>
                <a:spcPts val="1000"/>
              </a:spcBef>
              <a:spcAft>
                <a:spcPts val="0"/>
              </a:spcAft>
              <a:buClr>
                <a:srgbClr val="FFFFFF"/>
              </a:buClr>
              <a:buSzPts val="800"/>
              <a:buChar char="●"/>
              <a:defRPr sz="800">
                <a:solidFill>
                  <a:srgbClr val="FFFFFF"/>
                </a:solidFill>
              </a:defRPr>
            </a:lvl7pPr>
            <a:lvl8pPr indent="-279400" lvl="7" marL="3657600" rtl="0">
              <a:lnSpc>
                <a:spcPct val="100000"/>
              </a:lnSpc>
              <a:spcBef>
                <a:spcPts val="1000"/>
              </a:spcBef>
              <a:spcAft>
                <a:spcPts val="0"/>
              </a:spcAft>
              <a:buClr>
                <a:srgbClr val="FFFFFF"/>
              </a:buClr>
              <a:buSzPts val="800"/>
              <a:buChar char="○"/>
              <a:defRPr sz="800">
                <a:solidFill>
                  <a:srgbClr val="FFFFFF"/>
                </a:solidFill>
              </a:defRPr>
            </a:lvl8pPr>
            <a:lvl9pPr indent="-279400" lvl="8" marL="4114800" rtl="0">
              <a:lnSpc>
                <a:spcPct val="100000"/>
              </a:lnSpc>
              <a:spcBef>
                <a:spcPts val="1000"/>
              </a:spcBef>
              <a:spcAft>
                <a:spcPts val="1000"/>
              </a:spcAft>
              <a:buClr>
                <a:srgbClr val="FFFFFF"/>
              </a:buClr>
              <a:buSzPts val="800"/>
              <a:buChar char="■"/>
              <a:defRPr sz="800">
                <a:solidFill>
                  <a:srgbClr val="FFFFFF"/>
                </a:solidFill>
              </a:defRPr>
            </a:lvl9pPr>
          </a:lstStyle>
          <a:p/>
        </p:txBody>
      </p:sp>
      <p:cxnSp>
        <p:nvCxnSpPr>
          <p:cNvPr id="46" name="Google Shape;46;p5"/>
          <p:cNvCxnSpPr/>
          <p:nvPr/>
        </p:nvCxnSpPr>
        <p:spPr>
          <a:xfrm flipH="1" rot="10800000">
            <a:off x="545450" y="43879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47" name="Google Shape;47;p5"/>
          <p:cNvSpPr txBox="1"/>
          <p:nvPr>
            <p:ph idx="2" type="subTitle"/>
          </p:nvPr>
        </p:nvSpPr>
        <p:spPr>
          <a:xfrm>
            <a:off x="4688725" y="525600"/>
            <a:ext cx="39099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rgbClr val="FFFFFF"/>
              </a:buClr>
              <a:buSzPts val="800"/>
              <a:buNone/>
              <a:defRPr b="1" sz="800">
                <a:solidFill>
                  <a:srgbClr val="FFFFFF"/>
                </a:solidFill>
              </a:defRPr>
            </a:lvl1pPr>
            <a:lvl2pPr lvl="1" rtl="0" algn="r">
              <a:lnSpc>
                <a:spcPct val="100000"/>
              </a:lnSpc>
              <a:spcBef>
                <a:spcPts val="0"/>
              </a:spcBef>
              <a:spcAft>
                <a:spcPts val="0"/>
              </a:spcAft>
              <a:buClr>
                <a:srgbClr val="FFFFFF"/>
              </a:buClr>
              <a:buSzPts val="1000"/>
              <a:buNone/>
              <a:defRPr b="1" sz="1000">
                <a:solidFill>
                  <a:srgbClr val="FFFFFF"/>
                </a:solidFill>
              </a:defRPr>
            </a:lvl2pPr>
            <a:lvl3pPr lvl="2" rtl="0" algn="r">
              <a:lnSpc>
                <a:spcPct val="100000"/>
              </a:lnSpc>
              <a:spcBef>
                <a:spcPts val="0"/>
              </a:spcBef>
              <a:spcAft>
                <a:spcPts val="0"/>
              </a:spcAft>
              <a:buClr>
                <a:srgbClr val="FFFFFF"/>
              </a:buClr>
              <a:buSzPts val="1000"/>
              <a:buNone/>
              <a:defRPr b="1" sz="1000">
                <a:solidFill>
                  <a:srgbClr val="FFFFFF"/>
                </a:solidFill>
              </a:defRPr>
            </a:lvl3pPr>
            <a:lvl4pPr lvl="3" rtl="0" algn="r">
              <a:lnSpc>
                <a:spcPct val="100000"/>
              </a:lnSpc>
              <a:spcBef>
                <a:spcPts val="0"/>
              </a:spcBef>
              <a:spcAft>
                <a:spcPts val="0"/>
              </a:spcAft>
              <a:buClr>
                <a:srgbClr val="FFFFFF"/>
              </a:buClr>
              <a:buSzPts val="1000"/>
              <a:buNone/>
              <a:defRPr b="1" sz="1000">
                <a:solidFill>
                  <a:srgbClr val="FFFFFF"/>
                </a:solidFill>
              </a:defRPr>
            </a:lvl4pPr>
            <a:lvl5pPr lvl="4" rtl="0" algn="r">
              <a:lnSpc>
                <a:spcPct val="100000"/>
              </a:lnSpc>
              <a:spcBef>
                <a:spcPts val="0"/>
              </a:spcBef>
              <a:spcAft>
                <a:spcPts val="0"/>
              </a:spcAft>
              <a:buClr>
                <a:srgbClr val="FFFFFF"/>
              </a:buClr>
              <a:buSzPts val="1000"/>
              <a:buNone/>
              <a:defRPr b="1" sz="1000">
                <a:solidFill>
                  <a:srgbClr val="FFFFFF"/>
                </a:solidFill>
              </a:defRPr>
            </a:lvl5pPr>
            <a:lvl6pPr lvl="5" rtl="0" algn="r">
              <a:lnSpc>
                <a:spcPct val="100000"/>
              </a:lnSpc>
              <a:spcBef>
                <a:spcPts val="0"/>
              </a:spcBef>
              <a:spcAft>
                <a:spcPts val="0"/>
              </a:spcAft>
              <a:buClr>
                <a:srgbClr val="FFFFFF"/>
              </a:buClr>
              <a:buSzPts val="1000"/>
              <a:buNone/>
              <a:defRPr b="1" sz="1000">
                <a:solidFill>
                  <a:srgbClr val="FFFFFF"/>
                </a:solidFill>
              </a:defRPr>
            </a:lvl6pPr>
            <a:lvl7pPr lvl="6" rtl="0" algn="r">
              <a:lnSpc>
                <a:spcPct val="100000"/>
              </a:lnSpc>
              <a:spcBef>
                <a:spcPts val="0"/>
              </a:spcBef>
              <a:spcAft>
                <a:spcPts val="0"/>
              </a:spcAft>
              <a:buClr>
                <a:srgbClr val="FFFFFF"/>
              </a:buClr>
              <a:buSzPts val="1000"/>
              <a:buNone/>
              <a:defRPr b="1" sz="1000">
                <a:solidFill>
                  <a:srgbClr val="FFFFFF"/>
                </a:solidFill>
              </a:defRPr>
            </a:lvl7pPr>
            <a:lvl8pPr lvl="7" rtl="0" algn="r">
              <a:lnSpc>
                <a:spcPct val="100000"/>
              </a:lnSpc>
              <a:spcBef>
                <a:spcPts val="0"/>
              </a:spcBef>
              <a:spcAft>
                <a:spcPts val="0"/>
              </a:spcAft>
              <a:buClr>
                <a:srgbClr val="FFFFFF"/>
              </a:buClr>
              <a:buSzPts val="1000"/>
              <a:buNone/>
              <a:defRPr b="1" sz="1000">
                <a:solidFill>
                  <a:srgbClr val="FFFFFF"/>
                </a:solidFill>
              </a:defRPr>
            </a:lvl8pPr>
            <a:lvl9pPr lvl="8" rtl="0" algn="r">
              <a:lnSpc>
                <a:spcPct val="100000"/>
              </a:lnSpc>
              <a:spcBef>
                <a:spcPts val="0"/>
              </a:spcBef>
              <a:spcAft>
                <a:spcPts val="0"/>
              </a:spcAft>
              <a:buClr>
                <a:srgbClr val="FFFFFF"/>
              </a:buClr>
              <a:buSzPts val="1000"/>
              <a:buNone/>
              <a:defRPr b="1" sz="1000">
                <a:solidFill>
                  <a:srgbClr val="FFFFFF"/>
                </a:solidFill>
              </a:defRPr>
            </a:lvl9pPr>
          </a:lstStyle>
          <a:p/>
        </p:txBody>
      </p:sp>
      <p:sp>
        <p:nvSpPr>
          <p:cNvPr id="48" name="Google Shape;48;p5"/>
          <p:cNvSpPr txBox="1"/>
          <p:nvPr>
            <p:ph idx="3" type="subTitle"/>
          </p:nvPr>
        </p:nvSpPr>
        <p:spPr>
          <a:xfrm>
            <a:off x="4688725" y="4614750"/>
            <a:ext cx="39099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49" name="Google Shape;49;p5"/>
          <p:cNvSpPr txBox="1"/>
          <p:nvPr>
            <p:ph idx="4" type="subTitle"/>
          </p:nvPr>
        </p:nvSpPr>
        <p:spPr>
          <a:xfrm>
            <a:off x="545450" y="4614750"/>
            <a:ext cx="39099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50" name="Google Shape;50;p5"/>
          <p:cNvSpPr txBox="1"/>
          <p:nvPr>
            <p:ph idx="5" type="subTitle"/>
          </p:nvPr>
        </p:nvSpPr>
        <p:spPr>
          <a:xfrm>
            <a:off x="545450" y="44542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sp>
        <p:nvSpPr>
          <p:cNvPr id="51" name="Google Shape;51;p5"/>
          <p:cNvSpPr txBox="1"/>
          <p:nvPr>
            <p:ph idx="6" type="subTitle"/>
          </p:nvPr>
        </p:nvSpPr>
        <p:spPr>
          <a:xfrm>
            <a:off x="4688725" y="44542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pic>
        <p:nvPicPr>
          <p:cNvPr id="52" name="Google Shape;52;p5"/>
          <p:cNvPicPr preferRelativeResize="0"/>
          <p:nvPr/>
        </p:nvPicPr>
        <p:blipFill>
          <a:blip r:embed="rId3">
            <a:alphaModFix/>
          </a:blip>
          <a:stretch>
            <a:fillRect/>
          </a:stretch>
        </p:blipFill>
        <p:spPr>
          <a:xfrm>
            <a:off x="545450" y="525370"/>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COVER">
  <p:cSld name="BLANK_2">
    <p:bg>
      <p:bgPr>
        <a:solidFill>
          <a:srgbClr val="131313"/>
        </a:solidFill>
      </p:bgPr>
    </p:bg>
    <p:spTree>
      <p:nvGrpSpPr>
        <p:cNvPr id="53" name="Shape 53"/>
        <p:cNvGrpSpPr/>
        <p:nvPr/>
      </p:nvGrpSpPr>
      <p:grpSpPr>
        <a:xfrm>
          <a:off x="0" y="0"/>
          <a:ext cx="0" cy="0"/>
          <a:chOff x="0" y="0"/>
          <a:chExt cx="0" cy="0"/>
        </a:xfrm>
      </p:grpSpPr>
      <p:sp>
        <p:nvSpPr>
          <p:cNvPr id="54" name="Google Shape;54;p6"/>
          <p:cNvSpPr txBox="1"/>
          <p:nvPr>
            <p:ph type="ctrTitle"/>
          </p:nvPr>
        </p:nvSpPr>
        <p:spPr>
          <a:xfrm>
            <a:off x="545450"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55" name="Google Shape;55;p6"/>
          <p:cNvCxnSpPr/>
          <p:nvPr/>
        </p:nvCxnSpPr>
        <p:spPr>
          <a:xfrm flipH="1" rot="10800000">
            <a:off x="545450" y="361350"/>
            <a:ext cx="3909900" cy="6900"/>
          </a:xfrm>
          <a:prstGeom prst="straightConnector1">
            <a:avLst/>
          </a:prstGeom>
          <a:noFill/>
          <a:ln cap="flat" cmpd="sng" w="9525">
            <a:solidFill>
              <a:srgbClr val="FFFFFF"/>
            </a:solidFill>
            <a:prstDash val="solid"/>
            <a:round/>
            <a:headEnd len="med" w="med" type="none"/>
            <a:tailEnd len="med" w="med" type="none"/>
          </a:ln>
        </p:spPr>
      </p:cxnSp>
      <p:cxnSp>
        <p:nvCxnSpPr>
          <p:cNvPr id="56" name="Google Shape;56;p6"/>
          <p:cNvCxnSpPr/>
          <p:nvPr/>
        </p:nvCxnSpPr>
        <p:spPr>
          <a:xfrm flipH="1" rot="10800000">
            <a:off x="545450" y="842850"/>
            <a:ext cx="3909900" cy="6900"/>
          </a:xfrm>
          <a:prstGeom prst="straightConnector1">
            <a:avLst/>
          </a:prstGeom>
          <a:noFill/>
          <a:ln cap="flat" cmpd="sng" w="9525">
            <a:solidFill>
              <a:srgbClr val="FFFFFF"/>
            </a:solidFill>
            <a:prstDash val="solid"/>
            <a:round/>
            <a:headEnd len="med" w="med" type="none"/>
            <a:tailEnd len="med" w="med" type="none"/>
          </a:ln>
        </p:spPr>
      </p:cxnSp>
      <p:sp>
        <p:nvSpPr>
          <p:cNvPr id="57" name="Google Shape;57;p6"/>
          <p:cNvSpPr txBox="1"/>
          <p:nvPr>
            <p:ph idx="1" type="subTitle"/>
          </p:nvPr>
        </p:nvSpPr>
        <p:spPr>
          <a:xfrm>
            <a:off x="1926550"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rgbClr val="FFFFFF"/>
              </a:buClr>
              <a:buSzPts val="800"/>
              <a:buNone/>
              <a:defRPr b="1" sz="800">
                <a:solidFill>
                  <a:srgbClr val="FFFFFF"/>
                </a:solidFill>
              </a:defRPr>
            </a:lvl1pPr>
            <a:lvl2pPr lvl="1" rtl="0" algn="r">
              <a:lnSpc>
                <a:spcPct val="100000"/>
              </a:lnSpc>
              <a:spcBef>
                <a:spcPts val="0"/>
              </a:spcBef>
              <a:spcAft>
                <a:spcPts val="0"/>
              </a:spcAft>
              <a:buClr>
                <a:srgbClr val="FFFFFF"/>
              </a:buClr>
              <a:buSzPts val="1000"/>
              <a:buNone/>
              <a:defRPr b="1" sz="1000">
                <a:solidFill>
                  <a:srgbClr val="FFFFFF"/>
                </a:solidFill>
              </a:defRPr>
            </a:lvl2pPr>
            <a:lvl3pPr lvl="2" rtl="0" algn="r">
              <a:lnSpc>
                <a:spcPct val="100000"/>
              </a:lnSpc>
              <a:spcBef>
                <a:spcPts val="0"/>
              </a:spcBef>
              <a:spcAft>
                <a:spcPts val="0"/>
              </a:spcAft>
              <a:buClr>
                <a:srgbClr val="FFFFFF"/>
              </a:buClr>
              <a:buSzPts val="1000"/>
              <a:buNone/>
              <a:defRPr b="1" sz="1000">
                <a:solidFill>
                  <a:srgbClr val="FFFFFF"/>
                </a:solidFill>
              </a:defRPr>
            </a:lvl3pPr>
            <a:lvl4pPr lvl="3" rtl="0" algn="r">
              <a:lnSpc>
                <a:spcPct val="100000"/>
              </a:lnSpc>
              <a:spcBef>
                <a:spcPts val="0"/>
              </a:spcBef>
              <a:spcAft>
                <a:spcPts val="0"/>
              </a:spcAft>
              <a:buClr>
                <a:srgbClr val="FFFFFF"/>
              </a:buClr>
              <a:buSzPts val="1000"/>
              <a:buNone/>
              <a:defRPr b="1" sz="1000">
                <a:solidFill>
                  <a:srgbClr val="FFFFFF"/>
                </a:solidFill>
              </a:defRPr>
            </a:lvl4pPr>
            <a:lvl5pPr lvl="4" rtl="0" algn="r">
              <a:lnSpc>
                <a:spcPct val="100000"/>
              </a:lnSpc>
              <a:spcBef>
                <a:spcPts val="0"/>
              </a:spcBef>
              <a:spcAft>
                <a:spcPts val="0"/>
              </a:spcAft>
              <a:buClr>
                <a:srgbClr val="FFFFFF"/>
              </a:buClr>
              <a:buSzPts val="1000"/>
              <a:buNone/>
              <a:defRPr b="1" sz="1000">
                <a:solidFill>
                  <a:srgbClr val="FFFFFF"/>
                </a:solidFill>
              </a:defRPr>
            </a:lvl5pPr>
            <a:lvl6pPr lvl="5" rtl="0" algn="r">
              <a:lnSpc>
                <a:spcPct val="100000"/>
              </a:lnSpc>
              <a:spcBef>
                <a:spcPts val="0"/>
              </a:spcBef>
              <a:spcAft>
                <a:spcPts val="0"/>
              </a:spcAft>
              <a:buClr>
                <a:srgbClr val="FFFFFF"/>
              </a:buClr>
              <a:buSzPts val="1000"/>
              <a:buNone/>
              <a:defRPr b="1" sz="1000">
                <a:solidFill>
                  <a:srgbClr val="FFFFFF"/>
                </a:solidFill>
              </a:defRPr>
            </a:lvl6pPr>
            <a:lvl7pPr lvl="6" rtl="0" algn="r">
              <a:lnSpc>
                <a:spcPct val="100000"/>
              </a:lnSpc>
              <a:spcBef>
                <a:spcPts val="0"/>
              </a:spcBef>
              <a:spcAft>
                <a:spcPts val="0"/>
              </a:spcAft>
              <a:buClr>
                <a:srgbClr val="FFFFFF"/>
              </a:buClr>
              <a:buSzPts val="1000"/>
              <a:buNone/>
              <a:defRPr b="1" sz="1000">
                <a:solidFill>
                  <a:srgbClr val="FFFFFF"/>
                </a:solidFill>
              </a:defRPr>
            </a:lvl7pPr>
            <a:lvl8pPr lvl="7" rtl="0" algn="r">
              <a:lnSpc>
                <a:spcPct val="100000"/>
              </a:lnSpc>
              <a:spcBef>
                <a:spcPts val="0"/>
              </a:spcBef>
              <a:spcAft>
                <a:spcPts val="0"/>
              </a:spcAft>
              <a:buClr>
                <a:srgbClr val="FFFFFF"/>
              </a:buClr>
              <a:buSzPts val="1000"/>
              <a:buNone/>
              <a:defRPr b="1" sz="1000">
                <a:solidFill>
                  <a:srgbClr val="FFFFFF"/>
                </a:solidFill>
              </a:defRPr>
            </a:lvl8pPr>
            <a:lvl9pPr lvl="8" rtl="0" algn="r">
              <a:lnSpc>
                <a:spcPct val="100000"/>
              </a:lnSpc>
              <a:spcBef>
                <a:spcPts val="0"/>
              </a:spcBef>
              <a:spcAft>
                <a:spcPts val="0"/>
              </a:spcAft>
              <a:buClr>
                <a:srgbClr val="FFFFFF"/>
              </a:buClr>
              <a:buSzPts val="1000"/>
              <a:buNone/>
              <a:defRPr b="1" sz="1000">
                <a:solidFill>
                  <a:srgbClr val="FFFFFF"/>
                </a:solidFill>
              </a:defRPr>
            </a:lvl9pPr>
          </a:lstStyle>
          <a:p/>
        </p:txBody>
      </p:sp>
      <p:sp>
        <p:nvSpPr>
          <p:cNvPr id="58" name="Google Shape;58;p6"/>
          <p:cNvSpPr txBox="1"/>
          <p:nvPr>
            <p:ph idx="2" type="subTitle"/>
          </p:nvPr>
        </p:nvSpPr>
        <p:spPr>
          <a:xfrm>
            <a:off x="545450" y="1287900"/>
            <a:ext cx="3909900" cy="160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cxnSp>
        <p:nvCxnSpPr>
          <p:cNvPr id="59" name="Google Shape;59;p6"/>
          <p:cNvCxnSpPr/>
          <p:nvPr/>
        </p:nvCxnSpPr>
        <p:spPr>
          <a:xfrm>
            <a:off x="545450" y="4394822"/>
            <a:ext cx="3912300" cy="0"/>
          </a:xfrm>
          <a:prstGeom prst="straightConnector1">
            <a:avLst/>
          </a:prstGeom>
          <a:noFill/>
          <a:ln cap="flat" cmpd="sng" w="9525">
            <a:solidFill>
              <a:srgbClr val="FFFFFF"/>
            </a:solidFill>
            <a:prstDash val="solid"/>
            <a:round/>
            <a:headEnd len="med" w="med" type="none"/>
            <a:tailEnd len="med" w="med" type="none"/>
          </a:ln>
        </p:spPr>
      </p:cxnSp>
      <p:sp>
        <p:nvSpPr>
          <p:cNvPr id="60" name="Google Shape;60;p6"/>
          <p:cNvSpPr txBox="1"/>
          <p:nvPr>
            <p:ph idx="3" type="subTitle"/>
          </p:nvPr>
        </p:nvSpPr>
        <p:spPr>
          <a:xfrm>
            <a:off x="545450"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61" name="Google Shape;61;p6"/>
          <p:cNvSpPr txBox="1"/>
          <p:nvPr>
            <p:ph idx="4" type="subTitle"/>
          </p:nvPr>
        </p:nvSpPr>
        <p:spPr>
          <a:xfrm>
            <a:off x="545450"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sp>
        <p:nvSpPr>
          <p:cNvPr id="62" name="Google Shape;62;p6"/>
          <p:cNvSpPr txBox="1"/>
          <p:nvPr>
            <p:ph idx="5" type="subTitle"/>
          </p:nvPr>
        </p:nvSpPr>
        <p:spPr>
          <a:xfrm>
            <a:off x="2617088"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63" name="Google Shape;63;p6"/>
          <p:cNvSpPr txBox="1"/>
          <p:nvPr>
            <p:ph idx="6" type="subTitle"/>
          </p:nvPr>
        </p:nvSpPr>
        <p:spPr>
          <a:xfrm>
            <a:off x="2617088"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pic>
        <p:nvPicPr>
          <p:cNvPr id="64" name="Google Shape;64;p6"/>
          <p:cNvPicPr preferRelativeResize="0"/>
          <p:nvPr/>
        </p:nvPicPr>
        <p:blipFill>
          <a:blip r:embed="rId2">
            <a:alphaModFix/>
          </a:blip>
          <a:stretch>
            <a:fillRect/>
          </a:stretch>
        </p:blipFill>
        <p:spPr>
          <a:xfrm>
            <a:off x="545450" y="525370"/>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02 - black">
  <p:cSld name="BLANK_2_2">
    <p:bg>
      <p:bgPr>
        <a:solidFill>
          <a:srgbClr val="131313"/>
        </a:solidFill>
      </p:bgPr>
    </p:bg>
    <p:spTree>
      <p:nvGrpSpPr>
        <p:cNvPr id="65" name="Shape 65"/>
        <p:cNvGrpSpPr/>
        <p:nvPr/>
      </p:nvGrpSpPr>
      <p:grpSpPr>
        <a:xfrm>
          <a:off x="0" y="0"/>
          <a:ext cx="0" cy="0"/>
          <a:chOff x="0" y="0"/>
          <a:chExt cx="0" cy="0"/>
        </a:xfrm>
      </p:grpSpPr>
      <p:sp>
        <p:nvSpPr>
          <p:cNvPr id="66" name="Google Shape;66;p7"/>
          <p:cNvSpPr txBox="1"/>
          <p:nvPr>
            <p:ph type="ctrTitle"/>
          </p:nvPr>
        </p:nvSpPr>
        <p:spPr>
          <a:xfrm>
            <a:off x="545450"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67" name="Google Shape;67;p7"/>
          <p:cNvCxnSpPr/>
          <p:nvPr/>
        </p:nvCxnSpPr>
        <p:spPr>
          <a:xfrm flipH="1" rot="10800000">
            <a:off x="545450" y="361350"/>
            <a:ext cx="3909900" cy="6900"/>
          </a:xfrm>
          <a:prstGeom prst="straightConnector1">
            <a:avLst/>
          </a:prstGeom>
          <a:noFill/>
          <a:ln cap="flat" cmpd="sng" w="9525">
            <a:solidFill>
              <a:srgbClr val="FFFFFF"/>
            </a:solidFill>
            <a:prstDash val="solid"/>
            <a:round/>
            <a:headEnd len="med" w="med" type="none"/>
            <a:tailEnd len="med" w="med" type="none"/>
          </a:ln>
        </p:spPr>
      </p:cxnSp>
      <p:cxnSp>
        <p:nvCxnSpPr>
          <p:cNvPr id="68" name="Google Shape;68;p7"/>
          <p:cNvCxnSpPr/>
          <p:nvPr/>
        </p:nvCxnSpPr>
        <p:spPr>
          <a:xfrm flipH="1" rot="10800000">
            <a:off x="545450" y="842850"/>
            <a:ext cx="3909900" cy="6900"/>
          </a:xfrm>
          <a:prstGeom prst="straightConnector1">
            <a:avLst/>
          </a:prstGeom>
          <a:noFill/>
          <a:ln cap="flat" cmpd="sng" w="9525">
            <a:solidFill>
              <a:srgbClr val="FFFFFF"/>
            </a:solidFill>
            <a:prstDash val="solid"/>
            <a:round/>
            <a:headEnd len="med" w="med" type="none"/>
            <a:tailEnd len="med" w="med" type="none"/>
          </a:ln>
        </p:spPr>
      </p:cxnSp>
      <p:sp>
        <p:nvSpPr>
          <p:cNvPr id="69" name="Google Shape;69;p7"/>
          <p:cNvSpPr txBox="1"/>
          <p:nvPr>
            <p:ph idx="1" type="subTitle"/>
          </p:nvPr>
        </p:nvSpPr>
        <p:spPr>
          <a:xfrm>
            <a:off x="1926550"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rgbClr val="FFFFFF"/>
              </a:buClr>
              <a:buSzPts val="800"/>
              <a:buNone/>
              <a:defRPr b="1" sz="800">
                <a:solidFill>
                  <a:srgbClr val="FFFFFF"/>
                </a:solidFill>
              </a:defRPr>
            </a:lvl1pPr>
            <a:lvl2pPr lvl="1" rtl="0" algn="r">
              <a:lnSpc>
                <a:spcPct val="100000"/>
              </a:lnSpc>
              <a:spcBef>
                <a:spcPts val="0"/>
              </a:spcBef>
              <a:spcAft>
                <a:spcPts val="0"/>
              </a:spcAft>
              <a:buClr>
                <a:srgbClr val="FFFFFF"/>
              </a:buClr>
              <a:buSzPts val="1000"/>
              <a:buNone/>
              <a:defRPr b="1" sz="1000">
                <a:solidFill>
                  <a:srgbClr val="FFFFFF"/>
                </a:solidFill>
              </a:defRPr>
            </a:lvl2pPr>
            <a:lvl3pPr lvl="2" rtl="0" algn="r">
              <a:lnSpc>
                <a:spcPct val="100000"/>
              </a:lnSpc>
              <a:spcBef>
                <a:spcPts val="0"/>
              </a:spcBef>
              <a:spcAft>
                <a:spcPts val="0"/>
              </a:spcAft>
              <a:buClr>
                <a:srgbClr val="FFFFFF"/>
              </a:buClr>
              <a:buSzPts val="1000"/>
              <a:buNone/>
              <a:defRPr b="1" sz="1000">
                <a:solidFill>
                  <a:srgbClr val="FFFFFF"/>
                </a:solidFill>
              </a:defRPr>
            </a:lvl3pPr>
            <a:lvl4pPr lvl="3" rtl="0" algn="r">
              <a:lnSpc>
                <a:spcPct val="100000"/>
              </a:lnSpc>
              <a:spcBef>
                <a:spcPts val="0"/>
              </a:spcBef>
              <a:spcAft>
                <a:spcPts val="0"/>
              </a:spcAft>
              <a:buClr>
                <a:srgbClr val="FFFFFF"/>
              </a:buClr>
              <a:buSzPts val="1000"/>
              <a:buNone/>
              <a:defRPr b="1" sz="1000">
                <a:solidFill>
                  <a:srgbClr val="FFFFFF"/>
                </a:solidFill>
              </a:defRPr>
            </a:lvl4pPr>
            <a:lvl5pPr lvl="4" rtl="0" algn="r">
              <a:lnSpc>
                <a:spcPct val="100000"/>
              </a:lnSpc>
              <a:spcBef>
                <a:spcPts val="0"/>
              </a:spcBef>
              <a:spcAft>
                <a:spcPts val="0"/>
              </a:spcAft>
              <a:buClr>
                <a:srgbClr val="FFFFFF"/>
              </a:buClr>
              <a:buSzPts val="1000"/>
              <a:buNone/>
              <a:defRPr b="1" sz="1000">
                <a:solidFill>
                  <a:srgbClr val="FFFFFF"/>
                </a:solidFill>
              </a:defRPr>
            </a:lvl5pPr>
            <a:lvl6pPr lvl="5" rtl="0" algn="r">
              <a:lnSpc>
                <a:spcPct val="100000"/>
              </a:lnSpc>
              <a:spcBef>
                <a:spcPts val="0"/>
              </a:spcBef>
              <a:spcAft>
                <a:spcPts val="0"/>
              </a:spcAft>
              <a:buClr>
                <a:srgbClr val="FFFFFF"/>
              </a:buClr>
              <a:buSzPts val="1000"/>
              <a:buNone/>
              <a:defRPr b="1" sz="1000">
                <a:solidFill>
                  <a:srgbClr val="FFFFFF"/>
                </a:solidFill>
              </a:defRPr>
            </a:lvl6pPr>
            <a:lvl7pPr lvl="6" rtl="0" algn="r">
              <a:lnSpc>
                <a:spcPct val="100000"/>
              </a:lnSpc>
              <a:spcBef>
                <a:spcPts val="0"/>
              </a:spcBef>
              <a:spcAft>
                <a:spcPts val="0"/>
              </a:spcAft>
              <a:buClr>
                <a:srgbClr val="FFFFFF"/>
              </a:buClr>
              <a:buSzPts val="1000"/>
              <a:buNone/>
              <a:defRPr b="1" sz="1000">
                <a:solidFill>
                  <a:srgbClr val="FFFFFF"/>
                </a:solidFill>
              </a:defRPr>
            </a:lvl7pPr>
            <a:lvl8pPr lvl="7" rtl="0" algn="r">
              <a:lnSpc>
                <a:spcPct val="100000"/>
              </a:lnSpc>
              <a:spcBef>
                <a:spcPts val="0"/>
              </a:spcBef>
              <a:spcAft>
                <a:spcPts val="0"/>
              </a:spcAft>
              <a:buClr>
                <a:srgbClr val="FFFFFF"/>
              </a:buClr>
              <a:buSzPts val="1000"/>
              <a:buNone/>
              <a:defRPr b="1" sz="1000">
                <a:solidFill>
                  <a:srgbClr val="FFFFFF"/>
                </a:solidFill>
              </a:defRPr>
            </a:lvl8pPr>
            <a:lvl9pPr lvl="8" rtl="0" algn="r">
              <a:lnSpc>
                <a:spcPct val="100000"/>
              </a:lnSpc>
              <a:spcBef>
                <a:spcPts val="0"/>
              </a:spcBef>
              <a:spcAft>
                <a:spcPts val="0"/>
              </a:spcAft>
              <a:buClr>
                <a:srgbClr val="FFFFFF"/>
              </a:buClr>
              <a:buSzPts val="1000"/>
              <a:buNone/>
              <a:defRPr b="1" sz="1000">
                <a:solidFill>
                  <a:srgbClr val="FFFFFF"/>
                </a:solidFill>
              </a:defRPr>
            </a:lvl9pPr>
          </a:lstStyle>
          <a:p/>
        </p:txBody>
      </p:sp>
      <p:cxnSp>
        <p:nvCxnSpPr>
          <p:cNvPr id="70" name="Google Shape;70;p7"/>
          <p:cNvCxnSpPr/>
          <p:nvPr/>
        </p:nvCxnSpPr>
        <p:spPr>
          <a:xfrm>
            <a:off x="545450" y="4555322"/>
            <a:ext cx="3912600" cy="0"/>
          </a:xfrm>
          <a:prstGeom prst="straightConnector1">
            <a:avLst/>
          </a:prstGeom>
          <a:noFill/>
          <a:ln cap="flat" cmpd="sng" w="9525">
            <a:solidFill>
              <a:srgbClr val="FFFFFF"/>
            </a:solidFill>
            <a:prstDash val="solid"/>
            <a:round/>
            <a:headEnd len="med" w="med" type="none"/>
            <a:tailEnd len="med" w="med" type="none"/>
          </a:ln>
        </p:spPr>
      </p:cxnSp>
      <p:sp>
        <p:nvSpPr>
          <p:cNvPr id="71" name="Google Shape;71;p7"/>
          <p:cNvSpPr txBox="1"/>
          <p:nvPr>
            <p:ph idx="2" type="subTitle"/>
          </p:nvPr>
        </p:nvSpPr>
        <p:spPr>
          <a:xfrm>
            <a:off x="54545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pic>
        <p:nvPicPr>
          <p:cNvPr id="72" name="Google Shape;72;p7"/>
          <p:cNvPicPr preferRelativeResize="0"/>
          <p:nvPr/>
        </p:nvPicPr>
        <p:blipFill>
          <a:blip r:embed="rId2">
            <a:alphaModFix/>
          </a:blip>
          <a:stretch>
            <a:fillRect/>
          </a:stretch>
        </p:blipFill>
        <p:spPr>
          <a:xfrm>
            <a:off x="545450" y="525370"/>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03 - black">
  <p:cSld name="BLANK_2_2_2">
    <p:bg>
      <p:bgPr>
        <a:solidFill>
          <a:srgbClr val="131313"/>
        </a:solidFill>
      </p:bgPr>
    </p:bg>
    <p:spTree>
      <p:nvGrpSpPr>
        <p:cNvPr id="73" name="Shape 73"/>
        <p:cNvGrpSpPr/>
        <p:nvPr/>
      </p:nvGrpSpPr>
      <p:grpSpPr>
        <a:xfrm>
          <a:off x="0" y="0"/>
          <a:ext cx="0" cy="0"/>
          <a:chOff x="0" y="0"/>
          <a:chExt cx="0" cy="0"/>
        </a:xfrm>
      </p:grpSpPr>
      <p:sp>
        <p:nvSpPr>
          <p:cNvPr id="74" name="Google Shape;74;p8"/>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75" name="Google Shape;75;p8"/>
          <p:cNvCxnSpPr/>
          <p:nvPr/>
        </p:nvCxnSpPr>
        <p:spPr>
          <a:xfrm flipH="1" rot="10800000">
            <a:off x="4688725" y="361350"/>
            <a:ext cx="3909900" cy="6900"/>
          </a:xfrm>
          <a:prstGeom prst="straightConnector1">
            <a:avLst/>
          </a:prstGeom>
          <a:noFill/>
          <a:ln cap="flat" cmpd="sng" w="9525">
            <a:solidFill>
              <a:srgbClr val="FFFFFF"/>
            </a:solidFill>
            <a:prstDash val="solid"/>
            <a:round/>
            <a:headEnd len="med" w="med" type="none"/>
            <a:tailEnd len="med" w="med" type="none"/>
          </a:ln>
        </p:spPr>
      </p:cxnSp>
      <p:cxnSp>
        <p:nvCxnSpPr>
          <p:cNvPr id="76" name="Google Shape;76;p8"/>
          <p:cNvCxnSpPr/>
          <p:nvPr/>
        </p:nvCxnSpPr>
        <p:spPr>
          <a:xfrm flipH="1" rot="10800000">
            <a:off x="4688725" y="842850"/>
            <a:ext cx="3909900" cy="6900"/>
          </a:xfrm>
          <a:prstGeom prst="straightConnector1">
            <a:avLst/>
          </a:prstGeom>
          <a:noFill/>
          <a:ln cap="flat" cmpd="sng" w="9525">
            <a:solidFill>
              <a:srgbClr val="FFFFFF"/>
            </a:solidFill>
            <a:prstDash val="solid"/>
            <a:round/>
            <a:headEnd len="med" w="med" type="none"/>
            <a:tailEnd len="med" w="med" type="none"/>
          </a:ln>
        </p:spPr>
      </p:cxnSp>
      <p:sp>
        <p:nvSpPr>
          <p:cNvPr id="77" name="Google Shape;77;p8"/>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rgbClr val="FFFFFF"/>
              </a:buClr>
              <a:buSzPts val="800"/>
              <a:buNone/>
              <a:defRPr b="1" sz="800">
                <a:solidFill>
                  <a:srgbClr val="FFFFFF"/>
                </a:solidFill>
              </a:defRPr>
            </a:lvl1pPr>
            <a:lvl2pPr lvl="1" rtl="0" algn="r">
              <a:lnSpc>
                <a:spcPct val="100000"/>
              </a:lnSpc>
              <a:spcBef>
                <a:spcPts val="0"/>
              </a:spcBef>
              <a:spcAft>
                <a:spcPts val="0"/>
              </a:spcAft>
              <a:buClr>
                <a:srgbClr val="FFFFFF"/>
              </a:buClr>
              <a:buSzPts val="1000"/>
              <a:buNone/>
              <a:defRPr b="1" sz="1000">
                <a:solidFill>
                  <a:srgbClr val="FFFFFF"/>
                </a:solidFill>
              </a:defRPr>
            </a:lvl2pPr>
            <a:lvl3pPr lvl="2" rtl="0" algn="r">
              <a:lnSpc>
                <a:spcPct val="100000"/>
              </a:lnSpc>
              <a:spcBef>
                <a:spcPts val="0"/>
              </a:spcBef>
              <a:spcAft>
                <a:spcPts val="0"/>
              </a:spcAft>
              <a:buClr>
                <a:srgbClr val="FFFFFF"/>
              </a:buClr>
              <a:buSzPts val="1000"/>
              <a:buNone/>
              <a:defRPr b="1" sz="1000">
                <a:solidFill>
                  <a:srgbClr val="FFFFFF"/>
                </a:solidFill>
              </a:defRPr>
            </a:lvl3pPr>
            <a:lvl4pPr lvl="3" rtl="0" algn="r">
              <a:lnSpc>
                <a:spcPct val="100000"/>
              </a:lnSpc>
              <a:spcBef>
                <a:spcPts val="0"/>
              </a:spcBef>
              <a:spcAft>
                <a:spcPts val="0"/>
              </a:spcAft>
              <a:buClr>
                <a:srgbClr val="FFFFFF"/>
              </a:buClr>
              <a:buSzPts val="1000"/>
              <a:buNone/>
              <a:defRPr b="1" sz="1000">
                <a:solidFill>
                  <a:srgbClr val="FFFFFF"/>
                </a:solidFill>
              </a:defRPr>
            </a:lvl4pPr>
            <a:lvl5pPr lvl="4" rtl="0" algn="r">
              <a:lnSpc>
                <a:spcPct val="100000"/>
              </a:lnSpc>
              <a:spcBef>
                <a:spcPts val="0"/>
              </a:spcBef>
              <a:spcAft>
                <a:spcPts val="0"/>
              </a:spcAft>
              <a:buClr>
                <a:srgbClr val="FFFFFF"/>
              </a:buClr>
              <a:buSzPts val="1000"/>
              <a:buNone/>
              <a:defRPr b="1" sz="1000">
                <a:solidFill>
                  <a:srgbClr val="FFFFFF"/>
                </a:solidFill>
              </a:defRPr>
            </a:lvl5pPr>
            <a:lvl6pPr lvl="5" rtl="0" algn="r">
              <a:lnSpc>
                <a:spcPct val="100000"/>
              </a:lnSpc>
              <a:spcBef>
                <a:spcPts val="0"/>
              </a:spcBef>
              <a:spcAft>
                <a:spcPts val="0"/>
              </a:spcAft>
              <a:buClr>
                <a:srgbClr val="FFFFFF"/>
              </a:buClr>
              <a:buSzPts val="1000"/>
              <a:buNone/>
              <a:defRPr b="1" sz="1000">
                <a:solidFill>
                  <a:srgbClr val="FFFFFF"/>
                </a:solidFill>
              </a:defRPr>
            </a:lvl6pPr>
            <a:lvl7pPr lvl="6" rtl="0" algn="r">
              <a:lnSpc>
                <a:spcPct val="100000"/>
              </a:lnSpc>
              <a:spcBef>
                <a:spcPts val="0"/>
              </a:spcBef>
              <a:spcAft>
                <a:spcPts val="0"/>
              </a:spcAft>
              <a:buClr>
                <a:srgbClr val="FFFFFF"/>
              </a:buClr>
              <a:buSzPts val="1000"/>
              <a:buNone/>
              <a:defRPr b="1" sz="1000">
                <a:solidFill>
                  <a:srgbClr val="FFFFFF"/>
                </a:solidFill>
              </a:defRPr>
            </a:lvl7pPr>
            <a:lvl8pPr lvl="7" rtl="0" algn="r">
              <a:lnSpc>
                <a:spcPct val="100000"/>
              </a:lnSpc>
              <a:spcBef>
                <a:spcPts val="0"/>
              </a:spcBef>
              <a:spcAft>
                <a:spcPts val="0"/>
              </a:spcAft>
              <a:buClr>
                <a:srgbClr val="FFFFFF"/>
              </a:buClr>
              <a:buSzPts val="1000"/>
              <a:buNone/>
              <a:defRPr b="1" sz="1000">
                <a:solidFill>
                  <a:srgbClr val="FFFFFF"/>
                </a:solidFill>
              </a:defRPr>
            </a:lvl8pPr>
            <a:lvl9pPr lvl="8" rtl="0" algn="r">
              <a:lnSpc>
                <a:spcPct val="100000"/>
              </a:lnSpc>
              <a:spcBef>
                <a:spcPts val="0"/>
              </a:spcBef>
              <a:spcAft>
                <a:spcPts val="0"/>
              </a:spcAft>
              <a:buClr>
                <a:srgbClr val="FFFFFF"/>
              </a:buClr>
              <a:buSzPts val="1000"/>
              <a:buNone/>
              <a:defRPr b="1" sz="1000">
                <a:solidFill>
                  <a:srgbClr val="FFFFFF"/>
                </a:solidFill>
              </a:defRPr>
            </a:lvl9pPr>
          </a:lstStyle>
          <a:p/>
        </p:txBody>
      </p:sp>
      <p:cxnSp>
        <p:nvCxnSpPr>
          <p:cNvPr id="78" name="Google Shape;78;p8"/>
          <p:cNvCxnSpPr/>
          <p:nvPr/>
        </p:nvCxnSpPr>
        <p:spPr>
          <a:xfrm>
            <a:off x="4688725" y="4555322"/>
            <a:ext cx="3912600" cy="0"/>
          </a:xfrm>
          <a:prstGeom prst="straightConnector1">
            <a:avLst/>
          </a:prstGeom>
          <a:noFill/>
          <a:ln cap="flat" cmpd="sng" w="9525">
            <a:solidFill>
              <a:srgbClr val="FFFFFF"/>
            </a:solidFill>
            <a:prstDash val="solid"/>
            <a:round/>
            <a:headEnd len="med" w="med" type="none"/>
            <a:tailEnd len="med" w="med" type="none"/>
          </a:ln>
        </p:spPr>
      </p:cxnSp>
      <p:sp>
        <p:nvSpPr>
          <p:cNvPr id="79" name="Google Shape;79;p8"/>
          <p:cNvSpPr txBox="1"/>
          <p:nvPr>
            <p:ph idx="2" type="subTitle"/>
          </p:nvPr>
        </p:nvSpPr>
        <p:spPr>
          <a:xfrm>
            <a:off x="4688725"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pic>
        <p:nvPicPr>
          <p:cNvPr id="80" name="Google Shape;80;p8"/>
          <p:cNvPicPr preferRelativeResize="0"/>
          <p:nvPr/>
        </p:nvPicPr>
        <p:blipFill>
          <a:blip r:embed="rId2">
            <a:alphaModFix/>
          </a:blip>
          <a:stretch>
            <a:fillRect/>
          </a:stretch>
        </p:blipFill>
        <p:spPr>
          <a:xfrm>
            <a:off x="4691325" y="525445"/>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02">
  <p:cSld name="BLANK_2_2_1">
    <p:bg>
      <p:bgPr>
        <a:solidFill>
          <a:schemeClr val="lt1"/>
        </a:solidFill>
      </p:bgPr>
    </p:bg>
    <p:spTree>
      <p:nvGrpSpPr>
        <p:cNvPr id="81" name="Shape 81"/>
        <p:cNvGrpSpPr/>
        <p:nvPr/>
      </p:nvGrpSpPr>
      <p:grpSpPr>
        <a:xfrm>
          <a:off x="0" y="0"/>
          <a:ext cx="0" cy="0"/>
          <a:chOff x="0" y="0"/>
          <a:chExt cx="0" cy="0"/>
        </a:xfrm>
      </p:grpSpPr>
      <p:sp>
        <p:nvSpPr>
          <p:cNvPr id="82" name="Google Shape;82;p9"/>
          <p:cNvSpPr txBox="1"/>
          <p:nvPr>
            <p:ph type="ctrTitle"/>
          </p:nvPr>
        </p:nvSpPr>
        <p:spPr>
          <a:xfrm>
            <a:off x="545450"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dk1"/>
              </a:buClr>
              <a:buSzPts val="3400"/>
              <a:buNone/>
              <a:defRPr sz="3400">
                <a:solidFill>
                  <a:schemeClr val="dk1"/>
                </a:solidFill>
              </a:defRPr>
            </a:lvl1pPr>
            <a:lvl2pPr lvl="1" rtl="0">
              <a:spcBef>
                <a:spcPts val="0"/>
              </a:spcBef>
              <a:spcAft>
                <a:spcPts val="0"/>
              </a:spcAft>
              <a:buClr>
                <a:schemeClr val="dk1"/>
              </a:buClr>
              <a:buSzPts val="4400"/>
              <a:buNone/>
              <a:defRPr sz="4400">
                <a:solidFill>
                  <a:schemeClr val="dk1"/>
                </a:solidFill>
              </a:defRPr>
            </a:lvl2pPr>
            <a:lvl3pPr lvl="2" rtl="0">
              <a:spcBef>
                <a:spcPts val="0"/>
              </a:spcBef>
              <a:spcAft>
                <a:spcPts val="0"/>
              </a:spcAft>
              <a:buClr>
                <a:schemeClr val="dk1"/>
              </a:buClr>
              <a:buSzPts val="4400"/>
              <a:buNone/>
              <a:defRPr sz="4400">
                <a:solidFill>
                  <a:schemeClr val="dk1"/>
                </a:solidFill>
              </a:defRPr>
            </a:lvl3pPr>
            <a:lvl4pPr lvl="3" rtl="0">
              <a:spcBef>
                <a:spcPts val="0"/>
              </a:spcBef>
              <a:spcAft>
                <a:spcPts val="0"/>
              </a:spcAft>
              <a:buClr>
                <a:schemeClr val="dk1"/>
              </a:buClr>
              <a:buSzPts val="4400"/>
              <a:buNone/>
              <a:defRPr sz="4400">
                <a:solidFill>
                  <a:schemeClr val="dk1"/>
                </a:solidFill>
              </a:defRPr>
            </a:lvl4pPr>
            <a:lvl5pPr lvl="4" rtl="0">
              <a:spcBef>
                <a:spcPts val="0"/>
              </a:spcBef>
              <a:spcAft>
                <a:spcPts val="0"/>
              </a:spcAft>
              <a:buClr>
                <a:schemeClr val="dk1"/>
              </a:buClr>
              <a:buSzPts val="4400"/>
              <a:buNone/>
              <a:defRPr sz="4400">
                <a:solidFill>
                  <a:schemeClr val="dk1"/>
                </a:solidFill>
              </a:defRPr>
            </a:lvl5pPr>
            <a:lvl6pPr lvl="5" rtl="0">
              <a:spcBef>
                <a:spcPts val="0"/>
              </a:spcBef>
              <a:spcAft>
                <a:spcPts val="0"/>
              </a:spcAft>
              <a:buClr>
                <a:schemeClr val="dk1"/>
              </a:buClr>
              <a:buSzPts val="4400"/>
              <a:buNone/>
              <a:defRPr sz="4400">
                <a:solidFill>
                  <a:schemeClr val="dk1"/>
                </a:solidFill>
              </a:defRPr>
            </a:lvl6pPr>
            <a:lvl7pPr lvl="6" rtl="0">
              <a:spcBef>
                <a:spcPts val="0"/>
              </a:spcBef>
              <a:spcAft>
                <a:spcPts val="0"/>
              </a:spcAft>
              <a:buClr>
                <a:schemeClr val="dk1"/>
              </a:buClr>
              <a:buSzPts val="4400"/>
              <a:buNone/>
              <a:defRPr sz="4400">
                <a:solidFill>
                  <a:schemeClr val="dk1"/>
                </a:solidFill>
              </a:defRPr>
            </a:lvl7pPr>
            <a:lvl8pPr lvl="7" rtl="0">
              <a:spcBef>
                <a:spcPts val="0"/>
              </a:spcBef>
              <a:spcAft>
                <a:spcPts val="0"/>
              </a:spcAft>
              <a:buClr>
                <a:schemeClr val="dk1"/>
              </a:buClr>
              <a:buSzPts val="4400"/>
              <a:buNone/>
              <a:defRPr sz="4400">
                <a:solidFill>
                  <a:schemeClr val="dk1"/>
                </a:solidFill>
              </a:defRPr>
            </a:lvl8pPr>
            <a:lvl9pPr lvl="8" rtl="0">
              <a:spcBef>
                <a:spcPts val="0"/>
              </a:spcBef>
              <a:spcAft>
                <a:spcPts val="0"/>
              </a:spcAft>
              <a:buClr>
                <a:schemeClr val="dk1"/>
              </a:buClr>
              <a:buSzPts val="4400"/>
              <a:buNone/>
              <a:defRPr sz="4400">
                <a:solidFill>
                  <a:schemeClr val="dk1"/>
                </a:solidFill>
              </a:defRPr>
            </a:lvl9pPr>
          </a:lstStyle>
          <a:p/>
        </p:txBody>
      </p:sp>
      <p:cxnSp>
        <p:nvCxnSpPr>
          <p:cNvPr id="83" name="Google Shape;83;p9"/>
          <p:cNvCxnSpPr/>
          <p:nvPr/>
        </p:nvCxnSpPr>
        <p:spPr>
          <a:xfrm>
            <a:off x="545450" y="4555322"/>
            <a:ext cx="3912600" cy="0"/>
          </a:xfrm>
          <a:prstGeom prst="straightConnector1">
            <a:avLst/>
          </a:prstGeom>
          <a:noFill/>
          <a:ln cap="flat" cmpd="sng" w="9525">
            <a:solidFill>
              <a:schemeClr val="dk1"/>
            </a:solidFill>
            <a:prstDash val="solid"/>
            <a:round/>
            <a:headEnd len="med" w="med" type="none"/>
            <a:tailEnd len="med" w="med" type="none"/>
          </a:ln>
        </p:spPr>
      </p:cxnSp>
      <p:sp>
        <p:nvSpPr>
          <p:cNvPr id="84" name="Google Shape;84;p9"/>
          <p:cNvSpPr txBox="1"/>
          <p:nvPr>
            <p:ph idx="1" type="subTitle"/>
          </p:nvPr>
        </p:nvSpPr>
        <p:spPr>
          <a:xfrm>
            <a:off x="54545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b="1" sz="6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cxnSp>
        <p:nvCxnSpPr>
          <p:cNvPr id="85" name="Google Shape;85;p9"/>
          <p:cNvCxnSpPr/>
          <p:nvPr/>
        </p:nvCxnSpPr>
        <p:spPr>
          <a:xfrm flipH="1" rot="10800000">
            <a:off x="545450" y="361350"/>
            <a:ext cx="3909900" cy="6900"/>
          </a:xfrm>
          <a:prstGeom prst="straightConnector1">
            <a:avLst/>
          </a:prstGeom>
          <a:noFill/>
          <a:ln cap="flat" cmpd="sng" w="9525">
            <a:solidFill>
              <a:srgbClr val="131313"/>
            </a:solidFill>
            <a:prstDash val="solid"/>
            <a:round/>
            <a:headEnd len="med" w="med" type="none"/>
            <a:tailEnd len="med" w="med" type="none"/>
          </a:ln>
        </p:spPr>
      </p:cxnSp>
      <p:cxnSp>
        <p:nvCxnSpPr>
          <p:cNvPr id="86" name="Google Shape;86;p9"/>
          <p:cNvCxnSpPr/>
          <p:nvPr/>
        </p:nvCxnSpPr>
        <p:spPr>
          <a:xfrm flipH="1" rot="10800000">
            <a:off x="545450" y="842850"/>
            <a:ext cx="3909900" cy="6900"/>
          </a:xfrm>
          <a:prstGeom prst="straightConnector1">
            <a:avLst/>
          </a:prstGeom>
          <a:noFill/>
          <a:ln cap="flat" cmpd="sng" w="9525">
            <a:solidFill>
              <a:srgbClr val="131313"/>
            </a:solidFill>
            <a:prstDash val="solid"/>
            <a:round/>
            <a:headEnd len="med" w="med" type="none"/>
            <a:tailEnd len="med" w="med" type="none"/>
          </a:ln>
        </p:spPr>
      </p:cxnSp>
      <p:sp>
        <p:nvSpPr>
          <p:cNvPr id="87" name="Google Shape;87;p9"/>
          <p:cNvSpPr txBox="1"/>
          <p:nvPr>
            <p:ph idx="2" type="subTitle"/>
          </p:nvPr>
        </p:nvSpPr>
        <p:spPr>
          <a:xfrm>
            <a:off x="1926550"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chemeClr val="dk1"/>
              </a:buClr>
              <a:buSzPts val="800"/>
              <a:buNone/>
              <a:defRPr b="1" sz="800">
                <a:solidFill>
                  <a:schemeClr val="dk1"/>
                </a:solidFill>
              </a:defRPr>
            </a:lvl1pPr>
            <a:lvl2pPr lvl="1" rtl="0" algn="r">
              <a:lnSpc>
                <a:spcPct val="100000"/>
              </a:lnSpc>
              <a:spcBef>
                <a:spcPts val="0"/>
              </a:spcBef>
              <a:spcAft>
                <a:spcPts val="0"/>
              </a:spcAft>
              <a:buClr>
                <a:schemeClr val="dk1"/>
              </a:buClr>
              <a:buSzPts val="1000"/>
              <a:buNone/>
              <a:defRPr b="1" sz="1000">
                <a:solidFill>
                  <a:schemeClr val="dk1"/>
                </a:solidFill>
              </a:defRPr>
            </a:lvl2pPr>
            <a:lvl3pPr lvl="2" rtl="0" algn="r">
              <a:lnSpc>
                <a:spcPct val="100000"/>
              </a:lnSpc>
              <a:spcBef>
                <a:spcPts val="0"/>
              </a:spcBef>
              <a:spcAft>
                <a:spcPts val="0"/>
              </a:spcAft>
              <a:buClr>
                <a:schemeClr val="dk1"/>
              </a:buClr>
              <a:buSzPts val="1000"/>
              <a:buNone/>
              <a:defRPr b="1" sz="1000">
                <a:solidFill>
                  <a:schemeClr val="dk1"/>
                </a:solidFill>
              </a:defRPr>
            </a:lvl3pPr>
            <a:lvl4pPr lvl="3" rtl="0" algn="r">
              <a:lnSpc>
                <a:spcPct val="100000"/>
              </a:lnSpc>
              <a:spcBef>
                <a:spcPts val="0"/>
              </a:spcBef>
              <a:spcAft>
                <a:spcPts val="0"/>
              </a:spcAft>
              <a:buClr>
                <a:schemeClr val="dk1"/>
              </a:buClr>
              <a:buSzPts val="1000"/>
              <a:buNone/>
              <a:defRPr b="1" sz="1000">
                <a:solidFill>
                  <a:schemeClr val="dk1"/>
                </a:solidFill>
              </a:defRPr>
            </a:lvl4pPr>
            <a:lvl5pPr lvl="4" rtl="0" algn="r">
              <a:lnSpc>
                <a:spcPct val="100000"/>
              </a:lnSpc>
              <a:spcBef>
                <a:spcPts val="0"/>
              </a:spcBef>
              <a:spcAft>
                <a:spcPts val="0"/>
              </a:spcAft>
              <a:buClr>
                <a:schemeClr val="dk1"/>
              </a:buClr>
              <a:buSzPts val="1000"/>
              <a:buNone/>
              <a:defRPr b="1" sz="1000">
                <a:solidFill>
                  <a:schemeClr val="dk1"/>
                </a:solidFill>
              </a:defRPr>
            </a:lvl5pPr>
            <a:lvl6pPr lvl="5" rtl="0" algn="r">
              <a:lnSpc>
                <a:spcPct val="100000"/>
              </a:lnSpc>
              <a:spcBef>
                <a:spcPts val="0"/>
              </a:spcBef>
              <a:spcAft>
                <a:spcPts val="0"/>
              </a:spcAft>
              <a:buClr>
                <a:schemeClr val="dk1"/>
              </a:buClr>
              <a:buSzPts val="1000"/>
              <a:buNone/>
              <a:defRPr b="1" sz="1000">
                <a:solidFill>
                  <a:schemeClr val="dk1"/>
                </a:solidFill>
              </a:defRPr>
            </a:lvl6pPr>
            <a:lvl7pPr lvl="6" rtl="0" algn="r">
              <a:lnSpc>
                <a:spcPct val="100000"/>
              </a:lnSpc>
              <a:spcBef>
                <a:spcPts val="0"/>
              </a:spcBef>
              <a:spcAft>
                <a:spcPts val="0"/>
              </a:spcAft>
              <a:buClr>
                <a:schemeClr val="dk1"/>
              </a:buClr>
              <a:buSzPts val="1000"/>
              <a:buNone/>
              <a:defRPr b="1" sz="1000">
                <a:solidFill>
                  <a:schemeClr val="dk1"/>
                </a:solidFill>
              </a:defRPr>
            </a:lvl7pPr>
            <a:lvl8pPr lvl="7" rtl="0" algn="r">
              <a:lnSpc>
                <a:spcPct val="100000"/>
              </a:lnSpc>
              <a:spcBef>
                <a:spcPts val="0"/>
              </a:spcBef>
              <a:spcAft>
                <a:spcPts val="0"/>
              </a:spcAft>
              <a:buClr>
                <a:schemeClr val="dk1"/>
              </a:buClr>
              <a:buSzPts val="1000"/>
              <a:buNone/>
              <a:defRPr b="1" sz="1000">
                <a:solidFill>
                  <a:schemeClr val="dk1"/>
                </a:solidFill>
              </a:defRPr>
            </a:lvl8pPr>
            <a:lvl9pPr lvl="8" rtl="0" algn="r">
              <a:lnSpc>
                <a:spcPct val="100000"/>
              </a:lnSpc>
              <a:spcBef>
                <a:spcPts val="0"/>
              </a:spcBef>
              <a:spcAft>
                <a:spcPts val="0"/>
              </a:spcAft>
              <a:buClr>
                <a:schemeClr val="dk1"/>
              </a:buClr>
              <a:buSzPts val="1000"/>
              <a:buNone/>
              <a:defRPr b="1" sz="1000">
                <a:solidFill>
                  <a:schemeClr val="dk1"/>
                </a:solidFill>
              </a:defRPr>
            </a:lvl9pPr>
          </a:lstStyle>
          <a:p/>
        </p:txBody>
      </p:sp>
      <p:pic>
        <p:nvPicPr>
          <p:cNvPr id="88" name="Google Shape;88;p9"/>
          <p:cNvPicPr preferRelativeResize="0"/>
          <p:nvPr/>
        </p:nvPicPr>
        <p:blipFill>
          <a:blip r:embed="rId2">
            <a:alphaModFix/>
          </a:blip>
          <a:stretch>
            <a:fillRect/>
          </a:stretch>
        </p:blipFill>
        <p:spPr>
          <a:xfrm>
            <a:off x="545450" y="525379"/>
            <a:ext cx="650950" cy="160197"/>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03">
  <p:cSld name="BLANK_2_2_1_1">
    <p:bg>
      <p:bgPr>
        <a:solidFill>
          <a:schemeClr val="lt1"/>
        </a:solidFill>
      </p:bgPr>
    </p:bg>
    <p:spTree>
      <p:nvGrpSpPr>
        <p:cNvPr id="89" name="Shape 89"/>
        <p:cNvGrpSpPr/>
        <p:nvPr/>
      </p:nvGrpSpPr>
      <p:grpSpPr>
        <a:xfrm>
          <a:off x="0" y="0"/>
          <a:ext cx="0" cy="0"/>
          <a:chOff x="0" y="0"/>
          <a:chExt cx="0" cy="0"/>
        </a:xfrm>
      </p:grpSpPr>
      <p:sp>
        <p:nvSpPr>
          <p:cNvPr id="90" name="Google Shape;90;p10"/>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dk1"/>
              </a:buClr>
              <a:buSzPts val="3400"/>
              <a:buNone/>
              <a:defRPr sz="3400">
                <a:solidFill>
                  <a:schemeClr val="dk1"/>
                </a:solidFill>
              </a:defRPr>
            </a:lvl1pPr>
            <a:lvl2pPr lvl="1" rtl="0">
              <a:spcBef>
                <a:spcPts val="0"/>
              </a:spcBef>
              <a:spcAft>
                <a:spcPts val="0"/>
              </a:spcAft>
              <a:buClr>
                <a:schemeClr val="dk1"/>
              </a:buClr>
              <a:buSzPts val="4400"/>
              <a:buNone/>
              <a:defRPr sz="4400">
                <a:solidFill>
                  <a:schemeClr val="dk1"/>
                </a:solidFill>
              </a:defRPr>
            </a:lvl2pPr>
            <a:lvl3pPr lvl="2" rtl="0">
              <a:spcBef>
                <a:spcPts val="0"/>
              </a:spcBef>
              <a:spcAft>
                <a:spcPts val="0"/>
              </a:spcAft>
              <a:buClr>
                <a:schemeClr val="dk1"/>
              </a:buClr>
              <a:buSzPts val="4400"/>
              <a:buNone/>
              <a:defRPr sz="4400">
                <a:solidFill>
                  <a:schemeClr val="dk1"/>
                </a:solidFill>
              </a:defRPr>
            </a:lvl3pPr>
            <a:lvl4pPr lvl="3" rtl="0">
              <a:spcBef>
                <a:spcPts val="0"/>
              </a:spcBef>
              <a:spcAft>
                <a:spcPts val="0"/>
              </a:spcAft>
              <a:buClr>
                <a:schemeClr val="dk1"/>
              </a:buClr>
              <a:buSzPts val="4400"/>
              <a:buNone/>
              <a:defRPr sz="4400">
                <a:solidFill>
                  <a:schemeClr val="dk1"/>
                </a:solidFill>
              </a:defRPr>
            </a:lvl4pPr>
            <a:lvl5pPr lvl="4" rtl="0">
              <a:spcBef>
                <a:spcPts val="0"/>
              </a:spcBef>
              <a:spcAft>
                <a:spcPts val="0"/>
              </a:spcAft>
              <a:buClr>
                <a:schemeClr val="dk1"/>
              </a:buClr>
              <a:buSzPts val="4400"/>
              <a:buNone/>
              <a:defRPr sz="4400">
                <a:solidFill>
                  <a:schemeClr val="dk1"/>
                </a:solidFill>
              </a:defRPr>
            </a:lvl5pPr>
            <a:lvl6pPr lvl="5" rtl="0">
              <a:spcBef>
                <a:spcPts val="0"/>
              </a:spcBef>
              <a:spcAft>
                <a:spcPts val="0"/>
              </a:spcAft>
              <a:buClr>
                <a:schemeClr val="dk1"/>
              </a:buClr>
              <a:buSzPts val="4400"/>
              <a:buNone/>
              <a:defRPr sz="4400">
                <a:solidFill>
                  <a:schemeClr val="dk1"/>
                </a:solidFill>
              </a:defRPr>
            </a:lvl6pPr>
            <a:lvl7pPr lvl="6" rtl="0">
              <a:spcBef>
                <a:spcPts val="0"/>
              </a:spcBef>
              <a:spcAft>
                <a:spcPts val="0"/>
              </a:spcAft>
              <a:buClr>
                <a:schemeClr val="dk1"/>
              </a:buClr>
              <a:buSzPts val="4400"/>
              <a:buNone/>
              <a:defRPr sz="4400">
                <a:solidFill>
                  <a:schemeClr val="dk1"/>
                </a:solidFill>
              </a:defRPr>
            </a:lvl7pPr>
            <a:lvl8pPr lvl="7" rtl="0">
              <a:spcBef>
                <a:spcPts val="0"/>
              </a:spcBef>
              <a:spcAft>
                <a:spcPts val="0"/>
              </a:spcAft>
              <a:buClr>
                <a:schemeClr val="dk1"/>
              </a:buClr>
              <a:buSzPts val="4400"/>
              <a:buNone/>
              <a:defRPr sz="4400">
                <a:solidFill>
                  <a:schemeClr val="dk1"/>
                </a:solidFill>
              </a:defRPr>
            </a:lvl8pPr>
            <a:lvl9pPr lvl="8" rtl="0">
              <a:spcBef>
                <a:spcPts val="0"/>
              </a:spcBef>
              <a:spcAft>
                <a:spcPts val="0"/>
              </a:spcAft>
              <a:buClr>
                <a:schemeClr val="dk1"/>
              </a:buClr>
              <a:buSzPts val="4400"/>
              <a:buNone/>
              <a:defRPr sz="4400">
                <a:solidFill>
                  <a:schemeClr val="dk1"/>
                </a:solidFill>
              </a:defRPr>
            </a:lvl9pPr>
          </a:lstStyle>
          <a:p/>
        </p:txBody>
      </p:sp>
      <p:cxnSp>
        <p:nvCxnSpPr>
          <p:cNvPr id="91" name="Google Shape;91;p10"/>
          <p:cNvCxnSpPr/>
          <p:nvPr/>
        </p:nvCxnSpPr>
        <p:spPr>
          <a:xfrm>
            <a:off x="4688725" y="4555322"/>
            <a:ext cx="3912600" cy="0"/>
          </a:xfrm>
          <a:prstGeom prst="straightConnector1">
            <a:avLst/>
          </a:prstGeom>
          <a:noFill/>
          <a:ln cap="flat" cmpd="sng" w="9525">
            <a:solidFill>
              <a:schemeClr val="dk1"/>
            </a:solidFill>
            <a:prstDash val="solid"/>
            <a:round/>
            <a:headEnd len="med" w="med" type="none"/>
            <a:tailEnd len="med" w="med" type="none"/>
          </a:ln>
        </p:spPr>
      </p:cxnSp>
      <p:sp>
        <p:nvSpPr>
          <p:cNvPr id="92" name="Google Shape;92;p10"/>
          <p:cNvSpPr txBox="1"/>
          <p:nvPr>
            <p:ph idx="1" type="subTitle"/>
          </p:nvPr>
        </p:nvSpPr>
        <p:spPr>
          <a:xfrm>
            <a:off x="4688725"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b="1" sz="6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cxnSp>
        <p:nvCxnSpPr>
          <p:cNvPr id="93" name="Google Shape;93;p10"/>
          <p:cNvCxnSpPr/>
          <p:nvPr/>
        </p:nvCxnSpPr>
        <p:spPr>
          <a:xfrm flipH="1" rot="10800000">
            <a:off x="4688725" y="361350"/>
            <a:ext cx="3909900" cy="6900"/>
          </a:xfrm>
          <a:prstGeom prst="straightConnector1">
            <a:avLst/>
          </a:prstGeom>
          <a:noFill/>
          <a:ln cap="flat" cmpd="sng" w="9525">
            <a:solidFill>
              <a:srgbClr val="131313"/>
            </a:solidFill>
            <a:prstDash val="solid"/>
            <a:round/>
            <a:headEnd len="med" w="med" type="none"/>
            <a:tailEnd len="med" w="med" type="none"/>
          </a:ln>
        </p:spPr>
      </p:cxnSp>
      <p:cxnSp>
        <p:nvCxnSpPr>
          <p:cNvPr id="94" name="Google Shape;94;p10"/>
          <p:cNvCxnSpPr/>
          <p:nvPr/>
        </p:nvCxnSpPr>
        <p:spPr>
          <a:xfrm flipH="1" rot="10800000">
            <a:off x="4688725" y="842850"/>
            <a:ext cx="3909900" cy="6900"/>
          </a:xfrm>
          <a:prstGeom prst="straightConnector1">
            <a:avLst/>
          </a:prstGeom>
          <a:noFill/>
          <a:ln cap="flat" cmpd="sng" w="9525">
            <a:solidFill>
              <a:srgbClr val="131313"/>
            </a:solidFill>
            <a:prstDash val="solid"/>
            <a:round/>
            <a:headEnd len="med" w="med" type="none"/>
            <a:tailEnd len="med" w="med" type="none"/>
          </a:ln>
        </p:spPr>
      </p:cxnSp>
      <p:sp>
        <p:nvSpPr>
          <p:cNvPr id="95" name="Google Shape;95;p10"/>
          <p:cNvSpPr txBox="1"/>
          <p:nvPr>
            <p:ph idx="2" type="subTitle"/>
          </p:nvPr>
        </p:nvSpPr>
        <p:spPr>
          <a:xfrm>
            <a:off x="6069825"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chemeClr val="dk1"/>
              </a:buClr>
              <a:buSzPts val="800"/>
              <a:buNone/>
              <a:defRPr b="1" sz="800">
                <a:solidFill>
                  <a:schemeClr val="dk1"/>
                </a:solidFill>
              </a:defRPr>
            </a:lvl1pPr>
            <a:lvl2pPr lvl="1" rtl="0" algn="r">
              <a:lnSpc>
                <a:spcPct val="100000"/>
              </a:lnSpc>
              <a:spcBef>
                <a:spcPts val="0"/>
              </a:spcBef>
              <a:spcAft>
                <a:spcPts val="0"/>
              </a:spcAft>
              <a:buClr>
                <a:schemeClr val="dk1"/>
              </a:buClr>
              <a:buSzPts val="1000"/>
              <a:buNone/>
              <a:defRPr b="1" sz="1000">
                <a:solidFill>
                  <a:schemeClr val="dk1"/>
                </a:solidFill>
              </a:defRPr>
            </a:lvl2pPr>
            <a:lvl3pPr lvl="2" rtl="0" algn="r">
              <a:lnSpc>
                <a:spcPct val="100000"/>
              </a:lnSpc>
              <a:spcBef>
                <a:spcPts val="0"/>
              </a:spcBef>
              <a:spcAft>
                <a:spcPts val="0"/>
              </a:spcAft>
              <a:buClr>
                <a:schemeClr val="dk1"/>
              </a:buClr>
              <a:buSzPts val="1000"/>
              <a:buNone/>
              <a:defRPr b="1" sz="1000">
                <a:solidFill>
                  <a:schemeClr val="dk1"/>
                </a:solidFill>
              </a:defRPr>
            </a:lvl3pPr>
            <a:lvl4pPr lvl="3" rtl="0" algn="r">
              <a:lnSpc>
                <a:spcPct val="100000"/>
              </a:lnSpc>
              <a:spcBef>
                <a:spcPts val="0"/>
              </a:spcBef>
              <a:spcAft>
                <a:spcPts val="0"/>
              </a:spcAft>
              <a:buClr>
                <a:schemeClr val="dk1"/>
              </a:buClr>
              <a:buSzPts val="1000"/>
              <a:buNone/>
              <a:defRPr b="1" sz="1000">
                <a:solidFill>
                  <a:schemeClr val="dk1"/>
                </a:solidFill>
              </a:defRPr>
            </a:lvl4pPr>
            <a:lvl5pPr lvl="4" rtl="0" algn="r">
              <a:lnSpc>
                <a:spcPct val="100000"/>
              </a:lnSpc>
              <a:spcBef>
                <a:spcPts val="0"/>
              </a:spcBef>
              <a:spcAft>
                <a:spcPts val="0"/>
              </a:spcAft>
              <a:buClr>
                <a:schemeClr val="dk1"/>
              </a:buClr>
              <a:buSzPts val="1000"/>
              <a:buNone/>
              <a:defRPr b="1" sz="1000">
                <a:solidFill>
                  <a:schemeClr val="dk1"/>
                </a:solidFill>
              </a:defRPr>
            </a:lvl5pPr>
            <a:lvl6pPr lvl="5" rtl="0" algn="r">
              <a:lnSpc>
                <a:spcPct val="100000"/>
              </a:lnSpc>
              <a:spcBef>
                <a:spcPts val="0"/>
              </a:spcBef>
              <a:spcAft>
                <a:spcPts val="0"/>
              </a:spcAft>
              <a:buClr>
                <a:schemeClr val="dk1"/>
              </a:buClr>
              <a:buSzPts val="1000"/>
              <a:buNone/>
              <a:defRPr b="1" sz="1000">
                <a:solidFill>
                  <a:schemeClr val="dk1"/>
                </a:solidFill>
              </a:defRPr>
            </a:lvl6pPr>
            <a:lvl7pPr lvl="6" rtl="0" algn="r">
              <a:lnSpc>
                <a:spcPct val="100000"/>
              </a:lnSpc>
              <a:spcBef>
                <a:spcPts val="0"/>
              </a:spcBef>
              <a:spcAft>
                <a:spcPts val="0"/>
              </a:spcAft>
              <a:buClr>
                <a:schemeClr val="dk1"/>
              </a:buClr>
              <a:buSzPts val="1000"/>
              <a:buNone/>
              <a:defRPr b="1" sz="1000">
                <a:solidFill>
                  <a:schemeClr val="dk1"/>
                </a:solidFill>
              </a:defRPr>
            </a:lvl7pPr>
            <a:lvl8pPr lvl="7" rtl="0" algn="r">
              <a:lnSpc>
                <a:spcPct val="100000"/>
              </a:lnSpc>
              <a:spcBef>
                <a:spcPts val="0"/>
              </a:spcBef>
              <a:spcAft>
                <a:spcPts val="0"/>
              </a:spcAft>
              <a:buClr>
                <a:schemeClr val="dk1"/>
              </a:buClr>
              <a:buSzPts val="1000"/>
              <a:buNone/>
              <a:defRPr b="1" sz="1000">
                <a:solidFill>
                  <a:schemeClr val="dk1"/>
                </a:solidFill>
              </a:defRPr>
            </a:lvl8pPr>
            <a:lvl9pPr lvl="8" rtl="0" algn="r">
              <a:lnSpc>
                <a:spcPct val="100000"/>
              </a:lnSpc>
              <a:spcBef>
                <a:spcPts val="0"/>
              </a:spcBef>
              <a:spcAft>
                <a:spcPts val="0"/>
              </a:spcAft>
              <a:buClr>
                <a:schemeClr val="dk1"/>
              </a:buClr>
              <a:buSzPts val="1000"/>
              <a:buNone/>
              <a:defRPr b="1" sz="1000">
                <a:solidFill>
                  <a:schemeClr val="dk1"/>
                </a:solidFill>
              </a:defRPr>
            </a:lvl9pPr>
          </a:lstStyle>
          <a:p/>
        </p:txBody>
      </p:sp>
      <p:pic>
        <p:nvPicPr>
          <p:cNvPr id="96" name="Google Shape;96;p10"/>
          <p:cNvPicPr preferRelativeResize="0"/>
          <p:nvPr/>
        </p:nvPicPr>
        <p:blipFill>
          <a:blip r:embed="rId2">
            <a:alphaModFix/>
          </a:blip>
          <a:stretch>
            <a:fillRect/>
          </a:stretch>
        </p:blipFill>
        <p:spPr>
          <a:xfrm>
            <a:off x="4691338" y="525379"/>
            <a:ext cx="650950" cy="160197"/>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COVER">
  <p:cSld name="BLANK_2_1">
    <p:bg>
      <p:bgPr>
        <a:solidFill>
          <a:srgbClr val="131313"/>
        </a:solidFill>
      </p:bgPr>
    </p:bg>
    <p:spTree>
      <p:nvGrpSpPr>
        <p:cNvPr id="97" name="Shape 97"/>
        <p:cNvGrpSpPr/>
        <p:nvPr/>
      </p:nvGrpSpPr>
      <p:grpSpPr>
        <a:xfrm>
          <a:off x="0" y="0"/>
          <a:ext cx="0" cy="0"/>
          <a:chOff x="0" y="0"/>
          <a:chExt cx="0" cy="0"/>
        </a:xfrm>
      </p:grpSpPr>
      <p:sp>
        <p:nvSpPr>
          <p:cNvPr id="98" name="Google Shape;98;p11"/>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99" name="Google Shape;99;p11"/>
          <p:cNvCxnSpPr/>
          <p:nvPr/>
        </p:nvCxnSpPr>
        <p:spPr>
          <a:xfrm flipH="1" rot="10800000">
            <a:off x="4688725" y="361350"/>
            <a:ext cx="3909900" cy="6900"/>
          </a:xfrm>
          <a:prstGeom prst="straightConnector1">
            <a:avLst/>
          </a:prstGeom>
          <a:noFill/>
          <a:ln cap="flat" cmpd="sng" w="9525">
            <a:solidFill>
              <a:srgbClr val="FFFFFF"/>
            </a:solidFill>
            <a:prstDash val="solid"/>
            <a:round/>
            <a:headEnd len="med" w="med" type="none"/>
            <a:tailEnd len="med" w="med" type="none"/>
          </a:ln>
        </p:spPr>
      </p:cxnSp>
      <p:cxnSp>
        <p:nvCxnSpPr>
          <p:cNvPr id="100" name="Google Shape;100;p11"/>
          <p:cNvCxnSpPr/>
          <p:nvPr/>
        </p:nvCxnSpPr>
        <p:spPr>
          <a:xfrm flipH="1" rot="10800000">
            <a:off x="4688725" y="842850"/>
            <a:ext cx="3909900" cy="6900"/>
          </a:xfrm>
          <a:prstGeom prst="straightConnector1">
            <a:avLst/>
          </a:prstGeom>
          <a:noFill/>
          <a:ln cap="flat" cmpd="sng" w="9525">
            <a:solidFill>
              <a:srgbClr val="FFFFFF"/>
            </a:solidFill>
            <a:prstDash val="solid"/>
            <a:round/>
            <a:headEnd len="med" w="med" type="none"/>
            <a:tailEnd len="med" w="med" type="none"/>
          </a:ln>
        </p:spPr>
      </p:cxnSp>
      <p:sp>
        <p:nvSpPr>
          <p:cNvPr id="101" name="Google Shape;101;p11"/>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rgbClr val="FFFFFF"/>
              </a:buClr>
              <a:buSzPts val="800"/>
              <a:buNone/>
              <a:defRPr b="1" sz="800">
                <a:solidFill>
                  <a:srgbClr val="FFFFFF"/>
                </a:solidFill>
              </a:defRPr>
            </a:lvl1pPr>
            <a:lvl2pPr lvl="1" rtl="0" algn="r">
              <a:lnSpc>
                <a:spcPct val="100000"/>
              </a:lnSpc>
              <a:spcBef>
                <a:spcPts val="0"/>
              </a:spcBef>
              <a:spcAft>
                <a:spcPts val="0"/>
              </a:spcAft>
              <a:buClr>
                <a:srgbClr val="FFFFFF"/>
              </a:buClr>
              <a:buSzPts val="1000"/>
              <a:buNone/>
              <a:defRPr b="1" sz="1000">
                <a:solidFill>
                  <a:srgbClr val="FFFFFF"/>
                </a:solidFill>
              </a:defRPr>
            </a:lvl2pPr>
            <a:lvl3pPr lvl="2" rtl="0" algn="r">
              <a:lnSpc>
                <a:spcPct val="100000"/>
              </a:lnSpc>
              <a:spcBef>
                <a:spcPts val="0"/>
              </a:spcBef>
              <a:spcAft>
                <a:spcPts val="0"/>
              </a:spcAft>
              <a:buClr>
                <a:srgbClr val="FFFFFF"/>
              </a:buClr>
              <a:buSzPts val="1000"/>
              <a:buNone/>
              <a:defRPr b="1" sz="1000">
                <a:solidFill>
                  <a:srgbClr val="FFFFFF"/>
                </a:solidFill>
              </a:defRPr>
            </a:lvl3pPr>
            <a:lvl4pPr lvl="3" rtl="0" algn="r">
              <a:lnSpc>
                <a:spcPct val="100000"/>
              </a:lnSpc>
              <a:spcBef>
                <a:spcPts val="0"/>
              </a:spcBef>
              <a:spcAft>
                <a:spcPts val="0"/>
              </a:spcAft>
              <a:buClr>
                <a:srgbClr val="FFFFFF"/>
              </a:buClr>
              <a:buSzPts val="1000"/>
              <a:buNone/>
              <a:defRPr b="1" sz="1000">
                <a:solidFill>
                  <a:srgbClr val="FFFFFF"/>
                </a:solidFill>
              </a:defRPr>
            </a:lvl4pPr>
            <a:lvl5pPr lvl="4" rtl="0" algn="r">
              <a:lnSpc>
                <a:spcPct val="100000"/>
              </a:lnSpc>
              <a:spcBef>
                <a:spcPts val="0"/>
              </a:spcBef>
              <a:spcAft>
                <a:spcPts val="0"/>
              </a:spcAft>
              <a:buClr>
                <a:srgbClr val="FFFFFF"/>
              </a:buClr>
              <a:buSzPts val="1000"/>
              <a:buNone/>
              <a:defRPr b="1" sz="1000">
                <a:solidFill>
                  <a:srgbClr val="FFFFFF"/>
                </a:solidFill>
              </a:defRPr>
            </a:lvl5pPr>
            <a:lvl6pPr lvl="5" rtl="0" algn="r">
              <a:lnSpc>
                <a:spcPct val="100000"/>
              </a:lnSpc>
              <a:spcBef>
                <a:spcPts val="0"/>
              </a:spcBef>
              <a:spcAft>
                <a:spcPts val="0"/>
              </a:spcAft>
              <a:buClr>
                <a:srgbClr val="FFFFFF"/>
              </a:buClr>
              <a:buSzPts val="1000"/>
              <a:buNone/>
              <a:defRPr b="1" sz="1000">
                <a:solidFill>
                  <a:srgbClr val="FFFFFF"/>
                </a:solidFill>
              </a:defRPr>
            </a:lvl6pPr>
            <a:lvl7pPr lvl="6" rtl="0" algn="r">
              <a:lnSpc>
                <a:spcPct val="100000"/>
              </a:lnSpc>
              <a:spcBef>
                <a:spcPts val="0"/>
              </a:spcBef>
              <a:spcAft>
                <a:spcPts val="0"/>
              </a:spcAft>
              <a:buClr>
                <a:srgbClr val="FFFFFF"/>
              </a:buClr>
              <a:buSzPts val="1000"/>
              <a:buNone/>
              <a:defRPr b="1" sz="1000">
                <a:solidFill>
                  <a:srgbClr val="FFFFFF"/>
                </a:solidFill>
              </a:defRPr>
            </a:lvl7pPr>
            <a:lvl8pPr lvl="7" rtl="0" algn="r">
              <a:lnSpc>
                <a:spcPct val="100000"/>
              </a:lnSpc>
              <a:spcBef>
                <a:spcPts val="0"/>
              </a:spcBef>
              <a:spcAft>
                <a:spcPts val="0"/>
              </a:spcAft>
              <a:buClr>
                <a:srgbClr val="FFFFFF"/>
              </a:buClr>
              <a:buSzPts val="1000"/>
              <a:buNone/>
              <a:defRPr b="1" sz="1000">
                <a:solidFill>
                  <a:srgbClr val="FFFFFF"/>
                </a:solidFill>
              </a:defRPr>
            </a:lvl8pPr>
            <a:lvl9pPr lvl="8" rtl="0" algn="r">
              <a:lnSpc>
                <a:spcPct val="100000"/>
              </a:lnSpc>
              <a:spcBef>
                <a:spcPts val="0"/>
              </a:spcBef>
              <a:spcAft>
                <a:spcPts val="0"/>
              </a:spcAft>
              <a:buClr>
                <a:srgbClr val="FFFFFF"/>
              </a:buClr>
              <a:buSzPts val="1000"/>
              <a:buNone/>
              <a:defRPr b="1" sz="1000">
                <a:solidFill>
                  <a:srgbClr val="FFFFFF"/>
                </a:solidFill>
              </a:defRPr>
            </a:lvl9pPr>
          </a:lstStyle>
          <a:p/>
        </p:txBody>
      </p:sp>
      <p:sp>
        <p:nvSpPr>
          <p:cNvPr id="102" name="Google Shape;102;p11"/>
          <p:cNvSpPr txBox="1"/>
          <p:nvPr>
            <p:ph idx="2" type="subTitle"/>
          </p:nvPr>
        </p:nvSpPr>
        <p:spPr>
          <a:xfrm>
            <a:off x="4688725" y="1287900"/>
            <a:ext cx="3909900" cy="160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cxnSp>
        <p:nvCxnSpPr>
          <p:cNvPr id="103" name="Google Shape;103;p11"/>
          <p:cNvCxnSpPr/>
          <p:nvPr/>
        </p:nvCxnSpPr>
        <p:spPr>
          <a:xfrm>
            <a:off x="4687525" y="4394822"/>
            <a:ext cx="3912300" cy="0"/>
          </a:xfrm>
          <a:prstGeom prst="straightConnector1">
            <a:avLst/>
          </a:prstGeom>
          <a:noFill/>
          <a:ln cap="flat" cmpd="sng" w="9525">
            <a:solidFill>
              <a:srgbClr val="FFFFFF"/>
            </a:solidFill>
            <a:prstDash val="solid"/>
            <a:round/>
            <a:headEnd len="med" w="med" type="none"/>
            <a:tailEnd len="med" w="med" type="none"/>
          </a:ln>
        </p:spPr>
      </p:cxnSp>
      <p:sp>
        <p:nvSpPr>
          <p:cNvPr id="104" name="Google Shape;104;p11"/>
          <p:cNvSpPr txBox="1"/>
          <p:nvPr>
            <p:ph idx="3" type="subTitle"/>
          </p:nvPr>
        </p:nvSpPr>
        <p:spPr>
          <a:xfrm>
            <a:off x="4687525"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05" name="Google Shape;105;p11"/>
          <p:cNvSpPr txBox="1"/>
          <p:nvPr>
            <p:ph idx="4" type="subTitle"/>
          </p:nvPr>
        </p:nvSpPr>
        <p:spPr>
          <a:xfrm>
            <a:off x="4687525"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sp>
        <p:nvSpPr>
          <p:cNvPr id="106" name="Google Shape;106;p11"/>
          <p:cNvSpPr txBox="1"/>
          <p:nvPr>
            <p:ph idx="5" type="subTitle"/>
          </p:nvPr>
        </p:nvSpPr>
        <p:spPr>
          <a:xfrm>
            <a:off x="6759163"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07" name="Google Shape;107;p11"/>
          <p:cNvSpPr txBox="1"/>
          <p:nvPr>
            <p:ph idx="6" type="subTitle"/>
          </p:nvPr>
        </p:nvSpPr>
        <p:spPr>
          <a:xfrm>
            <a:off x="6759163"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pic>
        <p:nvPicPr>
          <p:cNvPr id="108" name="Google Shape;108;p11"/>
          <p:cNvPicPr preferRelativeResize="0"/>
          <p:nvPr/>
        </p:nvPicPr>
        <p:blipFill>
          <a:blip r:embed="rId2">
            <a:alphaModFix/>
          </a:blip>
          <a:stretch>
            <a:fillRect/>
          </a:stretch>
        </p:blipFill>
        <p:spPr>
          <a:xfrm>
            <a:off x="4691325" y="525445"/>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COVER">
  <p:cSld name="BLANK_1">
    <p:bg>
      <p:bgPr>
        <a:solidFill>
          <a:srgbClr val="FFFFFF"/>
        </a:solidFill>
      </p:bgPr>
    </p:bg>
    <p:spTree>
      <p:nvGrpSpPr>
        <p:cNvPr id="109" name="Shape 109"/>
        <p:cNvGrpSpPr/>
        <p:nvPr/>
      </p:nvGrpSpPr>
      <p:grpSpPr>
        <a:xfrm>
          <a:off x="0" y="0"/>
          <a:ext cx="0" cy="0"/>
          <a:chOff x="0" y="0"/>
          <a:chExt cx="0" cy="0"/>
        </a:xfrm>
      </p:grpSpPr>
      <p:sp>
        <p:nvSpPr>
          <p:cNvPr id="110" name="Google Shape;110;p12"/>
          <p:cNvSpPr txBox="1"/>
          <p:nvPr>
            <p:ph type="ctrTitle"/>
          </p:nvPr>
        </p:nvSpPr>
        <p:spPr>
          <a:xfrm>
            <a:off x="545450" y="1448400"/>
            <a:ext cx="5981700" cy="2470500"/>
          </a:xfrm>
          <a:prstGeom prst="rect">
            <a:avLst/>
          </a:prstGeom>
        </p:spPr>
        <p:txBody>
          <a:bodyPr anchorCtr="0" anchor="t" bIns="0" lIns="0" spcFirstLastPara="1" rIns="0" wrap="square" tIns="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cxnSp>
        <p:nvCxnSpPr>
          <p:cNvPr id="111" name="Google Shape;111;p12"/>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112" name="Google Shape;112;p12"/>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113" name="Google Shape;113;p12"/>
          <p:cNvSpPr txBox="1"/>
          <p:nvPr>
            <p:ph idx="1" type="subTitle"/>
          </p:nvPr>
        </p:nvSpPr>
        <p:spPr>
          <a:xfrm>
            <a:off x="4688725" y="525600"/>
            <a:ext cx="39099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SzPts val="800"/>
              <a:buNone/>
              <a:defRPr b="1" sz="800"/>
            </a:lvl1pPr>
            <a:lvl2pPr lvl="1" rtl="0" algn="r">
              <a:lnSpc>
                <a:spcPct val="100000"/>
              </a:lnSpc>
              <a:spcBef>
                <a:spcPts val="0"/>
              </a:spcBef>
              <a:spcAft>
                <a:spcPts val="0"/>
              </a:spcAft>
              <a:buSzPts val="1000"/>
              <a:buNone/>
              <a:defRPr b="1" sz="1000"/>
            </a:lvl2pPr>
            <a:lvl3pPr lvl="2" rtl="0" algn="r">
              <a:lnSpc>
                <a:spcPct val="100000"/>
              </a:lnSpc>
              <a:spcBef>
                <a:spcPts val="0"/>
              </a:spcBef>
              <a:spcAft>
                <a:spcPts val="0"/>
              </a:spcAft>
              <a:buSzPts val="1000"/>
              <a:buNone/>
              <a:defRPr b="1" sz="1000"/>
            </a:lvl3pPr>
            <a:lvl4pPr lvl="3" rtl="0" algn="r">
              <a:lnSpc>
                <a:spcPct val="100000"/>
              </a:lnSpc>
              <a:spcBef>
                <a:spcPts val="0"/>
              </a:spcBef>
              <a:spcAft>
                <a:spcPts val="0"/>
              </a:spcAft>
              <a:buSzPts val="1000"/>
              <a:buNone/>
              <a:defRPr b="1" sz="1000"/>
            </a:lvl4pPr>
            <a:lvl5pPr lvl="4" rtl="0" algn="r">
              <a:lnSpc>
                <a:spcPct val="100000"/>
              </a:lnSpc>
              <a:spcBef>
                <a:spcPts val="0"/>
              </a:spcBef>
              <a:spcAft>
                <a:spcPts val="0"/>
              </a:spcAft>
              <a:buSzPts val="1000"/>
              <a:buNone/>
              <a:defRPr b="1" sz="1000"/>
            </a:lvl5pPr>
            <a:lvl6pPr lvl="5" rtl="0" algn="r">
              <a:lnSpc>
                <a:spcPct val="100000"/>
              </a:lnSpc>
              <a:spcBef>
                <a:spcPts val="0"/>
              </a:spcBef>
              <a:spcAft>
                <a:spcPts val="0"/>
              </a:spcAft>
              <a:buSzPts val="1000"/>
              <a:buNone/>
              <a:defRPr b="1" sz="1000"/>
            </a:lvl6pPr>
            <a:lvl7pPr lvl="6" rtl="0" algn="r">
              <a:lnSpc>
                <a:spcPct val="100000"/>
              </a:lnSpc>
              <a:spcBef>
                <a:spcPts val="0"/>
              </a:spcBef>
              <a:spcAft>
                <a:spcPts val="0"/>
              </a:spcAft>
              <a:buSzPts val="1000"/>
              <a:buNone/>
              <a:defRPr b="1" sz="1000"/>
            </a:lvl7pPr>
            <a:lvl8pPr lvl="7" rtl="0" algn="r">
              <a:lnSpc>
                <a:spcPct val="100000"/>
              </a:lnSpc>
              <a:spcBef>
                <a:spcPts val="0"/>
              </a:spcBef>
              <a:spcAft>
                <a:spcPts val="0"/>
              </a:spcAft>
              <a:buSzPts val="1000"/>
              <a:buNone/>
              <a:defRPr b="1" sz="1000"/>
            </a:lvl8pPr>
            <a:lvl9pPr lvl="8" rtl="0" algn="r">
              <a:lnSpc>
                <a:spcPct val="100000"/>
              </a:lnSpc>
              <a:spcBef>
                <a:spcPts val="0"/>
              </a:spcBef>
              <a:spcAft>
                <a:spcPts val="0"/>
              </a:spcAft>
              <a:buSzPts val="1000"/>
              <a:buNone/>
              <a:defRPr b="1" sz="1000"/>
            </a:lvl9pPr>
          </a:lstStyle>
          <a:p/>
        </p:txBody>
      </p:sp>
      <p:sp>
        <p:nvSpPr>
          <p:cNvPr id="114" name="Google Shape;114;p12"/>
          <p:cNvSpPr txBox="1"/>
          <p:nvPr>
            <p:ph idx="2" type="subTitle"/>
          </p:nvPr>
        </p:nvSpPr>
        <p:spPr>
          <a:xfrm>
            <a:off x="545450" y="1287900"/>
            <a:ext cx="3909900" cy="160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SzPts val="600"/>
              <a:buNone/>
              <a:defRPr sz="600"/>
            </a:lvl1pPr>
            <a:lvl2pPr lvl="1" rtl="0">
              <a:lnSpc>
                <a:spcPct val="100000"/>
              </a:lnSpc>
              <a:spcBef>
                <a:spcPts val="0"/>
              </a:spcBef>
              <a:spcAft>
                <a:spcPts val="0"/>
              </a:spcAft>
              <a:buSzPts val="800"/>
              <a:buNone/>
              <a:defRPr sz="800"/>
            </a:lvl2pPr>
            <a:lvl3pPr lvl="2" rtl="0">
              <a:lnSpc>
                <a:spcPct val="100000"/>
              </a:lnSpc>
              <a:spcBef>
                <a:spcPts val="0"/>
              </a:spcBef>
              <a:spcAft>
                <a:spcPts val="0"/>
              </a:spcAft>
              <a:buSzPts val="800"/>
              <a:buNone/>
              <a:defRPr sz="800"/>
            </a:lvl3pPr>
            <a:lvl4pPr lvl="3" rtl="0">
              <a:lnSpc>
                <a:spcPct val="100000"/>
              </a:lnSpc>
              <a:spcBef>
                <a:spcPts val="0"/>
              </a:spcBef>
              <a:spcAft>
                <a:spcPts val="0"/>
              </a:spcAft>
              <a:buSzPts val="800"/>
              <a:buNone/>
              <a:defRPr sz="800"/>
            </a:lvl4pPr>
            <a:lvl5pPr lvl="4" rtl="0">
              <a:lnSpc>
                <a:spcPct val="100000"/>
              </a:lnSpc>
              <a:spcBef>
                <a:spcPts val="0"/>
              </a:spcBef>
              <a:spcAft>
                <a:spcPts val="0"/>
              </a:spcAft>
              <a:buSzPts val="800"/>
              <a:buNone/>
              <a:defRPr sz="800"/>
            </a:lvl5pPr>
            <a:lvl6pPr lvl="5" rtl="0">
              <a:lnSpc>
                <a:spcPct val="100000"/>
              </a:lnSpc>
              <a:spcBef>
                <a:spcPts val="0"/>
              </a:spcBef>
              <a:spcAft>
                <a:spcPts val="0"/>
              </a:spcAft>
              <a:buSzPts val="800"/>
              <a:buNone/>
              <a:defRPr sz="800"/>
            </a:lvl6pPr>
            <a:lvl7pPr lvl="6" rtl="0">
              <a:lnSpc>
                <a:spcPct val="100000"/>
              </a:lnSpc>
              <a:spcBef>
                <a:spcPts val="0"/>
              </a:spcBef>
              <a:spcAft>
                <a:spcPts val="0"/>
              </a:spcAft>
              <a:buSzPts val="800"/>
              <a:buNone/>
              <a:defRPr sz="800"/>
            </a:lvl7pPr>
            <a:lvl8pPr lvl="7" rtl="0">
              <a:lnSpc>
                <a:spcPct val="100000"/>
              </a:lnSpc>
              <a:spcBef>
                <a:spcPts val="0"/>
              </a:spcBef>
              <a:spcAft>
                <a:spcPts val="0"/>
              </a:spcAft>
              <a:buSzPts val="800"/>
              <a:buNone/>
              <a:defRPr sz="800"/>
            </a:lvl8pPr>
            <a:lvl9pPr lvl="8" rtl="0">
              <a:lnSpc>
                <a:spcPct val="100000"/>
              </a:lnSpc>
              <a:spcBef>
                <a:spcPts val="0"/>
              </a:spcBef>
              <a:spcAft>
                <a:spcPts val="0"/>
              </a:spcAft>
              <a:buSzPts val="800"/>
              <a:buNone/>
              <a:defRPr sz="800"/>
            </a:lvl9pPr>
          </a:lstStyle>
          <a:p/>
        </p:txBody>
      </p:sp>
      <p:cxnSp>
        <p:nvCxnSpPr>
          <p:cNvPr id="115" name="Google Shape;115;p12"/>
          <p:cNvCxnSpPr/>
          <p:nvPr/>
        </p:nvCxnSpPr>
        <p:spPr>
          <a:xfrm flipH="1" rot="10800000">
            <a:off x="545450" y="43879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116" name="Google Shape;116;p12"/>
          <p:cNvSpPr txBox="1"/>
          <p:nvPr>
            <p:ph idx="3" type="subTitle"/>
          </p:nvPr>
        </p:nvSpPr>
        <p:spPr>
          <a:xfrm>
            <a:off x="4688725" y="4614750"/>
            <a:ext cx="39099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800"/>
              <a:buNone/>
              <a:defRPr b="1" sz="8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117" name="Google Shape;117;p12"/>
          <p:cNvSpPr txBox="1"/>
          <p:nvPr>
            <p:ph idx="4" type="subTitle"/>
          </p:nvPr>
        </p:nvSpPr>
        <p:spPr>
          <a:xfrm>
            <a:off x="545450" y="4614750"/>
            <a:ext cx="39099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800"/>
              <a:buNone/>
              <a:defRPr b="1" sz="8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118" name="Google Shape;118;p12"/>
          <p:cNvSpPr txBox="1"/>
          <p:nvPr>
            <p:ph idx="5" type="subTitle"/>
          </p:nvPr>
        </p:nvSpPr>
        <p:spPr>
          <a:xfrm>
            <a:off x="545450" y="44542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sz="600"/>
            </a:lvl1pPr>
            <a:lvl2pPr lvl="1" rtl="0">
              <a:lnSpc>
                <a:spcPct val="100000"/>
              </a:lnSpc>
              <a:spcBef>
                <a:spcPts val="0"/>
              </a:spcBef>
              <a:spcAft>
                <a:spcPts val="0"/>
              </a:spcAft>
              <a:buSzPts val="800"/>
              <a:buNone/>
              <a:defRPr sz="800"/>
            </a:lvl2pPr>
            <a:lvl3pPr lvl="2" rtl="0">
              <a:lnSpc>
                <a:spcPct val="100000"/>
              </a:lnSpc>
              <a:spcBef>
                <a:spcPts val="0"/>
              </a:spcBef>
              <a:spcAft>
                <a:spcPts val="0"/>
              </a:spcAft>
              <a:buSzPts val="800"/>
              <a:buNone/>
              <a:defRPr sz="800"/>
            </a:lvl3pPr>
            <a:lvl4pPr lvl="3" rtl="0">
              <a:lnSpc>
                <a:spcPct val="100000"/>
              </a:lnSpc>
              <a:spcBef>
                <a:spcPts val="0"/>
              </a:spcBef>
              <a:spcAft>
                <a:spcPts val="0"/>
              </a:spcAft>
              <a:buSzPts val="800"/>
              <a:buNone/>
              <a:defRPr sz="800"/>
            </a:lvl4pPr>
            <a:lvl5pPr lvl="4" rtl="0">
              <a:lnSpc>
                <a:spcPct val="100000"/>
              </a:lnSpc>
              <a:spcBef>
                <a:spcPts val="0"/>
              </a:spcBef>
              <a:spcAft>
                <a:spcPts val="0"/>
              </a:spcAft>
              <a:buSzPts val="800"/>
              <a:buNone/>
              <a:defRPr sz="800"/>
            </a:lvl5pPr>
            <a:lvl6pPr lvl="5" rtl="0">
              <a:lnSpc>
                <a:spcPct val="100000"/>
              </a:lnSpc>
              <a:spcBef>
                <a:spcPts val="0"/>
              </a:spcBef>
              <a:spcAft>
                <a:spcPts val="0"/>
              </a:spcAft>
              <a:buSzPts val="800"/>
              <a:buNone/>
              <a:defRPr sz="800"/>
            </a:lvl6pPr>
            <a:lvl7pPr lvl="6" rtl="0">
              <a:lnSpc>
                <a:spcPct val="100000"/>
              </a:lnSpc>
              <a:spcBef>
                <a:spcPts val="0"/>
              </a:spcBef>
              <a:spcAft>
                <a:spcPts val="0"/>
              </a:spcAft>
              <a:buSzPts val="800"/>
              <a:buNone/>
              <a:defRPr sz="800"/>
            </a:lvl7pPr>
            <a:lvl8pPr lvl="7" rtl="0">
              <a:lnSpc>
                <a:spcPct val="100000"/>
              </a:lnSpc>
              <a:spcBef>
                <a:spcPts val="0"/>
              </a:spcBef>
              <a:spcAft>
                <a:spcPts val="0"/>
              </a:spcAft>
              <a:buSzPts val="800"/>
              <a:buNone/>
              <a:defRPr sz="800"/>
            </a:lvl8pPr>
            <a:lvl9pPr lvl="8" rtl="0">
              <a:lnSpc>
                <a:spcPct val="100000"/>
              </a:lnSpc>
              <a:spcBef>
                <a:spcPts val="0"/>
              </a:spcBef>
              <a:spcAft>
                <a:spcPts val="0"/>
              </a:spcAft>
              <a:buSzPts val="800"/>
              <a:buNone/>
              <a:defRPr sz="800"/>
            </a:lvl9pPr>
          </a:lstStyle>
          <a:p/>
        </p:txBody>
      </p:sp>
      <p:sp>
        <p:nvSpPr>
          <p:cNvPr id="119" name="Google Shape;119;p12"/>
          <p:cNvSpPr txBox="1"/>
          <p:nvPr>
            <p:ph idx="6" type="subTitle"/>
          </p:nvPr>
        </p:nvSpPr>
        <p:spPr>
          <a:xfrm>
            <a:off x="4688725" y="44542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sz="600"/>
            </a:lvl1pPr>
            <a:lvl2pPr lvl="1" rtl="0">
              <a:lnSpc>
                <a:spcPct val="100000"/>
              </a:lnSpc>
              <a:spcBef>
                <a:spcPts val="0"/>
              </a:spcBef>
              <a:spcAft>
                <a:spcPts val="0"/>
              </a:spcAft>
              <a:buSzPts val="800"/>
              <a:buNone/>
              <a:defRPr sz="800"/>
            </a:lvl2pPr>
            <a:lvl3pPr lvl="2" rtl="0">
              <a:lnSpc>
                <a:spcPct val="100000"/>
              </a:lnSpc>
              <a:spcBef>
                <a:spcPts val="0"/>
              </a:spcBef>
              <a:spcAft>
                <a:spcPts val="0"/>
              </a:spcAft>
              <a:buSzPts val="800"/>
              <a:buNone/>
              <a:defRPr sz="800"/>
            </a:lvl3pPr>
            <a:lvl4pPr lvl="3" rtl="0">
              <a:lnSpc>
                <a:spcPct val="100000"/>
              </a:lnSpc>
              <a:spcBef>
                <a:spcPts val="0"/>
              </a:spcBef>
              <a:spcAft>
                <a:spcPts val="0"/>
              </a:spcAft>
              <a:buSzPts val="800"/>
              <a:buNone/>
              <a:defRPr sz="800"/>
            </a:lvl4pPr>
            <a:lvl5pPr lvl="4" rtl="0">
              <a:lnSpc>
                <a:spcPct val="100000"/>
              </a:lnSpc>
              <a:spcBef>
                <a:spcPts val="0"/>
              </a:spcBef>
              <a:spcAft>
                <a:spcPts val="0"/>
              </a:spcAft>
              <a:buSzPts val="800"/>
              <a:buNone/>
              <a:defRPr sz="800"/>
            </a:lvl5pPr>
            <a:lvl6pPr lvl="5" rtl="0">
              <a:lnSpc>
                <a:spcPct val="100000"/>
              </a:lnSpc>
              <a:spcBef>
                <a:spcPts val="0"/>
              </a:spcBef>
              <a:spcAft>
                <a:spcPts val="0"/>
              </a:spcAft>
              <a:buSzPts val="800"/>
              <a:buNone/>
              <a:defRPr sz="800"/>
            </a:lvl6pPr>
            <a:lvl7pPr lvl="6" rtl="0">
              <a:lnSpc>
                <a:spcPct val="100000"/>
              </a:lnSpc>
              <a:spcBef>
                <a:spcPts val="0"/>
              </a:spcBef>
              <a:spcAft>
                <a:spcPts val="0"/>
              </a:spcAft>
              <a:buSzPts val="800"/>
              <a:buNone/>
              <a:defRPr sz="800"/>
            </a:lvl7pPr>
            <a:lvl8pPr lvl="7" rtl="0">
              <a:lnSpc>
                <a:spcPct val="100000"/>
              </a:lnSpc>
              <a:spcBef>
                <a:spcPts val="0"/>
              </a:spcBef>
              <a:spcAft>
                <a:spcPts val="0"/>
              </a:spcAft>
              <a:buSzPts val="800"/>
              <a:buNone/>
              <a:defRPr sz="800"/>
            </a:lvl8pPr>
            <a:lvl9pPr lvl="8" rtl="0">
              <a:lnSpc>
                <a:spcPct val="100000"/>
              </a:lnSpc>
              <a:spcBef>
                <a:spcPts val="0"/>
              </a:spcBef>
              <a:spcAft>
                <a:spcPts val="0"/>
              </a:spcAft>
              <a:buSzPts val="800"/>
              <a:buNone/>
              <a:defRPr sz="800"/>
            </a:lvl9pPr>
          </a:lstStyle>
          <a:p/>
        </p:txBody>
      </p:sp>
      <p:pic>
        <p:nvPicPr>
          <p:cNvPr id="120" name="Google Shape;120;p12"/>
          <p:cNvPicPr preferRelativeResize="0"/>
          <p:nvPr/>
        </p:nvPicPr>
        <p:blipFill>
          <a:blip r:embed="rId2">
            <a:alphaModFix/>
          </a:blip>
          <a:stretch>
            <a:fillRect/>
          </a:stretch>
        </p:blipFill>
        <p:spPr>
          <a:xfrm>
            <a:off x="545450" y="525379"/>
            <a:ext cx="650950" cy="160197"/>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COVER">
  <p:cSld name="BLANK_1_1">
    <p:bg>
      <p:bgPr>
        <a:solidFill>
          <a:srgbClr val="FFFFFF"/>
        </a:solidFill>
      </p:bgPr>
    </p:bg>
    <p:spTree>
      <p:nvGrpSpPr>
        <p:cNvPr id="121" name="Shape 121"/>
        <p:cNvGrpSpPr/>
        <p:nvPr/>
      </p:nvGrpSpPr>
      <p:grpSpPr>
        <a:xfrm>
          <a:off x="0" y="0"/>
          <a:ext cx="0" cy="0"/>
          <a:chOff x="0" y="0"/>
          <a:chExt cx="0" cy="0"/>
        </a:xfrm>
      </p:grpSpPr>
      <p:sp>
        <p:nvSpPr>
          <p:cNvPr id="122" name="Google Shape;122;p13"/>
          <p:cNvSpPr txBox="1"/>
          <p:nvPr>
            <p:ph type="ctrTitle"/>
          </p:nvPr>
        </p:nvSpPr>
        <p:spPr>
          <a:xfrm>
            <a:off x="545450"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SzPts val="3400"/>
              <a:buNone/>
              <a:defRPr sz="3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cxnSp>
        <p:nvCxnSpPr>
          <p:cNvPr id="123" name="Google Shape;123;p13"/>
          <p:cNvCxnSpPr/>
          <p:nvPr/>
        </p:nvCxnSpPr>
        <p:spPr>
          <a:xfrm flipH="1" rot="10800000">
            <a:off x="545450" y="361350"/>
            <a:ext cx="3909900" cy="6900"/>
          </a:xfrm>
          <a:prstGeom prst="straightConnector1">
            <a:avLst/>
          </a:prstGeom>
          <a:noFill/>
          <a:ln cap="flat" cmpd="sng" w="9525">
            <a:solidFill>
              <a:srgbClr val="131313"/>
            </a:solidFill>
            <a:prstDash val="solid"/>
            <a:round/>
            <a:headEnd len="med" w="med" type="none"/>
            <a:tailEnd len="med" w="med" type="none"/>
          </a:ln>
        </p:spPr>
      </p:cxnSp>
      <p:cxnSp>
        <p:nvCxnSpPr>
          <p:cNvPr id="124" name="Google Shape;124;p13"/>
          <p:cNvCxnSpPr/>
          <p:nvPr/>
        </p:nvCxnSpPr>
        <p:spPr>
          <a:xfrm flipH="1" rot="10800000">
            <a:off x="545450" y="842850"/>
            <a:ext cx="3909900" cy="6900"/>
          </a:xfrm>
          <a:prstGeom prst="straightConnector1">
            <a:avLst/>
          </a:prstGeom>
          <a:noFill/>
          <a:ln cap="flat" cmpd="sng" w="9525">
            <a:solidFill>
              <a:srgbClr val="131313"/>
            </a:solidFill>
            <a:prstDash val="solid"/>
            <a:round/>
            <a:headEnd len="med" w="med" type="none"/>
            <a:tailEnd len="med" w="med" type="none"/>
          </a:ln>
        </p:spPr>
      </p:cxnSp>
      <p:cxnSp>
        <p:nvCxnSpPr>
          <p:cNvPr id="125" name="Google Shape;125;p13"/>
          <p:cNvCxnSpPr/>
          <p:nvPr/>
        </p:nvCxnSpPr>
        <p:spPr>
          <a:xfrm>
            <a:off x="545450" y="4394822"/>
            <a:ext cx="3912300" cy="0"/>
          </a:xfrm>
          <a:prstGeom prst="straightConnector1">
            <a:avLst/>
          </a:prstGeom>
          <a:noFill/>
          <a:ln cap="flat" cmpd="sng" w="9525">
            <a:solidFill>
              <a:schemeClr val="dk1"/>
            </a:solidFill>
            <a:prstDash val="solid"/>
            <a:round/>
            <a:headEnd len="med" w="med" type="none"/>
            <a:tailEnd len="med" w="med" type="none"/>
          </a:ln>
        </p:spPr>
      </p:cxnSp>
      <p:sp>
        <p:nvSpPr>
          <p:cNvPr id="126" name="Google Shape;126;p13"/>
          <p:cNvSpPr txBox="1"/>
          <p:nvPr>
            <p:ph idx="1" type="subTitle"/>
          </p:nvPr>
        </p:nvSpPr>
        <p:spPr>
          <a:xfrm>
            <a:off x="1926550"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chemeClr val="dk1"/>
              </a:buClr>
              <a:buSzPts val="800"/>
              <a:buNone/>
              <a:defRPr b="1" sz="800">
                <a:solidFill>
                  <a:schemeClr val="dk1"/>
                </a:solidFill>
              </a:defRPr>
            </a:lvl1pPr>
            <a:lvl2pPr lvl="1" rtl="0" algn="r">
              <a:lnSpc>
                <a:spcPct val="100000"/>
              </a:lnSpc>
              <a:spcBef>
                <a:spcPts val="0"/>
              </a:spcBef>
              <a:spcAft>
                <a:spcPts val="0"/>
              </a:spcAft>
              <a:buClr>
                <a:schemeClr val="dk1"/>
              </a:buClr>
              <a:buSzPts val="1000"/>
              <a:buNone/>
              <a:defRPr b="1" sz="1000">
                <a:solidFill>
                  <a:schemeClr val="dk1"/>
                </a:solidFill>
              </a:defRPr>
            </a:lvl2pPr>
            <a:lvl3pPr lvl="2" rtl="0" algn="r">
              <a:lnSpc>
                <a:spcPct val="100000"/>
              </a:lnSpc>
              <a:spcBef>
                <a:spcPts val="0"/>
              </a:spcBef>
              <a:spcAft>
                <a:spcPts val="0"/>
              </a:spcAft>
              <a:buClr>
                <a:schemeClr val="dk1"/>
              </a:buClr>
              <a:buSzPts val="1000"/>
              <a:buNone/>
              <a:defRPr b="1" sz="1000">
                <a:solidFill>
                  <a:schemeClr val="dk1"/>
                </a:solidFill>
              </a:defRPr>
            </a:lvl3pPr>
            <a:lvl4pPr lvl="3" rtl="0" algn="r">
              <a:lnSpc>
                <a:spcPct val="100000"/>
              </a:lnSpc>
              <a:spcBef>
                <a:spcPts val="0"/>
              </a:spcBef>
              <a:spcAft>
                <a:spcPts val="0"/>
              </a:spcAft>
              <a:buClr>
                <a:schemeClr val="dk1"/>
              </a:buClr>
              <a:buSzPts val="1000"/>
              <a:buNone/>
              <a:defRPr b="1" sz="1000">
                <a:solidFill>
                  <a:schemeClr val="dk1"/>
                </a:solidFill>
              </a:defRPr>
            </a:lvl4pPr>
            <a:lvl5pPr lvl="4" rtl="0" algn="r">
              <a:lnSpc>
                <a:spcPct val="100000"/>
              </a:lnSpc>
              <a:spcBef>
                <a:spcPts val="0"/>
              </a:spcBef>
              <a:spcAft>
                <a:spcPts val="0"/>
              </a:spcAft>
              <a:buClr>
                <a:schemeClr val="dk1"/>
              </a:buClr>
              <a:buSzPts val="1000"/>
              <a:buNone/>
              <a:defRPr b="1" sz="1000">
                <a:solidFill>
                  <a:schemeClr val="dk1"/>
                </a:solidFill>
              </a:defRPr>
            </a:lvl5pPr>
            <a:lvl6pPr lvl="5" rtl="0" algn="r">
              <a:lnSpc>
                <a:spcPct val="100000"/>
              </a:lnSpc>
              <a:spcBef>
                <a:spcPts val="0"/>
              </a:spcBef>
              <a:spcAft>
                <a:spcPts val="0"/>
              </a:spcAft>
              <a:buClr>
                <a:schemeClr val="dk1"/>
              </a:buClr>
              <a:buSzPts val="1000"/>
              <a:buNone/>
              <a:defRPr b="1" sz="1000">
                <a:solidFill>
                  <a:schemeClr val="dk1"/>
                </a:solidFill>
              </a:defRPr>
            </a:lvl6pPr>
            <a:lvl7pPr lvl="6" rtl="0" algn="r">
              <a:lnSpc>
                <a:spcPct val="100000"/>
              </a:lnSpc>
              <a:spcBef>
                <a:spcPts val="0"/>
              </a:spcBef>
              <a:spcAft>
                <a:spcPts val="0"/>
              </a:spcAft>
              <a:buClr>
                <a:schemeClr val="dk1"/>
              </a:buClr>
              <a:buSzPts val="1000"/>
              <a:buNone/>
              <a:defRPr b="1" sz="1000">
                <a:solidFill>
                  <a:schemeClr val="dk1"/>
                </a:solidFill>
              </a:defRPr>
            </a:lvl7pPr>
            <a:lvl8pPr lvl="7" rtl="0" algn="r">
              <a:lnSpc>
                <a:spcPct val="100000"/>
              </a:lnSpc>
              <a:spcBef>
                <a:spcPts val="0"/>
              </a:spcBef>
              <a:spcAft>
                <a:spcPts val="0"/>
              </a:spcAft>
              <a:buClr>
                <a:schemeClr val="dk1"/>
              </a:buClr>
              <a:buSzPts val="1000"/>
              <a:buNone/>
              <a:defRPr b="1" sz="1000">
                <a:solidFill>
                  <a:schemeClr val="dk1"/>
                </a:solidFill>
              </a:defRPr>
            </a:lvl8pPr>
            <a:lvl9pPr lvl="8" rtl="0" algn="r">
              <a:lnSpc>
                <a:spcPct val="100000"/>
              </a:lnSpc>
              <a:spcBef>
                <a:spcPts val="0"/>
              </a:spcBef>
              <a:spcAft>
                <a:spcPts val="0"/>
              </a:spcAft>
              <a:buClr>
                <a:schemeClr val="dk1"/>
              </a:buClr>
              <a:buSzPts val="1000"/>
              <a:buNone/>
              <a:defRPr b="1" sz="1000">
                <a:solidFill>
                  <a:schemeClr val="dk1"/>
                </a:solidFill>
              </a:defRPr>
            </a:lvl9pPr>
          </a:lstStyle>
          <a:p/>
        </p:txBody>
      </p:sp>
      <p:sp>
        <p:nvSpPr>
          <p:cNvPr id="127" name="Google Shape;127;p13"/>
          <p:cNvSpPr txBox="1"/>
          <p:nvPr>
            <p:ph idx="2" type="subTitle"/>
          </p:nvPr>
        </p:nvSpPr>
        <p:spPr>
          <a:xfrm>
            <a:off x="545450" y="1287900"/>
            <a:ext cx="3909900" cy="160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dk1"/>
              </a:buClr>
              <a:buSzPts val="600"/>
              <a:buNone/>
              <a:defRPr sz="600">
                <a:solidFill>
                  <a:schemeClr val="dk1"/>
                </a:solidFill>
              </a:defRPr>
            </a:lvl1pPr>
            <a:lvl2pPr lvl="1" rtl="0">
              <a:lnSpc>
                <a:spcPct val="100000"/>
              </a:lnSpc>
              <a:spcBef>
                <a:spcPts val="0"/>
              </a:spcBef>
              <a:spcAft>
                <a:spcPts val="0"/>
              </a:spcAft>
              <a:buClr>
                <a:schemeClr val="dk1"/>
              </a:buClr>
              <a:buSzPts val="800"/>
              <a:buNone/>
              <a:defRPr sz="800">
                <a:solidFill>
                  <a:schemeClr val="dk1"/>
                </a:solidFill>
              </a:defRPr>
            </a:lvl2pPr>
            <a:lvl3pPr lvl="2" rtl="0">
              <a:lnSpc>
                <a:spcPct val="100000"/>
              </a:lnSpc>
              <a:spcBef>
                <a:spcPts val="0"/>
              </a:spcBef>
              <a:spcAft>
                <a:spcPts val="0"/>
              </a:spcAft>
              <a:buClr>
                <a:schemeClr val="dk1"/>
              </a:buClr>
              <a:buSzPts val="800"/>
              <a:buNone/>
              <a:defRPr sz="800">
                <a:solidFill>
                  <a:schemeClr val="dk1"/>
                </a:solidFill>
              </a:defRPr>
            </a:lvl3pPr>
            <a:lvl4pPr lvl="3" rtl="0">
              <a:lnSpc>
                <a:spcPct val="100000"/>
              </a:lnSpc>
              <a:spcBef>
                <a:spcPts val="0"/>
              </a:spcBef>
              <a:spcAft>
                <a:spcPts val="0"/>
              </a:spcAft>
              <a:buClr>
                <a:schemeClr val="dk1"/>
              </a:buClr>
              <a:buSzPts val="800"/>
              <a:buNone/>
              <a:defRPr sz="800">
                <a:solidFill>
                  <a:schemeClr val="dk1"/>
                </a:solidFill>
              </a:defRPr>
            </a:lvl4pPr>
            <a:lvl5pPr lvl="4" rtl="0">
              <a:lnSpc>
                <a:spcPct val="100000"/>
              </a:lnSpc>
              <a:spcBef>
                <a:spcPts val="0"/>
              </a:spcBef>
              <a:spcAft>
                <a:spcPts val="0"/>
              </a:spcAft>
              <a:buClr>
                <a:schemeClr val="dk1"/>
              </a:buClr>
              <a:buSzPts val="800"/>
              <a:buNone/>
              <a:defRPr sz="800">
                <a:solidFill>
                  <a:schemeClr val="dk1"/>
                </a:solidFill>
              </a:defRPr>
            </a:lvl5pPr>
            <a:lvl6pPr lvl="5" rtl="0">
              <a:lnSpc>
                <a:spcPct val="100000"/>
              </a:lnSpc>
              <a:spcBef>
                <a:spcPts val="0"/>
              </a:spcBef>
              <a:spcAft>
                <a:spcPts val="0"/>
              </a:spcAft>
              <a:buClr>
                <a:schemeClr val="dk1"/>
              </a:buClr>
              <a:buSzPts val="800"/>
              <a:buNone/>
              <a:defRPr sz="800">
                <a:solidFill>
                  <a:schemeClr val="dk1"/>
                </a:solidFill>
              </a:defRPr>
            </a:lvl6pPr>
            <a:lvl7pPr lvl="6" rtl="0">
              <a:lnSpc>
                <a:spcPct val="100000"/>
              </a:lnSpc>
              <a:spcBef>
                <a:spcPts val="0"/>
              </a:spcBef>
              <a:spcAft>
                <a:spcPts val="0"/>
              </a:spcAft>
              <a:buClr>
                <a:schemeClr val="dk1"/>
              </a:buClr>
              <a:buSzPts val="800"/>
              <a:buNone/>
              <a:defRPr sz="800">
                <a:solidFill>
                  <a:schemeClr val="dk1"/>
                </a:solidFill>
              </a:defRPr>
            </a:lvl7pPr>
            <a:lvl8pPr lvl="7" rtl="0">
              <a:lnSpc>
                <a:spcPct val="100000"/>
              </a:lnSpc>
              <a:spcBef>
                <a:spcPts val="0"/>
              </a:spcBef>
              <a:spcAft>
                <a:spcPts val="0"/>
              </a:spcAft>
              <a:buClr>
                <a:schemeClr val="dk1"/>
              </a:buClr>
              <a:buSzPts val="800"/>
              <a:buNone/>
              <a:defRPr sz="800">
                <a:solidFill>
                  <a:schemeClr val="dk1"/>
                </a:solidFill>
              </a:defRPr>
            </a:lvl8pPr>
            <a:lvl9pPr lvl="8" rtl="0">
              <a:lnSpc>
                <a:spcPct val="100000"/>
              </a:lnSpc>
              <a:spcBef>
                <a:spcPts val="0"/>
              </a:spcBef>
              <a:spcAft>
                <a:spcPts val="0"/>
              </a:spcAft>
              <a:buClr>
                <a:schemeClr val="dk1"/>
              </a:buClr>
              <a:buSzPts val="800"/>
              <a:buNone/>
              <a:defRPr sz="800">
                <a:solidFill>
                  <a:schemeClr val="dk1"/>
                </a:solidFill>
              </a:defRPr>
            </a:lvl9pPr>
          </a:lstStyle>
          <a:p/>
        </p:txBody>
      </p:sp>
      <p:sp>
        <p:nvSpPr>
          <p:cNvPr id="128" name="Google Shape;128;p13"/>
          <p:cNvSpPr txBox="1"/>
          <p:nvPr>
            <p:ph idx="3" type="subTitle"/>
          </p:nvPr>
        </p:nvSpPr>
        <p:spPr>
          <a:xfrm>
            <a:off x="545450"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800"/>
              <a:buNone/>
              <a:defRPr b="1" sz="8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sp>
        <p:nvSpPr>
          <p:cNvPr id="129" name="Google Shape;129;p13"/>
          <p:cNvSpPr txBox="1"/>
          <p:nvPr>
            <p:ph idx="4" type="subTitle"/>
          </p:nvPr>
        </p:nvSpPr>
        <p:spPr>
          <a:xfrm>
            <a:off x="545450"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sz="600">
                <a:solidFill>
                  <a:schemeClr val="dk1"/>
                </a:solidFill>
              </a:defRPr>
            </a:lvl1pPr>
            <a:lvl2pPr lvl="1" rtl="0">
              <a:lnSpc>
                <a:spcPct val="100000"/>
              </a:lnSpc>
              <a:spcBef>
                <a:spcPts val="0"/>
              </a:spcBef>
              <a:spcAft>
                <a:spcPts val="0"/>
              </a:spcAft>
              <a:buClr>
                <a:schemeClr val="dk1"/>
              </a:buClr>
              <a:buSzPts val="800"/>
              <a:buNone/>
              <a:defRPr sz="800">
                <a:solidFill>
                  <a:schemeClr val="dk1"/>
                </a:solidFill>
              </a:defRPr>
            </a:lvl2pPr>
            <a:lvl3pPr lvl="2" rtl="0">
              <a:lnSpc>
                <a:spcPct val="100000"/>
              </a:lnSpc>
              <a:spcBef>
                <a:spcPts val="0"/>
              </a:spcBef>
              <a:spcAft>
                <a:spcPts val="0"/>
              </a:spcAft>
              <a:buClr>
                <a:schemeClr val="dk1"/>
              </a:buClr>
              <a:buSzPts val="800"/>
              <a:buNone/>
              <a:defRPr sz="800">
                <a:solidFill>
                  <a:schemeClr val="dk1"/>
                </a:solidFill>
              </a:defRPr>
            </a:lvl3pPr>
            <a:lvl4pPr lvl="3" rtl="0">
              <a:lnSpc>
                <a:spcPct val="100000"/>
              </a:lnSpc>
              <a:spcBef>
                <a:spcPts val="0"/>
              </a:spcBef>
              <a:spcAft>
                <a:spcPts val="0"/>
              </a:spcAft>
              <a:buClr>
                <a:schemeClr val="dk1"/>
              </a:buClr>
              <a:buSzPts val="800"/>
              <a:buNone/>
              <a:defRPr sz="800">
                <a:solidFill>
                  <a:schemeClr val="dk1"/>
                </a:solidFill>
              </a:defRPr>
            </a:lvl4pPr>
            <a:lvl5pPr lvl="4" rtl="0">
              <a:lnSpc>
                <a:spcPct val="100000"/>
              </a:lnSpc>
              <a:spcBef>
                <a:spcPts val="0"/>
              </a:spcBef>
              <a:spcAft>
                <a:spcPts val="0"/>
              </a:spcAft>
              <a:buClr>
                <a:schemeClr val="dk1"/>
              </a:buClr>
              <a:buSzPts val="800"/>
              <a:buNone/>
              <a:defRPr sz="800">
                <a:solidFill>
                  <a:schemeClr val="dk1"/>
                </a:solidFill>
              </a:defRPr>
            </a:lvl5pPr>
            <a:lvl6pPr lvl="5" rtl="0">
              <a:lnSpc>
                <a:spcPct val="100000"/>
              </a:lnSpc>
              <a:spcBef>
                <a:spcPts val="0"/>
              </a:spcBef>
              <a:spcAft>
                <a:spcPts val="0"/>
              </a:spcAft>
              <a:buClr>
                <a:schemeClr val="dk1"/>
              </a:buClr>
              <a:buSzPts val="800"/>
              <a:buNone/>
              <a:defRPr sz="800">
                <a:solidFill>
                  <a:schemeClr val="dk1"/>
                </a:solidFill>
              </a:defRPr>
            </a:lvl6pPr>
            <a:lvl7pPr lvl="6" rtl="0">
              <a:lnSpc>
                <a:spcPct val="100000"/>
              </a:lnSpc>
              <a:spcBef>
                <a:spcPts val="0"/>
              </a:spcBef>
              <a:spcAft>
                <a:spcPts val="0"/>
              </a:spcAft>
              <a:buClr>
                <a:schemeClr val="dk1"/>
              </a:buClr>
              <a:buSzPts val="800"/>
              <a:buNone/>
              <a:defRPr sz="800">
                <a:solidFill>
                  <a:schemeClr val="dk1"/>
                </a:solidFill>
              </a:defRPr>
            </a:lvl7pPr>
            <a:lvl8pPr lvl="7" rtl="0">
              <a:lnSpc>
                <a:spcPct val="100000"/>
              </a:lnSpc>
              <a:spcBef>
                <a:spcPts val="0"/>
              </a:spcBef>
              <a:spcAft>
                <a:spcPts val="0"/>
              </a:spcAft>
              <a:buClr>
                <a:schemeClr val="dk1"/>
              </a:buClr>
              <a:buSzPts val="800"/>
              <a:buNone/>
              <a:defRPr sz="800">
                <a:solidFill>
                  <a:schemeClr val="dk1"/>
                </a:solidFill>
              </a:defRPr>
            </a:lvl8pPr>
            <a:lvl9pPr lvl="8" rtl="0">
              <a:lnSpc>
                <a:spcPct val="100000"/>
              </a:lnSpc>
              <a:spcBef>
                <a:spcPts val="0"/>
              </a:spcBef>
              <a:spcAft>
                <a:spcPts val="0"/>
              </a:spcAft>
              <a:buClr>
                <a:schemeClr val="dk1"/>
              </a:buClr>
              <a:buSzPts val="800"/>
              <a:buNone/>
              <a:defRPr sz="800">
                <a:solidFill>
                  <a:schemeClr val="dk1"/>
                </a:solidFill>
              </a:defRPr>
            </a:lvl9pPr>
          </a:lstStyle>
          <a:p/>
        </p:txBody>
      </p:sp>
      <p:sp>
        <p:nvSpPr>
          <p:cNvPr id="130" name="Google Shape;130;p13"/>
          <p:cNvSpPr txBox="1"/>
          <p:nvPr>
            <p:ph idx="5" type="subTitle"/>
          </p:nvPr>
        </p:nvSpPr>
        <p:spPr>
          <a:xfrm>
            <a:off x="2617088"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800"/>
              <a:buNone/>
              <a:defRPr b="1" sz="8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sp>
        <p:nvSpPr>
          <p:cNvPr id="131" name="Google Shape;131;p13"/>
          <p:cNvSpPr txBox="1"/>
          <p:nvPr>
            <p:ph idx="6" type="subTitle"/>
          </p:nvPr>
        </p:nvSpPr>
        <p:spPr>
          <a:xfrm>
            <a:off x="2617088"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sz="600">
                <a:solidFill>
                  <a:schemeClr val="dk1"/>
                </a:solidFill>
              </a:defRPr>
            </a:lvl1pPr>
            <a:lvl2pPr lvl="1" rtl="0">
              <a:lnSpc>
                <a:spcPct val="100000"/>
              </a:lnSpc>
              <a:spcBef>
                <a:spcPts val="0"/>
              </a:spcBef>
              <a:spcAft>
                <a:spcPts val="0"/>
              </a:spcAft>
              <a:buClr>
                <a:schemeClr val="dk1"/>
              </a:buClr>
              <a:buSzPts val="800"/>
              <a:buNone/>
              <a:defRPr sz="800">
                <a:solidFill>
                  <a:schemeClr val="dk1"/>
                </a:solidFill>
              </a:defRPr>
            </a:lvl2pPr>
            <a:lvl3pPr lvl="2" rtl="0">
              <a:lnSpc>
                <a:spcPct val="100000"/>
              </a:lnSpc>
              <a:spcBef>
                <a:spcPts val="0"/>
              </a:spcBef>
              <a:spcAft>
                <a:spcPts val="0"/>
              </a:spcAft>
              <a:buClr>
                <a:schemeClr val="dk1"/>
              </a:buClr>
              <a:buSzPts val="800"/>
              <a:buNone/>
              <a:defRPr sz="800">
                <a:solidFill>
                  <a:schemeClr val="dk1"/>
                </a:solidFill>
              </a:defRPr>
            </a:lvl3pPr>
            <a:lvl4pPr lvl="3" rtl="0">
              <a:lnSpc>
                <a:spcPct val="100000"/>
              </a:lnSpc>
              <a:spcBef>
                <a:spcPts val="0"/>
              </a:spcBef>
              <a:spcAft>
                <a:spcPts val="0"/>
              </a:spcAft>
              <a:buClr>
                <a:schemeClr val="dk1"/>
              </a:buClr>
              <a:buSzPts val="800"/>
              <a:buNone/>
              <a:defRPr sz="800">
                <a:solidFill>
                  <a:schemeClr val="dk1"/>
                </a:solidFill>
              </a:defRPr>
            </a:lvl4pPr>
            <a:lvl5pPr lvl="4" rtl="0">
              <a:lnSpc>
                <a:spcPct val="100000"/>
              </a:lnSpc>
              <a:spcBef>
                <a:spcPts val="0"/>
              </a:spcBef>
              <a:spcAft>
                <a:spcPts val="0"/>
              </a:spcAft>
              <a:buClr>
                <a:schemeClr val="dk1"/>
              </a:buClr>
              <a:buSzPts val="800"/>
              <a:buNone/>
              <a:defRPr sz="800">
                <a:solidFill>
                  <a:schemeClr val="dk1"/>
                </a:solidFill>
              </a:defRPr>
            </a:lvl5pPr>
            <a:lvl6pPr lvl="5" rtl="0">
              <a:lnSpc>
                <a:spcPct val="100000"/>
              </a:lnSpc>
              <a:spcBef>
                <a:spcPts val="0"/>
              </a:spcBef>
              <a:spcAft>
                <a:spcPts val="0"/>
              </a:spcAft>
              <a:buClr>
                <a:schemeClr val="dk1"/>
              </a:buClr>
              <a:buSzPts val="800"/>
              <a:buNone/>
              <a:defRPr sz="800">
                <a:solidFill>
                  <a:schemeClr val="dk1"/>
                </a:solidFill>
              </a:defRPr>
            </a:lvl6pPr>
            <a:lvl7pPr lvl="6" rtl="0">
              <a:lnSpc>
                <a:spcPct val="100000"/>
              </a:lnSpc>
              <a:spcBef>
                <a:spcPts val="0"/>
              </a:spcBef>
              <a:spcAft>
                <a:spcPts val="0"/>
              </a:spcAft>
              <a:buClr>
                <a:schemeClr val="dk1"/>
              </a:buClr>
              <a:buSzPts val="800"/>
              <a:buNone/>
              <a:defRPr sz="800">
                <a:solidFill>
                  <a:schemeClr val="dk1"/>
                </a:solidFill>
              </a:defRPr>
            </a:lvl7pPr>
            <a:lvl8pPr lvl="7" rtl="0">
              <a:lnSpc>
                <a:spcPct val="100000"/>
              </a:lnSpc>
              <a:spcBef>
                <a:spcPts val="0"/>
              </a:spcBef>
              <a:spcAft>
                <a:spcPts val="0"/>
              </a:spcAft>
              <a:buClr>
                <a:schemeClr val="dk1"/>
              </a:buClr>
              <a:buSzPts val="800"/>
              <a:buNone/>
              <a:defRPr sz="800">
                <a:solidFill>
                  <a:schemeClr val="dk1"/>
                </a:solidFill>
              </a:defRPr>
            </a:lvl8pPr>
            <a:lvl9pPr lvl="8" rtl="0">
              <a:lnSpc>
                <a:spcPct val="100000"/>
              </a:lnSpc>
              <a:spcBef>
                <a:spcPts val="0"/>
              </a:spcBef>
              <a:spcAft>
                <a:spcPts val="0"/>
              </a:spcAft>
              <a:buClr>
                <a:schemeClr val="dk1"/>
              </a:buClr>
              <a:buSzPts val="800"/>
              <a:buNone/>
              <a:defRPr sz="800">
                <a:solidFill>
                  <a:schemeClr val="dk1"/>
                </a:solidFill>
              </a:defRPr>
            </a:lvl9pPr>
          </a:lstStyle>
          <a:p/>
        </p:txBody>
      </p:sp>
      <p:pic>
        <p:nvPicPr>
          <p:cNvPr id="132" name="Google Shape;132;p13"/>
          <p:cNvPicPr preferRelativeResize="0"/>
          <p:nvPr/>
        </p:nvPicPr>
        <p:blipFill>
          <a:blip r:embed="rId2">
            <a:alphaModFix/>
          </a:blip>
          <a:stretch>
            <a:fillRect/>
          </a:stretch>
        </p:blipFill>
        <p:spPr>
          <a:xfrm>
            <a:off x="545450" y="525379"/>
            <a:ext cx="650950" cy="160197"/>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COVER">
  <p:cSld name="BLANK_1_1_1">
    <p:bg>
      <p:bgPr>
        <a:solidFill>
          <a:srgbClr val="FFFFFF"/>
        </a:solidFill>
      </p:bgPr>
    </p:bg>
    <p:spTree>
      <p:nvGrpSpPr>
        <p:cNvPr id="133" name="Shape 133"/>
        <p:cNvGrpSpPr/>
        <p:nvPr/>
      </p:nvGrpSpPr>
      <p:grpSpPr>
        <a:xfrm>
          <a:off x="0" y="0"/>
          <a:ext cx="0" cy="0"/>
          <a:chOff x="0" y="0"/>
          <a:chExt cx="0" cy="0"/>
        </a:xfrm>
      </p:grpSpPr>
      <p:sp>
        <p:nvSpPr>
          <p:cNvPr id="134" name="Google Shape;134;p14"/>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SzPts val="3400"/>
              <a:buNone/>
              <a:defRPr sz="3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cxnSp>
        <p:nvCxnSpPr>
          <p:cNvPr id="135" name="Google Shape;135;p14"/>
          <p:cNvCxnSpPr/>
          <p:nvPr/>
        </p:nvCxnSpPr>
        <p:spPr>
          <a:xfrm flipH="1" rot="10800000">
            <a:off x="4688725" y="361350"/>
            <a:ext cx="3909900" cy="6900"/>
          </a:xfrm>
          <a:prstGeom prst="straightConnector1">
            <a:avLst/>
          </a:prstGeom>
          <a:noFill/>
          <a:ln cap="flat" cmpd="sng" w="9525">
            <a:solidFill>
              <a:srgbClr val="131313"/>
            </a:solidFill>
            <a:prstDash val="solid"/>
            <a:round/>
            <a:headEnd len="med" w="med" type="none"/>
            <a:tailEnd len="med" w="med" type="none"/>
          </a:ln>
        </p:spPr>
      </p:cxnSp>
      <p:cxnSp>
        <p:nvCxnSpPr>
          <p:cNvPr id="136" name="Google Shape;136;p14"/>
          <p:cNvCxnSpPr/>
          <p:nvPr/>
        </p:nvCxnSpPr>
        <p:spPr>
          <a:xfrm flipH="1" rot="10800000">
            <a:off x="4688725" y="842850"/>
            <a:ext cx="3909900" cy="6900"/>
          </a:xfrm>
          <a:prstGeom prst="straightConnector1">
            <a:avLst/>
          </a:prstGeom>
          <a:noFill/>
          <a:ln cap="flat" cmpd="sng" w="9525">
            <a:solidFill>
              <a:srgbClr val="131313"/>
            </a:solidFill>
            <a:prstDash val="solid"/>
            <a:round/>
            <a:headEnd len="med" w="med" type="none"/>
            <a:tailEnd len="med" w="med" type="none"/>
          </a:ln>
        </p:spPr>
      </p:cxnSp>
      <p:cxnSp>
        <p:nvCxnSpPr>
          <p:cNvPr id="137" name="Google Shape;137;p14"/>
          <p:cNvCxnSpPr/>
          <p:nvPr/>
        </p:nvCxnSpPr>
        <p:spPr>
          <a:xfrm>
            <a:off x="4687525" y="4394822"/>
            <a:ext cx="3912300" cy="0"/>
          </a:xfrm>
          <a:prstGeom prst="straightConnector1">
            <a:avLst/>
          </a:prstGeom>
          <a:noFill/>
          <a:ln cap="flat" cmpd="sng" w="9525">
            <a:solidFill>
              <a:schemeClr val="dk1"/>
            </a:solidFill>
            <a:prstDash val="solid"/>
            <a:round/>
            <a:headEnd len="med" w="med" type="none"/>
            <a:tailEnd len="med" w="med" type="none"/>
          </a:ln>
        </p:spPr>
      </p:cxnSp>
      <p:sp>
        <p:nvSpPr>
          <p:cNvPr id="138" name="Google Shape;138;p14"/>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chemeClr val="dk1"/>
              </a:buClr>
              <a:buSzPts val="800"/>
              <a:buNone/>
              <a:defRPr b="1" sz="800">
                <a:solidFill>
                  <a:schemeClr val="dk1"/>
                </a:solidFill>
              </a:defRPr>
            </a:lvl1pPr>
            <a:lvl2pPr lvl="1" rtl="0" algn="r">
              <a:lnSpc>
                <a:spcPct val="100000"/>
              </a:lnSpc>
              <a:spcBef>
                <a:spcPts val="0"/>
              </a:spcBef>
              <a:spcAft>
                <a:spcPts val="0"/>
              </a:spcAft>
              <a:buClr>
                <a:schemeClr val="dk1"/>
              </a:buClr>
              <a:buSzPts val="1000"/>
              <a:buNone/>
              <a:defRPr b="1" sz="1000">
                <a:solidFill>
                  <a:schemeClr val="dk1"/>
                </a:solidFill>
              </a:defRPr>
            </a:lvl2pPr>
            <a:lvl3pPr lvl="2" rtl="0" algn="r">
              <a:lnSpc>
                <a:spcPct val="100000"/>
              </a:lnSpc>
              <a:spcBef>
                <a:spcPts val="0"/>
              </a:spcBef>
              <a:spcAft>
                <a:spcPts val="0"/>
              </a:spcAft>
              <a:buClr>
                <a:schemeClr val="dk1"/>
              </a:buClr>
              <a:buSzPts val="1000"/>
              <a:buNone/>
              <a:defRPr b="1" sz="1000">
                <a:solidFill>
                  <a:schemeClr val="dk1"/>
                </a:solidFill>
              </a:defRPr>
            </a:lvl3pPr>
            <a:lvl4pPr lvl="3" rtl="0" algn="r">
              <a:lnSpc>
                <a:spcPct val="100000"/>
              </a:lnSpc>
              <a:spcBef>
                <a:spcPts val="0"/>
              </a:spcBef>
              <a:spcAft>
                <a:spcPts val="0"/>
              </a:spcAft>
              <a:buClr>
                <a:schemeClr val="dk1"/>
              </a:buClr>
              <a:buSzPts val="1000"/>
              <a:buNone/>
              <a:defRPr b="1" sz="1000">
                <a:solidFill>
                  <a:schemeClr val="dk1"/>
                </a:solidFill>
              </a:defRPr>
            </a:lvl4pPr>
            <a:lvl5pPr lvl="4" rtl="0" algn="r">
              <a:lnSpc>
                <a:spcPct val="100000"/>
              </a:lnSpc>
              <a:spcBef>
                <a:spcPts val="0"/>
              </a:spcBef>
              <a:spcAft>
                <a:spcPts val="0"/>
              </a:spcAft>
              <a:buClr>
                <a:schemeClr val="dk1"/>
              </a:buClr>
              <a:buSzPts val="1000"/>
              <a:buNone/>
              <a:defRPr b="1" sz="1000">
                <a:solidFill>
                  <a:schemeClr val="dk1"/>
                </a:solidFill>
              </a:defRPr>
            </a:lvl5pPr>
            <a:lvl6pPr lvl="5" rtl="0" algn="r">
              <a:lnSpc>
                <a:spcPct val="100000"/>
              </a:lnSpc>
              <a:spcBef>
                <a:spcPts val="0"/>
              </a:spcBef>
              <a:spcAft>
                <a:spcPts val="0"/>
              </a:spcAft>
              <a:buClr>
                <a:schemeClr val="dk1"/>
              </a:buClr>
              <a:buSzPts val="1000"/>
              <a:buNone/>
              <a:defRPr b="1" sz="1000">
                <a:solidFill>
                  <a:schemeClr val="dk1"/>
                </a:solidFill>
              </a:defRPr>
            </a:lvl6pPr>
            <a:lvl7pPr lvl="6" rtl="0" algn="r">
              <a:lnSpc>
                <a:spcPct val="100000"/>
              </a:lnSpc>
              <a:spcBef>
                <a:spcPts val="0"/>
              </a:spcBef>
              <a:spcAft>
                <a:spcPts val="0"/>
              </a:spcAft>
              <a:buClr>
                <a:schemeClr val="dk1"/>
              </a:buClr>
              <a:buSzPts val="1000"/>
              <a:buNone/>
              <a:defRPr b="1" sz="1000">
                <a:solidFill>
                  <a:schemeClr val="dk1"/>
                </a:solidFill>
              </a:defRPr>
            </a:lvl7pPr>
            <a:lvl8pPr lvl="7" rtl="0" algn="r">
              <a:lnSpc>
                <a:spcPct val="100000"/>
              </a:lnSpc>
              <a:spcBef>
                <a:spcPts val="0"/>
              </a:spcBef>
              <a:spcAft>
                <a:spcPts val="0"/>
              </a:spcAft>
              <a:buClr>
                <a:schemeClr val="dk1"/>
              </a:buClr>
              <a:buSzPts val="1000"/>
              <a:buNone/>
              <a:defRPr b="1" sz="1000">
                <a:solidFill>
                  <a:schemeClr val="dk1"/>
                </a:solidFill>
              </a:defRPr>
            </a:lvl8pPr>
            <a:lvl9pPr lvl="8" rtl="0" algn="r">
              <a:lnSpc>
                <a:spcPct val="100000"/>
              </a:lnSpc>
              <a:spcBef>
                <a:spcPts val="0"/>
              </a:spcBef>
              <a:spcAft>
                <a:spcPts val="0"/>
              </a:spcAft>
              <a:buClr>
                <a:schemeClr val="dk1"/>
              </a:buClr>
              <a:buSzPts val="1000"/>
              <a:buNone/>
              <a:defRPr b="1" sz="1000">
                <a:solidFill>
                  <a:schemeClr val="dk1"/>
                </a:solidFill>
              </a:defRPr>
            </a:lvl9pPr>
          </a:lstStyle>
          <a:p/>
        </p:txBody>
      </p:sp>
      <p:sp>
        <p:nvSpPr>
          <p:cNvPr id="139" name="Google Shape;139;p14"/>
          <p:cNvSpPr txBox="1"/>
          <p:nvPr>
            <p:ph idx="2" type="subTitle"/>
          </p:nvPr>
        </p:nvSpPr>
        <p:spPr>
          <a:xfrm>
            <a:off x="4688725" y="1287900"/>
            <a:ext cx="3909900" cy="160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dk1"/>
              </a:buClr>
              <a:buSzPts val="600"/>
              <a:buNone/>
              <a:defRPr sz="600">
                <a:solidFill>
                  <a:schemeClr val="dk1"/>
                </a:solidFill>
              </a:defRPr>
            </a:lvl1pPr>
            <a:lvl2pPr lvl="1" rtl="0">
              <a:lnSpc>
                <a:spcPct val="100000"/>
              </a:lnSpc>
              <a:spcBef>
                <a:spcPts val="0"/>
              </a:spcBef>
              <a:spcAft>
                <a:spcPts val="0"/>
              </a:spcAft>
              <a:buClr>
                <a:schemeClr val="dk1"/>
              </a:buClr>
              <a:buSzPts val="800"/>
              <a:buNone/>
              <a:defRPr sz="800">
                <a:solidFill>
                  <a:schemeClr val="dk1"/>
                </a:solidFill>
              </a:defRPr>
            </a:lvl2pPr>
            <a:lvl3pPr lvl="2" rtl="0">
              <a:lnSpc>
                <a:spcPct val="100000"/>
              </a:lnSpc>
              <a:spcBef>
                <a:spcPts val="0"/>
              </a:spcBef>
              <a:spcAft>
                <a:spcPts val="0"/>
              </a:spcAft>
              <a:buClr>
                <a:schemeClr val="dk1"/>
              </a:buClr>
              <a:buSzPts val="800"/>
              <a:buNone/>
              <a:defRPr sz="800">
                <a:solidFill>
                  <a:schemeClr val="dk1"/>
                </a:solidFill>
              </a:defRPr>
            </a:lvl3pPr>
            <a:lvl4pPr lvl="3" rtl="0">
              <a:lnSpc>
                <a:spcPct val="100000"/>
              </a:lnSpc>
              <a:spcBef>
                <a:spcPts val="0"/>
              </a:spcBef>
              <a:spcAft>
                <a:spcPts val="0"/>
              </a:spcAft>
              <a:buClr>
                <a:schemeClr val="dk1"/>
              </a:buClr>
              <a:buSzPts val="800"/>
              <a:buNone/>
              <a:defRPr sz="800">
                <a:solidFill>
                  <a:schemeClr val="dk1"/>
                </a:solidFill>
              </a:defRPr>
            </a:lvl4pPr>
            <a:lvl5pPr lvl="4" rtl="0">
              <a:lnSpc>
                <a:spcPct val="100000"/>
              </a:lnSpc>
              <a:spcBef>
                <a:spcPts val="0"/>
              </a:spcBef>
              <a:spcAft>
                <a:spcPts val="0"/>
              </a:spcAft>
              <a:buClr>
                <a:schemeClr val="dk1"/>
              </a:buClr>
              <a:buSzPts val="800"/>
              <a:buNone/>
              <a:defRPr sz="800">
                <a:solidFill>
                  <a:schemeClr val="dk1"/>
                </a:solidFill>
              </a:defRPr>
            </a:lvl5pPr>
            <a:lvl6pPr lvl="5" rtl="0">
              <a:lnSpc>
                <a:spcPct val="100000"/>
              </a:lnSpc>
              <a:spcBef>
                <a:spcPts val="0"/>
              </a:spcBef>
              <a:spcAft>
                <a:spcPts val="0"/>
              </a:spcAft>
              <a:buClr>
                <a:schemeClr val="dk1"/>
              </a:buClr>
              <a:buSzPts val="800"/>
              <a:buNone/>
              <a:defRPr sz="800">
                <a:solidFill>
                  <a:schemeClr val="dk1"/>
                </a:solidFill>
              </a:defRPr>
            </a:lvl6pPr>
            <a:lvl7pPr lvl="6" rtl="0">
              <a:lnSpc>
                <a:spcPct val="100000"/>
              </a:lnSpc>
              <a:spcBef>
                <a:spcPts val="0"/>
              </a:spcBef>
              <a:spcAft>
                <a:spcPts val="0"/>
              </a:spcAft>
              <a:buClr>
                <a:schemeClr val="dk1"/>
              </a:buClr>
              <a:buSzPts val="800"/>
              <a:buNone/>
              <a:defRPr sz="800">
                <a:solidFill>
                  <a:schemeClr val="dk1"/>
                </a:solidFill>
              </a:defRPr>
            </a:lvl7pPr>
            <a:lvl8pPr lvl="7" rtl="0">
              <a:lnSpc>
                <a:spcPct val="100000"/>
              </a:lnSpc>
              <a:spcBef>
                <a:spcPts val="0"/>
              </a:spcBef>
              <a:spcAft>
                <a:spcPts val="0"/>
              </a:spcAft>
              <a:buClr>
                <a:schemeClr val="dk1"/>
              </a:buClr>
              <a:buSzPts val="800"/>
              <a:buNone/>
              <a:defRPr sz="800">
                <a:solidFill>
                  <a:schemeClr val="dk1"/>
                </a:solidFill>
              </a:defRPr>
            </a:lvl8pPr>
            <a:lvl9pPr lvl="8" rtl="0">
              <a:lnSpc>
                <a:spcPct val="100000"/>
              </a:lnSpc>
              <a:spcBef>
                <a:spcPts val="0"/>
              </a:spcBef>
              <a:spcAft>
                <a:spcPts val="0"/>
              </a:spcAft>
              <a:buClr>
                <a:schemeClr val="dk1"/>
              </a:buClr>
              <a:buSzPts val="800"/>
              <a:buNone/>
              <a:defRPr sz="800">
                <a:solidFill>
                  <a:schemeClr val="dk1"/>
                </a:solidFill>
              </a:defRPr>
            </a:lvl9pPr>
          </a:lstStyle>
          <a:p/>
        </p:txBody>
      </p:sp>
      <p:sp>
        <p:nvSpPr>
          <p:cNvPr id="140" name="Google Shape;140;p14"/>
          <p:cNvSpPr txBox="1"/>
          <p:nvPr>
            <p:ph idx="3" type="subTitle"/>
          </p:nvPr>
        </p:nvSpPr>
        <p:spPr>
          <a:xfrm>
            <a:off x="4687525"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800"/>
              <a:buNone/>
              <a:defRPr b="1" sz="8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sp>
        <p:nvSpPr>
          <p:cNvPr id="141" name="Google Shape;141;p14"/>
          <p:cNvSpPr txBox="1"/>
          <p:nvPr>
            <p:ph idx="4" type="subTitle"/>
          </p:nvPr>
        </p:nvSpPr>
        <p:spPr>
          <a:xfrm>
            <a:off x="4687525"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sz="600">
                <a:solidFill>
                  <a:schemeClr val="dk1"/>
                </a:solidFill>
              </a:defRPr>
            </a:lvl1pPr>
            <a:lvl2pPr lvl="1" rtl="0">
              <a:lnSpc>
                <a:spcPct val="100000"/>
              </a:lnSpc>
              <a:spcBef>
                <a:spcPts val="0"/>
              </a:spcBef>
              <a:spcAft>
                <a:spcPts val="0"/>
              </a:spcAft>
              <a:buClr>
                <a:schemeClr val="dk1"/>
              </a:buClr>
              <a:buSzPts val="800"/>
              <a:buNone/>
              <a:defRPr sz="800">
                <a:solidFill>
                  <a:schemeClr val="dk1"/>
                </a:solidFill>
              </a:defRPr>
            </a:lvl2pPr>
            <a:lvl3pPr lvl="2" rtl="0">
              <a:lnSpc>
                <a:spcPct val="100000"/>
              </a:lnSpc>
              <a:spcBef>
                <a:spcPts val="0"/>
              </a:spcBef>
              <a:spcAft>
                <a:spcPts val="0"/>
              </a:spcAft>
              <a:buClr>
                <a:schemeClr val="dk1"/>
              </a:buClr>
              <a:buSzPts val="800"/>
              <a:buNone/>
              <a:defRPr sz="800">
                <a:solidFill>
                  <a:schemeClr val="dk1"/>
                </a:solidFill>
              </a:defRPr>
            </a:lvl3pPr>
            <a:lvl4pPr lvl="3" rtl="0">
              <a:lnSpc>
                <a:spcPct val="100000"/>
              </a:lnSpc>
              <a:spcBef>
                <a:spcPts val="0"/>
              </a:spcBef>
              <a:spcAft>
                <a:spcPts val="0"/>
              </a:spcAft>
              <a:buClr>
                <a:schemeClr val="dk1"/>
              </a:buClr>
              <a:buSzPts val="800"/>
              <a:buNone/>
              <a:defRPr sz="800">
                <a:solidFill>
                  <a:schemeClr val="dk1"/>
                </a:solidFill>
              </a:defRPr>
            </a:lvl4pPr>
            <a:lvl5pPr lvl="4" rtl="0">
              <a:lnSpc>
                <a:spcPct val="100000"/>
              </a:lnSpc>
              <a:spcBef>
                <a:spcPts val="0"/>
              </a:spcBef>
              <a:spcAft>
                <a:spcPts val="0"/>
              </a:spcAft>
              <a:buClr>
                <a:schemeClr val="dk1"/>
              </a:buClr>
              <a:buSzPts val="800"/>
              <a:buNone/>
              <a:defRPr sz="800">
                <a:solidFill>
                  <a:schemeClr val="dk1"/>
                </a:solidFill>
              </a:defRPr>
            </a:lvl5pPr>
            <a:lvl6pPr lvl="5" rtl="0">
              <a:lnSpc>
                <a:spcPct val="100000"/>
              </a:lnSpc>
              <a:spcBef>
                <a:spcPts val="0"/>
              </a:spcBef>
              <a:spcAft>
                <a:spcPts val="0"/>
              </a:spcAft>
              <a:buClr>
                <a:schemeClr val="dk1"/>
              </a:buClr>
              <a:buSzPts val="800"/>
              <a:buNone/>
              <a:defRPr sz="800">
                <a:solidFill>
                  <a:schemeClr val="dk1"/>
                </a:solidFill>
              </a:defRPr>
            </a:lvl6pPr>
            <a:lvl7pPr lvl="6" rtl="0">
              <a:lnSpc>
                <a:spcPct val="100000"/>
              </a:lnSpc>
              <a:spcBef>
                <a:spcPts val="0"/>
              </a:spcBef>
              <a:spcAft>
                <a:spcPts val="0"/>
              </a:spcAft>
              <a:buClr>
                <a:schemeClr val="dk1"/>
              </a:buClr>
              <a:buSzPts val="800"/>
              <a:buNone/>
              <a:defRPr sz="800">
                <a:solidFill>
                  <a:schemeClr val="dk1"/>
                </a:solidFill>
              </a:defRPr>
            </a:lvl7pPr>
            <a:lvl8pPr lvl="7" rtl="0">
              <a:lnSpc>
                <a:spcPct val="100000"/>
              </a:lnSpc>
              <a:spcBef>
                <a:spcPts val="0"/>
              </a:spcBef>
              <a:spcAft>
                <a:spcPts val="0"/>
              </a:spcAft>
              <a:buClr>
                <a:schemeClr val="dk1"/>
              </a:buClr>
              <a:buSzPts val="800"/>
              <a:buNone/>
              <a:defRPr sz="800">
                <a:solidFill>
                  <a:schemeClr val="dk1"/>
                </a:solidFill>
              </a:defRPr>
            </a:lvl8pPr>
            <a:lvl9pPr lvl="8" rtl="0">
              <a:lnSpc>
                <a:spcPct val="100000"/>
              </a:lnSpc>
              <a:spcBef>
                <a:spcPts val="0"/>
              </a:spcBef>
              <a:spcAft>
                <a:spcPts val="0"/>
              </a:spcAft>
              <a:buClr>
                <a:schemeClr val="dk1"/>
              </a:buClr>
              <a:buSzPts val="800"/>
              <a:buNone/>
              <a:defRPr sz="800">
                <a:solidFill>
                  <a:schemeClr val="dk1"/>
                </a:solidFill>
              </a:defRPr>
            </a:lvl9pPr>
          </a:lstStyle>
          <a:p/>
        </p:txBody>
      </p:sp>
      <p:sp>
        <p:nvSpPr>
          <p:cNvPr id="142" name="Google Shape;142;p14"/>
          <p:cNvSpPr txBox="1"/>
          <p:nvPr>
            <p:ph idx="5" type="subTitle"/>
          </p:nvPr>
        </p:nvSpPr>
        <p:spPr>
          <a:xfrm>
            <a:off x="6759163"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800"/>
              <a:buNone/>
              <a:defRPr b="1" sz="8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sp>
        <p:nvSpPr>
          <p:cNvPr id="143" name="Google Shape;143;p14"/>
          <p:cNvSpPr txBox="1"/>
          <p:nvPr>
            <p:ph idx="6" type="subTitle"/>
          </p:nvPr>
        </p:nvSpPr>
        <p:spPr>
          <a:xfrm>
            <a:off x="6759163"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sz="600">
                <a:solidFill>
                  <a:schemeClr val="dk1"/>
                </a:solidFill>
              </a:defRPr>
            </a:lvl1pPr>
            <a:lvl2pPr lvl="1" rtl="0">
              <a:lnSpc>
                <a:spcPct val="100000"/>
              </a:lnSpc>
              <a:spcBef>
                <a:spcPts val="0"/>
              </a:spcBef>
              <a:spcAft>
                <a:spcPts val="0"/>
              </a:spcAft>
              <a:buClr>
                <a:schemeClr val="dk1"/>
              </a:buClr>
              <a:buSzPts val="800"/>
              <a:buNone/>
              <a:defRPr sz="800">
                <a:solidFill>
                  <a:schemeClr val="dk1"/>
                </a:solidFill>
              </a:defRPr>
            </a:lvl2pPr>
            <a:lvl3pPr lvl="2" rtl="0">
              <a:lnSpc>
                <a:spcPct val="100000"/>
              </a:lnSpc>
              <a:spcBef>
                <a:spcPts val="0"/>
              </a:spcBef>
              <a:spcAft>
                <a:spcPts val="0"/>
              </a:spcAft>
              <a:buClr>
                <a:schemeClr val="dk1"/>
              </a:buClr>
              <a:buSzPts val="800"/>
              <a:buNone/>
              <a:defRPr sz="800">
                <a:solidFill>
                  <a:schemeClr val="dk1"/>
                </a:solidFill>
              </a:defRPr>
            </a:lvl3pPr>
            <a:lvl4pPr lvl="3" rtl="0">
              <a:lnSpc>
                <a:spcPct val="100000"/>
              </a:lnSpc>
              <a:spcBef>
                <a:spcPts val="0"/>
              </a:spcBef>
              <a:spcAft>
                <a:spcPts val="0"/>
              </a:spcAft>
              <a:buClr>
                <a:schemeClr val="dk1"/>
              </a:buClr>
              <a:buSzPts val="800"/>
              <a:buNone/>
              <a:defRPr sz="800">
                <a:solidFill>
                  <a:schemeClr val="dk1"/>
                </a:solidFill>
              </a:defRPr>
            </a:lvl4pPr>
            <a:lvl5pPr lvl="4" rtl="0">
              <a:lnSpc>
                <a:spcPct val="100000"/>
              </a:lnSpc>
              <a:spcBef>
                <a:spcPts val="0"/>
              </a:spcBef>
              <a:spcAft>
                <a:spcPts val="0"/>
              </a:spcAft>
              <a:buClr>
                <a:schemeClr val="dk1"/>
              </a:buClr>
              <a:buSzPts val="800"/>
              <a:buNone/>
              <a:defRPr sz="800">
                <a:solidFill>
                  <a:schemeClr val="dk1"/>
                </a:solidFill>
              </a:defRPr>
            </a:lvl5pPr>
            <a:lvl6pPr lvl="5" rtl="0">
              <a:lnSpc>
                <a:spcPct val="100000"/>
              </a:lnSpc>
              <a:spcBef>
                <a:spcPts val="0"/>
              </a:spcBef>
              <a:spcAft>
                <a:spcPts val="0"/>
              </a:spcAft>
              <a:buClr>
                <a:schemeClr val="dk1"/>
              </a:buClr>
              <a:buSzPts val="800"/>
              <a:buNone/>
              <a:defRPr sz="800">
                <a:solidFill>
                  <a:schemeClr val="dk1"/>
                </a:solidFill>
              </a:defRPr>
            </a:lvl6pPr>
            <a:lvl7pPr lvl="6" rtl="0">
              <a:lnSpc>
                <a:spcPct val="100000"/>
              </a:lnSpc>
              <a:spcBef>
                <a:spcPts val="0"/>
              </a:spcBef>
              <a:spcAft>
                <a:spcPts val="0"/>
              </a:spcAft>
              <a:buClr>
                <a:schemeClr val="dk1"/>
              </a:buClr>
              <a:buSzPts val="800"/>
              <a:buNone/>
              <a:defRPr sz="800">
                <a:solidFill>
                  <a:schemeClr val="dk1"/>
                </a:solidFill>
              </a:defRPr>
            </a:lvl7pPr>
            <a:lvl8pPr lvl="7" rtl="0">
              <a:lnSpc>
                <a:spcPct val="100000"/>
              </a:lnSpc>
              <a:spcBef>
                <a:spcPts val="0"/>
              </a:spcBef>
              <a:spcAft>
                <a:spcPts val="0"/>
              </a:spcAft>
              <a:buClr>
                <a:schemeClr val="dk1"/>
              </a:buClr>
              <a:buSzPts val="800"/>
              <a:buNone/>
              <a:defRPr sz="800">
                <a:solidFill>
                  <a:schemeClr val="dk1"/>
                </a:solidFill>
              </a:defRPr>
            </a:lvl8pPr>
            <a:lvl9pPr lvl="8" rtl="0">
              <a:lnSpc>
                <a:spcPct val="100000"/>
              </a:lnSpc>
              <a:spcBef>
                <a:spcPts val="0"/>
              </a:spcBef>
              <a:spcAft>
                <a:spcPts val="0"/>
              </a:spcAft>
              <a:buClr>
                <a:schemeClr val="dk1"/>
              </a:buClr>
              <a:buSzPts val="800"/>
              <a:buNone/>
              <a:defRPr sz="800">
                <a:solidFill>
                  <a:schemeClr val="dk1"/>
                </a:solidFill>
              </a:defRPr>
            </a:lvl9pPr>
          </a:lstStyle>
          <a:p/>
        </p:txBody>
      </p:sp>
      <p:pic>
        <p:nvPicPr>
          <p:cNvPr id="144" name="Google Shape;144;p14"/>
          <p:cNvPicPr preferRelativeResize="0"/>
          <p:nvPr/>
        </p:nvPicPr>
        <p:blipFill>
          <a:blip r:embed="rId2">
            <a:alphaModFix/>
          </a:blip>
          <a:stretch>
            <a:fillRect/>
          </a:stretch>
        </p:blipFill>
        <p:spPr>
          <a:xfrm>
            <a:off x="4691338" y="525379"/>
            <a:ext cx="650950" cy="160197"/>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TITLE">
  <p:cSld name="BLANK_1_1_1_1">
    <p:bg>
      <p:bgPr>
        <a:solidFill>
          <a:srgbClr val="FFFFFF"/>
        </a:solidFill>
      </p:bgPr>
    </p:bg>
    <p:spTree>
      <p:nvGrpSpPr>
        <p:cNvPr id="145" name="Shape 145"/>
        <p:cNvGrpSpPr/>
        <p:nvPr/>
      </p:nvGrpSpPr>
      <p:grpSpPr>
        <a:xfrm>
          <a:off x="0" y="0"/>
          <a:ext cx="0" cy="0"/>
          <a:chOff x="0" y="0"/>
          <a:chExt cx="0" cy="0"/>
        </a:xfrm>
      </p:grpSpPr>
      <p:sp>
        <p:nvSpPr>
          <p:cNvPr id="146" name="Google Shape;146;p15"/>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147" name="Google Shape;147;p15"/>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148" name="Google Shape;148;p15"/>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149" name="Google Shape;149;p15"/>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150" name="Google Shape;150;p15"/>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151" name="Google Shape;151;p1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52" name="Google Shape;152;p15"/>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TITLE - 2">
  <p:cSld name="BLANK_1_1_1_1_8">
    <p:bg>
      <p:bgPr>
        <a:solidFill>
          <a:srgbClr val="FFFFFF"/>
        </a:solidFill>
      </p:bgPr>
    </p:bg>
    <p:spTree>
      <p:nvGrpSpPr>
        <p:cNvPr id="153" name="Shape 153"/>
        <p:cNvGrpSpPr/>
        <p:nvPr/>
      </p:nvGrpSpPr>
      <p:grpSpPr>
        <a:xfrm>
          <a:off x="0" y="0"/>
          <a:ext cx="0" cy="0"/>
          <a:chOff x="0" y="0"/>
          <a:chExt cx="0" cy="0"/>
        </a:xfrm>
      </p:grpSpPr>
      <p:cxnSp>
        <p:nvCxnSpPr>
          <p:cNvPr id="154" name="Google Shape;154;p16"/>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155" name="Google Shape;155;p16"/>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156" name="Google Shape;156;p1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16"/>
          <p:cNvSpPr txBox="1"/>
          <p:nvPr>
            <p:ph type="ctrTitle"/>
          </p:nvPr>
        </p:nvSpPr>
        <p:spPr>
          <a:xfrm>
            <a:off x="545450" y="368250"/>
            <a:ext cx="8053200" cy="8388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158" name="Google Shape;158;p16"/>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159" name="Google Shape;159;p16"/>
          <p:cNvCxnSpPr/>
          <p:nvPr/>
        </p:nvCxnSpPr>
        <p:spPr>
          <a:xfrm flipH="1" rot="10800000">
            <a:off x="545450" y="1200017"/>
            <a:ext cx="8053200" cy="6900"/>
          </a:xfrm>
          <a:prstGeom prst="straightConnector1">
            <a:avLst/>
          </a:prstGeom>
          <a:noFill/>
          <a:ln cap="flat" cmpd="sng" w="9525">
            <a:solidFill>
              <a:srgbClr val="131313"/>
            </a:solidFill>
            <a:prstDash val="solid"/>
            <a:round/>
            <a:headEnd len="med" w="med" type="none"/>
            <a:tailEnd len="med" w="med" type="none"/>
          </a:ln>
        </p:spPr>
      </p:cxnSp>
      <p:pic>
        <p:nvPicPr>
          <p:cNvPr id="160" name="Google Shape;160;p16"/>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INDEX">
  <p:cSld name="BLANK_1_1_1_1_6">
    <p:bg>
      <p:bgPr>
        <a:solidFill>
          <a:srgbClr val="FFFFFF"/>
        </a:solidFill>
      </p:bgPr>
    </p:bg>
    <p:spTree>
      <p:nvGrpSpPr>
        <p:cNvPr id="161" name="Shape 161"/>
        <p:cNvGrpSpPr/>
        <p:nvPr/>
      </p:nvGrpSpPr>
      <p:grpSpPr>
        <a:xfrm>
          <a:off x="0" y="0"/>
          <a:ext cx="0" cy="0"/>
          <a:chOff x="0" y="0"/>
          <a:chExt cx="0" cy="0"/>
        </a:xfrm>
      </p:grpSpPr>
      <p:cxnSp>
        <p:nvCxnSpPr>
          <p:cNvPr id="162" name="Google Shape;162;p17"/>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163" name="Google Shape;163;p17"/>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164" name="Google Shape;164;p1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165" name="Google Shape;165;p17"/>
          <p:cNvCxnSpPr/>
          <p:nvPr/>
        </p:nvCxnSpPr>
        <p:spPr>
          <a:xfrm>
            <a:off x="545450" y="1205389"/>
            <a:ext cx="2537400" cy="0"/>
          </a:xfrm>
          <a:prstGeom prst="straightConnector1">
            <a:avLst/>
          </a:prstGeom>
          <a:noFill/>
          <a:ln cap="flat" cmpd="sng" w="9525">
            <a:solidFill>
              <a:srgbClr val="131313"/>
            </a:solidFill>
            <a:prstDash val="solid"/>
            <a:round/>
            <a:headEnd len="med" w="med" type="none"/>
            <a:tailEnd len="med" w="med" type="none"/>
          </a:ln>
        </p:spPr>
      </p:cxnSp>
      <p:cxnSp>
        <p:nvCxnSpPr>
          <p:cNvPr id="166" name="Google Shape;166;p17"/>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167" name="Google Shape;167;p17"/>
          <p:cNvSpPr txBox="1"/>
          <p:nvPr>
            <p:ph type="ctrTitle"/>
          </p:nvPr>
        </p:nvSpPr>
        <p:spPr>
          <a:xfrm>
            <a:off x="545450" y="368250"/>
            <a:ext cx="2304300" cy="837300"/>
          </a:xfrm>
          <a:prstGeom prst="rect">
            <a:avLst/>
          </a:prstGeom>
        </p:spPr>
        <p:txBody>
          <a:bodyPr anchorCtr="0" anchor="ctr" bIns="0" lIns="0" spcFirstLastPara="1" rIns="0" wrap="square" tIns="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cxnSp>
        <p:nvCxnSpPr>
          <p:cNvPr id="168" name="Google Shape;168;p17"/>
          <p:cNvCxnSpPr/>
          <p:nvPr/>
        </p:nvCxnSpPr>
        <p:spPr>
          <a:xfrm>
            <a:off x="3082950" y="369400"/>
            <a:ext cx="0" cy="4182600"/>
          </a:xfrm>
          <a:prstGeom prst="straightConnector1">
            <a:avLst/>
          </a:prstGeom>
          <a:noFill/>
          <a:ln cap="flat" cmpd="sng" w="9525">
            <a:solidFill>
              <a:srgbClr val="131313"/>
            </a:solidFill>
            <a:prstDash val="solid"/>
            <a:round/>
            <a:headEnd len="med" w="med" type="none"/>
            <a:tailEnd len="med" w="med" type="none"/>
          </a:ln>
        </p:spPr>
      </p:cxnSp>
      <p:sp>
        <p:nvSpPr>
          <p:cNvPr id="169" name="Google Shape;169;p17"/>
          <p:cNvSpPr txBox="1"/>
          <p:nvPr>
            <p:ph idx="2" type="subTitle"/>
          </p:nvPr>
        </p:nvSpPr>
        <p:spPr>
          <a:xfrm>
            <a:off x="552900" y="1334614"/>
            <a:ext cx="2304300" cy="552000"/>
          </a:xfrm>
          <a:prstGeom prst="rect">
            <a:avLst/>
          </a:prstGeom>
        </p:spPr>
        <p:txBody>
          <a:bodyPr anchorCtr="0" anchor="t" bIns="0" lIns="0" spcFirstLastPara="1" rIns="0" wrap="square" tIns="0">
            <a:noAutofit/>
          </a:bodyPr>
          <a:lstStyle>
            <a:lvl1pPr lvl="0" rtl="0">
              <a:spcBef>
                <a:spcPts val="0"/>
              </a:spcBef>
              <a:spcAft>
                <a:spcPts val="0"/>
              </a:spcAft>
              <a:buSzPts val="1000"/>
              <a:buNone/>
              <a:defRPr sz="10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0" name="Google Shape;170;p17"/>
          <p:cNvSpPr txBox="1"/>
          <p:nvPr>
            <p:ph idx="3" type="body"/>
          </p:nvPr>
        </p:nvSpPr>
        <p:spPr>
          <a:xfrm>
            <a:off x="3998175" y="580950"/>
            <a:ext cx="1844700" cy="914400"/>
          </a:xfrm>
          <a:prstGeom prst="rect">
            <a:avLst/>
          </a:prstGeom>
        </p:spPr>
        <p:txBody>
          <a:bodyPr anchorCtr="0" anchor="t" bIns="0" lIns="0" spcFirstLastPara="1" rIns="0" wrap="square" tIns="0">
            <a:noAutofit/>
          </a:bodyPr>
          <a:lstStyle>
            <a:lvl1pPr indent="-317500" lvl="0" marL="457200">
              <a:lnSpc>
                <a:spcPct val="90000"/>
              </a:lnSpc>
              <a:spcBef>
                <a:spcPts val="0"/>
              </a:spcBef>
              <a:spcAft>
                <a:spcPts val="0"/>
              </a:spcAft>
              <a:buSzPts val="1400"/>
              <a:buChar char="●"/>
              <a:defRPr sz="1400"/>
            </a:lvl1pPr>
            <a:lvl2pPr indent="-317500" lvl="1" marL="914400">
              <a:lnSpc>
                <a:spcPct val="90000"/>
              </a:lnSpc>
              <a:spcBef>
                <a:spcPts val="1600"/>
              </a:spcBef>
              <a:spcAft>
                <a:spcPts val="0"/>
              </a:spcAft>
              <a:buSzPts val="1400"/>
              <a:buChar char="○"/>
              <a:defRPr/>
            </a:lvl2pPr>
            <a:lvl3pPr indent="-317500" lvl="2" marL="1371600">
              <a:lnSpc>
                <a:spcPct val="90000"/>
              </a:lnSpc>
              <a:spcBef>
                <a:spcPts val="1600"/>
              </a:spcBef>
              <a:spcAft>
                <a:spcPts val="0"/>
              </a:spcAft>
              <a:buSzPts val="1400"/>
              <a:buChar char="■"/>
              <a:defRPr/>
            </a:lvl3pPr>
            <a:lvl4pPr indent="-317500" lvl="3" marL="1828800">
              <a:lnSpc>
                <a:spcPct val="90000"/>
              </a:lnSpc>
              <a:spcBef>
                <a:spcPts val="1600"/>
              </a:spcBef>
              <a:spcAft>
                <a:spcPts val="0"/>
              </a:spcAft>
              <a:buSzPts val="1400"/>
              <a:buChar char="●"/>
              <a:defRPr/>
            </a:lvl4pPr>
            <a:lvl5pPr indent="-317500" lvl="4" marL="2286000">
              <a:lnSpc>
                <a:spcPct val="90000"/>
              </a:lnSpc>
              <a:spcBef>
                <a:spcPts val="1600"/>
              </a:spcBef>
              <a:spcAft>
                <a:spcPts val="0"/>
              </a:spcAft>
              <a:buSzPts val="1400"/>
              <a:buChar char="○"/>
              <a:defRPr/>
            </a:lvl5pPr>
            <a:lvl6pPr indent="-317500" lvl="5" marL="2743200">
              <a:lnSpc>
                <a:spcPct val="90000"/>
              </a:lnSpc>
              <a:spcBef>
                <a:spcPts val="1600"/>
              </a:spcBef>
              <a:spcAft>
                <a:spcPts val="0"/>
              </a:spcAft>
              <a:buSzPts val="1400"/>
              <a:buChar char="■"/>
              <a:defRPr/>
            </a:lvl6pPr>
            <a:lvl7pPr indent="-317500" lvl="6" marL="3200400">
              <a:lnSpc>
                <a:spcPct val="90000"/>
              </a:lnSpc>
              <a:spcBef>
                <a:spcPts val="1600"/>
              </a:spcBef>
              <a:spcAft>
                <a:spcPts val="0"/>
              </a:spcAft>
              <a:buSzPts val="1400"/>
              <a:buChar char="●"/>
              <a:defRPr/>
            </a:lvl7pPr>
            <a:lvl8pPr indent="-317500" lvl="7" marL="3657600">
              <a:lnSpc>
                <a:spcPct val="90000"/>
              </a:lnSpc>
              <a:spcBef>
                <a:spcPts val="1600"/>
              </a:spcBef>
              <a:spcAft>
                <a:spcPts val="0"/>
              </a:spcAft>
              <a:buSzPts val="1400"/>
              <a:buChar char="○"/>
              <a:defRPr/>
            </a:lvl8pPr>
            <a:lvl9pPr indent="-317500" lvl="8" marL="4114800">
              <a:lnSpc>
                <a:spcPct val="90000"/>
              </a:lnSpc>
              <a:spcBef>
                <a:spcPts val="1600"/>
              </a:spcBef>
              <a:spcAft>
                <a:spcPts val="1600"/>
              </a:spcAft>
              <a:buSzPts val="1400"/>
              <a:buChar char="■"/>
              <a:defRPr/>
            </a:lvl9pPr>
          </a:lstStyle>
          <a:p/>
        </p:txBody>
      </p:sp>
      <p:sp>
        <p:nvSpPr>
          <p:cNvPr id="171" name="Google Shape;171;p17"/>
          <p:cNvSpPr txBox="1"/>
          <p:nvPr>
            <p:ph idx="4" type="body"/>
          </p:nvPr>
        </p:nvSpPr>
        <p:spPr>
          <a:xfrm>
            <a:off x="6757950" y="580950"/>
            <a:ext cx="1844700" cy="914400"/>
          </a:xfrm>
          <a:prstGeom prst="rect">
            <a:avLst/>
          </a:prstGeom>
        </p:spPr>
        <p:txBody>
          <a:bodyPr anchorCtr="0" anchor="t" bIns="0" lIns="0" spcFirstLastPara="1" rIns="0" wrap="square" tIns="0">
            <a:noAutofit/>
          </a:bodyPr>
          <a:lstStyle>
            <a:lvl1pPr indent="-317500" lvl="0" marL="457200" rtl="0">
              <a:lnSpc>
                <a:spcPct val="90000"/>
              </a:lnSpc>
              <a:spcBef>
                <a:spcPts val="0"/>
              </a:spcBef>
              <a:spcAft>
                <a:spcPts val="0"/>
              </a:spcAft>
              <a:buSzPts val="1400"/>
              <a:buChar char="●"/>
              <a:defRPr sz="1400"/>
            </a:lvl1pPr>
            <a:lvl2pPr indent="-317500" lvl="1" marL="914400" rtl="0">
              <a:lnSpc>
                <a:spcPct val="90000"/>
              </a:lnSpc>
              <a:spcBef>
                <a:spcPts val="1600"/>
              </a:spcBef>
              <a:spcAft>
                <a:spcPts val="0"/>
              </a:spcAft>
              <a:buSzPts val="1400"/>
              <a:buChar char="○"/>
              <a:defRPr/>
            </a:lvl2pPr>
            <a:lvl3pPr indent="-317500" lvl="2" marL="1371600" rtl="0">
              <a:lnSpc>
                <a:spcPct val="90000"/>
              </a:lnSpc>
              <a:spcBef>
                <a:spcPts val="1600"/>
              </a:spcBef>
              <a:spcAft>
                <a:spcPts val="0"/>
              </a:spcAft>
              <a:buSzPts val="1400"/>
              <a:buChar char="■"/>
              <a:defRPr/>
            </a:lvl3pPr>
            <a:lvl4pPr indent="-317500" lvl="3" marL="1828800" rtl="0">
              <a:lnSpc>
                <a:spcPct val="90000"/>
              </a:lnSpc>
              <a:spcBef>
                <a:spcPts val="1600"/>
              </a:spcBef>
              <a:spcAft>
                <a:spcPts val="0"/>
              </a:spcAft>
              <a:buSzPts val="1400"/>
              <a:buChar char="●"/>
              <a:defRPr/>
            </a:lvl4pPr>
            <a:lvl5pPr indent="-317500" lvl="4" marL="2286000" rtl="0">
              <a:lnSpc>
                <a:spcPct val="90000"/>
              </a:lnSpc>
              <a:spcBef>
                <a:spcPts val="1600"/>
              </a:spcBef>
              <a:spcAft>
                <a:spcPts val="0"/>
              </a:spcAft>
              <a:buSzPts val="1400"/>
              <a:buChar char="○"/>
              <a:defRPr/>
            </a:lvl5pPr>
            <a:lvl6pPr indent="-317500" lvl="5" marL="2743200" rtl="0">
              <a:lnSpc>
                <a:spcPct val="90000"/>
              </a:lnSpc>
              <a:spcBef>
                <a:spcPts val="1600"/>
              </a:spcBef>
              <a:spcAft>
                <a:spcPts val="0"/>
              </a:spcAft>
              <a:buSzPts val="1400"/>
              <a:buChar char="■"/>
              <a:defRPr/>
            </a:lvl6pPr>
            <a:lvl7pPr indent="-317500" lvl="6" marL="3200400" rtl="0">
              <a:lnSpc>
                <a:spcPct val="90000"/>
              </a:lnSpc>
              <a:spcBef>
                <a:spcPts val="1600"/>
              </a:spcBef>
              <a:spcAft>
                <a:spcPts val="0"/>
              </a:spcAft>
              <a:buSzPts val="1400"/>
              <a:buChar char="●"/>
              <a:defRPr/>
            </a:lvl7pPr>
            <a:lvl8pPr indent="-317500" lvl="7" marL="3657600" rtl="0">
              <a:lnSpc>
                <a:spcPct val="90000"/>
              </a:lnSpc>
              <a:spcBef>
                <a:spcPts val="1600"/>
              </a:spcBef>
              <a:spcAft>
                <a:spcPts val="0"/>
              </a:spcAft>
              <a:buSzPts val="1400"/>
              <a:buChar char="○"/>
              <a:defRPr/>
            </a:lvl8pPr>
            <a:lvl9pPr indent="-317500" lvl="8" marL="4114800" rtl="0">
              <a:lnSpc>
                <a:spcPct val="90000"/>
              </a:lnSpc>
              <a:spcBef>
                <a:spcPts val="1600"/>
              </a:spcBef>
              <a:spcAft>
                <a:spcPts val="1600"/>
              </a:spcAft>
              <a:buSzPts val="1400"/>
              <a:buChar char="■"/>
              <a:defRPr/>
            </a:lvl9pPr>
          </a:lstStyle>
          <a:p/>
        </p:txBody>
      </p:sp>
      <p:sp>
        <p:nvSpPr>
          <p:cNvPr id="172" name="Google Shape;172;p17"/>
          <p:cNvSpPr txBox="1"/>
          <p:nvPr>
            <p:ph idx="5" type="body"/>
          </p:nvPr>
        </p:nvSpPr>
        <p:spPr>
          <a:xfrm>
            <a:off x="3998175" y="1708050"/>
            <a:ext cx="1844700" cy="914400"/>
          </a:xfrm>
          <a:prstGeom prst="rect">
            <a:avLst/>
          </a:prstGeom>
        </p:spPr>
        <p:txBody>
          <a:bodyPr anchorCtr="0" anchor="t" bIns="0" lIns="0" spcFirstLastPara="1" rIns="0" wrap="square" tIns="0">
            <a:noAutofit/>
          </a:bodyPr>
          <a:lstStyle>
            <a:lvl1pPr indent="-317500" lvl="0" marL="457200" rtl="0">
              <a:lnSpc>
                <a:spcPct val="90000"/>
              </a:lnSpc>
              <a:spcBef>
                <a:spcPts val="0"/>
              </a:spcBef>
              <a:spcAft>
                <a:spcPts val="0"/>
              </a:spcAft>
              <a:buSzPts val="1400"/>
              <a:buChar char="●"/>
              <a:defRPr sz="1400"/>
            </a:lvl1pPr>
            <a:lvl2pPr indent="-317500" lvl="1" marL="914400" rtl="0">
              <a:lnSpc>
                <a:spcPct val="90000"/>
              </a:lnSpc>
              <a:spcBef>
                <a:spcPts val="1600"/>
              </a:spcBef>
              <a:spcAft>
                <a:spcPts val="0"/>
              </a:spcAft>
              <a:buSzPts val="1400"/>
              <a:buChar char="○"/>
              <a:defRPr/>
            </a:lvl2pPr>
            <a:lvl3pPr indent="-317500" lvl="2" marL="1371600" rtl="0">
              <a:lnSpc>
                <a:spcPct val="90000"/>
              </a:lnSpc>
              <a:spcBef>
                <a:spcPts val="1600"/>
              </a:spcBef>
              <a:spcAft>
                <a:spcPts val="0"/>
              </a:spcAft>
              <a:buSzPts val="1400"/>
              <a:buChar char="■"/>
              <a:defRPr/>
            </a:lvl3pPr>
            <a:lvl4pPr indent="-317500" lvl="3" marL="1828800" rtl="0">
              <a:lnSpc>
                <a:spcPct val="90000"/>
              </a:lnSpc>
              <a:spcBef>
                <a:spcPts val="1600"/>
              </a:spcBef>
              <a:spcAft>
                <a:spcPts val="0"/>
              </a:spcAft>
              <a:buSzPts val="1400"/>
              <a:buChar char="●"/>
              <a:defRPr/>
            </a:lvl4pPr>
            <a:lvl5pPr indent="-317500" lvl="4" marL="2286000" rtl="0">
              <a:lnSpc>
                <a:spcPct val="90000"/>
              </a:lnSpc>
              <a:spcBef>
                <a:spcPts val="1600"/>
              </a:spcBef>
              <a:spcAft>
                <a:spcPts val="0"/>
              </a:spcAft>
              <a:buSzPts val="1400"/>
              <a:buChar char="○"/>
              <a:defRPr/>
            </a:lvl5pPr>
            <a:lvl6pPr indent="-317500" lvl="5" marL="2743200" rtl="0">
              <a:lnSpc>
                <a:spcPct val="90000"/>
              </a:lnSpc>
              <a:spcBef>
                <a:spcPts val="1600"/>
              </a:spcBef>
              <a:spcAft>
                <a:spcPts val="0"/>
              </a:spcAft>
              <a:buSzPts val="1400"/>
              <a:buChar char="■"/>
              <a:defRPr/>
            </a:lvl6pPr>
            <a:lvl7pPr indent="-317500" lvl="6" marL="3200400" rtl="0">
              <a:lnSpc>
                <a:spcPct val="90000"/>
              </a:lnSpc>
              <a:spcBef>
                <a:spcPts val="1600"/>
              </a:spcBef>
              <a:spcAft>
                <a:spcPts val="0"/>
              </a:spcAft>
              <a:buSzPts val="1400"/>
              <a:buChar char="●"/>
              <a:defRPr/>
            </a:lvl7pPr>
            <a:lvl8pPr indent="-317500" lvl="7" marL="3657600" rtl="0">
              <a:lnSpc>
                <a:spcPct val="90000"/>
              </a:lnSpc>
              <a:spcBef>
                <a:spcPts val="1600"/>
              </a:spcBef>
              <a:spcAft>
                <a:spcPts val="0"/>
              </a:spcAft>
              <a:buSzPts val="1400"/>
              <a:buChar char="○"/>
              <a:defRPr/>
            </a:lvl8pPr>
            <a:lvl9pPr indent="-317500" lvl="8" marL="4114800" rtl="0">
              <a:lnSpc>
                <a:spcPct val="90000"/>
              </a:lnSpc>
              <a:spcBef>
                <a:spcPts val="1600"/>
              </a:spcBef>
              <a:spcAft>
                <a:spcPts val="1600"/>
              </a:spcAft>
              <a:buSzPts val="1400"/>
              <a:buChar char="■"/>
              <a:defRPr/>
            </a:lvl9pPr>
          </a:lstStyle>
          <a:p/>
        </p:txBody>
      </p:sp>
      <p:sp>
        <p:nvSpPr>
          <p:cNvPr id="173" name="Google Shape;173;p17"/>
          <p:cNvSpPr txBox="1"/>
          <p:nvPr>
            <p:ph idx="6" type="body"/>
          </p:nvPr>
        </p:nvSpPr>
        <p:spPr>
          <a:xfrm>
            <a:off x="6757950" y="1708050"/>
            <a:ext cx="1844700" cy="914400"/>
          </a:xfrm>
          <a:prstGeom prst="rect">
            <a:avLst/>
          </a:prstGeom>
        </p:spPr>
        <p:txBody>
          <a:bodyPr anchorCtr="0" anchor="t" bIns="0" lIns="0" spcFirstLastPara="1" rIns="0" wrap="square" tIns="0">
            <a:noAutofit/>
          </a:bodyPr>
          <a:lstStyle>
            <a:lvl1pPr indent="-317500" lvl="0" marL="457200" rtl="0">
              <a:lnSpc>
                <a:spcPct val="90000"/>
              </a:lnSpc>
              <a:spcBef>
                <a:spcPts val="0"/>
              </a:spcBef>
              <a:spcAft>
                <a:spcPts val="0"/>
              </a:spcAft>
              <a:buSzPts val="1400"/>
              <a:buChar char="●"/>
              <a:defRPr sz="1400"/>
            </a:lvl1pPr>
            <a:lvl2pPr indent="-317500" lvl="1" marL="914400" rtl="0">
              <a:lnSpc>
                <a:spcPct val="90000"/>
              </a:lnSpc>
              <a:spcBef>
                <a:spcPts val="1600"/>
              </a:spcBef>
              <a:spcAft>
                <a:spcPts val="0"/>
              </a:spcAft>
              <a:buSzPts val="1400"/>
              <a:buChar char="○"/>
              <a:defRPr/>
            </a:lvl2pPr>
            <a:lvl3pPr indent="-317500" lvl="2" marL="1371600" rtl="0">
              <a:lnSpc>
                <a:spcPct val="90000"/>
              </a:lnSpc>
              <a:spcBef>
                <a:spcPts val="1600"/>
              </a:spcBef>
              <a:spcAft>
                <a:spcPts val="0"/>
              </a:spcAft>
              <a:buSzPts val="1400"/>
              <a:buChar char="■"/>
              <a:defRPr/>
            </a:lvl3pPr>
            <a:lvl4pPr indent="-317500" lvl="3" marL="1828800" rtl="0">
              <a:lnSpc>
                <a:spcPct val="90000"/>
              </a:lnSpc>
              <a:spcBef>
                <a:spcPts val="1600"/>
              </a:spcBef>
              <a:spcAft>
                <a:spcPts val="0"/>
              </a:spcAft>
              <a:buSzPts val="1400"/>
              <a:buChar char="●"/>
              <a:defRPr/>
            </a:lvl4pPr>
            <a:lvl5pPr indent="-317500" lvl="4" marL="2286000" rtl="0">
              <a:lnSpc>
                <a:spcPct val="90000"/>
              </a:lnSpc>
              <a:spcBef>
                <a:spcPts val="1600"/>
              </a:spcBef>
              <a:spcAft>
                <a:spcPts val="0"/>
              </a:spcAft>
              <a:buSzPts val="1400"/>
              <a:buChar char="○"/>
              <a:defRPr/>
            </a:lvl5pPr>
            <a:lvl6pPr indent="-317500" lvl="5" marL="2743200" rtl="0">
              <a:lnSpc>
                <a:spcPct val="90000"/>
              </a:lnSpc>
              <a:spcBef>
                <a:spcPts val="1600"/>
              </a:spcBef>
              <a:spcAft>
                <a:spcPts val="0"/>
              </a:spcAft>
              <a:buSzPts val="1400"/>
              <a:buChar char="■"/>
              <a:defRPr/>
            </a:lvl6pPr>
            <a:lvl7pPr indent="-317500" lvl="6" marL="3200400" rtl="0">
              <a:lnSpc>
                <a:spcPct val="90000"/>
              </a:lnSpc>
              <a:spcBef>
                <a:spcPts val="1600"/>
              </a:spcBef>
              <a:spcAft>
                <a:spcPts val="0"/>
              </a:spcAft>
              <a:buSzPts val="1400"/>
              <a:buChar char="●"/>
              <a:defRPr/>
            </a:lvl7pPr>
            <a:lvl8pPr indent="-317500" lvl="7" marL="3657600" rtl="0">
              <a:lnSpc>
                <a:spcPct val="90000"/>
              </a:lnSpc>
              <a:spcBef>
                <a:spcPts val="1600"/>
              </a:spcBef>
              <a:spcAft>
                <a:spcPts val="0"/>
              </a:spcAft>
              <a:buSzPts val="1400"/>
              <a:buChar char="○"/>
              <a:defRPr/>
            </a:lvl8pPr>
            <a:lvl9pPr indent="-317500" lvl="8" marL="4114800" rtl="0">
              <a:lnSpc>
                <a:spcPct val="90000"/>
              </a:lnSpc>
              <a:spcBef>
                <a:spcPts val="1600"/>
              </a:spcBef>
              <a:spcAft>
                <a:spcPts val="1600"/>
              </a:spcAft>
              <a:buSzPts val="1400"/>
              <a:buChar char="■"/>
              <a:defRPr/>
            </a:lvl9pPr>
          </a:lstStyle>
          <a:p/>
        </p:txBody>
      </p:sp>
      <p:sp>
        <p:nvSpPr>
          <p:cNvPr id="174" name="Google Shape;174;p17"/>
          <p:cNvSpPr txBox="1"/>
          <p:nvPr>
            <p:ph idx="7" type="body"/>
          </p:nvPr>
        </p:nvSpPr>
        <p:spPr>
          <a:xfrm>
            <a:off x="3998175" y="2842050"/>
            <a:ext cx="1844700" cy="914400"/>
          </a:xfrm>
          <a:prstGeom prst="rect">
            <a:avLst/>
          </a:prstGeom>
        </p:spPr>
        <p:txBody>
          <a:bodyPr anchorCtr="0" anchor="t" bIns="0" lIns="0" spcFirstLastPara="1" rIns="0" wrap="square" tIns="0">
            <a:noAutofit/>
          </a:bodyPr>
          <a:lstStyle>
            <a:lvl1pPr indent="-317500" lvl="0" marL="457200" rtl="0">
              <a:lnSpc>
                <a:spcPct val="90000"/>
              </a:lnSpc>
              <a:spcBef>
                <a:spcPts val="0"/>
              </a:spcBef>
              <a:spcAft>
                <a:spcPts val="0"/>
              </a:spcAft>
              <a:buSzPts val="1400"/>
              <a:buChar char="●"/>
              <a:defRPr sz="1400"/>
            </a:lvl1pPr>
            <a:lvl2pPr indent="-317500" lvl="1" marL="914400" rtl="0">
              <a:lnSpc>
                <a:spcPct val="90000"/>
              </a:lnSpc>
              <a:spcBef>
                <a:spcPts val="1600"/>
              </a:spcBef>
              <a:spcAft>
                <a:spcPts val="0"/>
              </a:spcAft>
              <a:buSzPts val="1400"/>
              <a:buChar char="○"/>
              <a:defRPr/>
            </a:lvl2pPr>
            <a:lvl3pPr indent="-317500" lvl="2" marL="1371600" rtl="0">
              <a:lnSpc>
                <a:spcPct val="90000"/>
              </a:lnSpc>
              <a:spcBef>
                <a:spcPts val="1600"/>
              </a:spcBef>
              <a:spcAft>
                <a:spcPts val="0"/>
              </a:spcAft>
              <a:buSzPts val="1400"/>
              <a:buChar char="■"/>
              <a:defRPr/>
            </a:lvl3pPr>
            <a:lvl4pPr indent="-317500" lvl="3" marL="1828800" rtl="0">
              <a:lnSpc>
                <a:spcPct val="90000"/>
              </a:lnSpc>
              <a:spcBef>
                <a:spcPts val="1600"/>
              </a:spcBef>
              <a:spcAft>
                <a:spcPts val="0"/>
              </a:spcAft>
              <a:buSzPts val="1400"/>
              <a:buChar char="●"/>
              <a:defRPr/>
            </a:lvl4pPr>
            <a:lvl5pPr indent="-317500" lvl="4" marL="2286000" rtl="0">
              <a:lnSpc>
                <a:spcPct val="90000"/>
              </a:lnSpc>
              <a:spcBef>
                <a:spcPts val="1600"/>
              </a:spcBef>
              <a:spcAft>
                <a:spcPts val="0"/>
              </a:spcAft>
              <a:buSzPts val="1400"/>
              <a:buChar char="○"/>
              <a:defRPr/>
            </a:lvl5pPr>
            <a:lvl6pPr indent="-317500" lvl="5" marL="2743200" rtl="0">
              <a:lnSpc>
                <a:spcPct val="90000"/>
              </a:lnSpc>
              <a:spcBef>
                <a:spcPts val="1600"/>
              </a:spcBef>
              <a:spcAft>
                <a:spcPts val="0"/>
              </a:spcAft>
              <a:buSzPts val="1400"/>
              <a:buChar char="■"/>
              <a:defRPr/>
            </a:lvl6pPr>
            <a:lvl7pPr indent="-317500" lvl="6" marL="3200400" rtl="0">
              <a:lnSpc>
                <a:spcPct val="90000"/>
              </a:lnSpc>
              <a:spcBef>
                <a:spcPts val="1600"/>
              </a:spcBef>
              <a:spcAft>
                <a:spcPts val="0"/>
              </a:spcAft>
              <a:buSzPts val="1400"/>
              <a:buChar char="●"/>
              <a:defRPr/>
            </a:lvl7pPr>
            <a:lvl8pPr indent="-317500" lvl="7" marL="3657600" rtl="0">
              <a:lnSpc>
                <a:spcPct val="90000"/>
              </a:lnSpc>
              <a:spcBef>
                <a:spcPts val="1600"/>
              </a:spcBef>
              <a:spcAft>
                <a:spcPts val="0"/>
              </a:spcAft>
              <a:buSzPts val="1400"/>
              <a:buChar char="○"/>
              <a:defRPr/>
            </a:lvl8pPr>
            <a:lvl9pPr indent="-317500" lvl="8" marL="4114800" rtl="0">
              <a:lnSpc>
                <a:spcPct val="90000"/>
              </a:lnSpc>
              <a:spcBef>
                <a:spcPts val="1600"/>
              </a:spcBef>
              <a:spcAft>
                <a:spcPts val="1600"/>
              </a:spcAft>
              <a:buSzPts val="1400"/>
              <a:buChar char="■"/>
              <a:defRPr/>
            </a:lvl9pPr>
          </a:lstStyle>
          <a:p/>
        </p:txBody>
      </p:sp>
      <p:sp>
        <p:nvSpPr>
          <p:cNvPr id="175" name="Google Shape;175;p17"/>
          <p:cNvSpPr txBox="1"/>
          <p:nvPr>
            <p:ph idx="8" type="body"/>
          </p:nvPr>
        </p:nvSpPr>
        <p:spPr>
          <a:xfrm>
            <a:off x="6757950" y="2842050"/>
            <a:ext cx="1844700" cy="914400"/>
          </a:xfrm>
          <a:prstGeom prst="rect">
            <a:avLst/>
          </a:prstGeom>
        </p:spPr>
        <p:txBody>
          <a:bodyPr anchorCtr="0" anchor="t" bIns="0" lIns="0" spcFirstLastPara="1" rIns="0" wrap="square" tIns="0">
            <a:noAutofit/>
          </a:bodyPr>
          <a:lstStyle>
            <a:lvl1pPr indent="-317500" lvl="0" marL="457200" rtl="0">
              <a:lnSpc>
                <a:spcPct val="90000"/>
              </a:lnSpc>
              <a:spcBef>
                <a:spcPts val="0"/>
              </a:spcBef>
              <a:spcAft>
                <a:spcPts val="0"/>
              </a:spcAft>
              <a:buSzPts val="1400"/>
              <a:buChar char="●"/>
              <a:defRPr sz="1400"/>
            </a:lvl1pPr>
            <a:lvl2pPr indent="-317500" lvl="1" marL="914400" rtl="0">
              <a:lnSpc>
                <a:spcPct val="90000"/>
              </a:lnSpc>
              <a:spcBef>
                <a:spcPts val="1600"/>
              </a:spcBef>
              <a:spcAft>
                <a:spcPts val="0"/>
              </a:spcAft>
              <a:buSzPts val="1400"/>
              <a:buChar char="○"/>
              <a:defRPr/>
            </a:lvl2pPr>
            <a:lvl3pPr indent="-317500" lvl="2" marL="1371600" rtl="0">
              <a:lnSpc>
                <a:spcPct val="90000"/>
              </a:lnSpc>
              <a:spcBef>
                <a:spcPts val="1600"/>
              </a:spcBef>
              <a:spcAft>
                <a:spcPts val="0"/>
              </a:spcAft>
              <a:buSzPts val="1400"/>
              <a:buChar char="■"/>
              <a:defRPr/>
            </a:lvl3pPr>
            <a:lvl4pPr indent="-317500" lvl="3" marL="1828800" rtl="0">
              <a:lnSpc>
                <a:spcPct val="90000"/>
              </a:lnSpc>
              <a:spcBef>
                <a:spcPts val="1600"/>
              </a:spcBef>
              <a:spcAft>
                <a:spcPts val="0"/>
              </a:spcAft>
              <a:buSzPts val="1400"/>
              <a:buChar char="●"/>
              <a:defRPr/>
            </a:lvl4pPr>
            <a:lvl5pPr indent="-317500" lvl="4" marL="2286000" rtl="0">
              <a:lnSpc>
                <a:spcPct val="90000"/>
              </a:lnSpc>
              <a:spcBef>
                <a:spcPts val="1600"/>
              </a:spcBef>
              <a:spcAft>
                <a:spcPts val="0"/>
              </a:spcAft>
              <a:buSzPts val="1400"/>
              <a:buChar char="○"/>
              <a:defRPr/>
            </a:lvl5pPr>
            <a:lvl6pPr indent="-317500" lvl="5" marL="2743200" rtl="0">
              <a:lnSpc>
                <a:spcPct val="90000"/>
              </a:lnSpc>
              <a:spcBef>
                <a:spcPts val="1600"/>
              </a:spcBef>
              <a:spcAft>
                <a:spcPts val="0"/>
              </a:spcAft>
              <a:buSzPts val="1400"/>
              <a:buChar char="■"/>
              <a:defRPr/>
            </a:lvl6pPr>
            <a:lvl7pPr indent="-317500" lvl="6" marL="3200400" rtl="0">
              <a:lnSpc>
                <a:spcPct val="90000"/>
              </a:lnSpc>
              <a:spcBef>
                <a:spcPts val="1600"/>
              </a:spcBef>
              <a:spcAft>
                <a:spcPts val="0"/>
              </a:spcAft>
              <a:buSzPts val="1400"/>
              <a:buChar char="●"/>
              <a:defRPr/>
            </a:lvl7pPr>
            <a:lvl8pPr indent="-317500" lvl="7" marL="3657600" rtl="0">
              <a:lnSpc>
                <a:spcPct val="90000"/>
              </a:lnSpc>
              <a:spcBef>
                <a:spcPts val="1600"/>
              </a:spcBef>
              <a:spcAft>
                <a:spcPts val="0"/>
              </a:spcAft>
              <a:buSzPts val="1400"/>
              <a:buChar char="○"/>
              <a:defRPr/>
            </a:lvl8pPr>
            <a:lvl9pPr indent="-317500" lvl="8" marL="4114800" rtl="0">
              <a:lnSpc>
                <a:spcPct val="90000"/>
              </a:lnSpc>
              <a:spcBef>
                <a:spcPts val="1600"/>
              </a:spcBef>
              <a:spcAft>
                <a:spcPts val="1600"/>
              </a:spcAft>
              <a:buSzPts val="1400"/>
              <a:buChar char="■"/>
              <a:defRPr/>
            </a:lvl9pPr>
          </a:lstStyle>
          <a:p/>
        </p:txBody>
      </p:sp>
      <p:pic>
        <p:nvPicPr>
          <p:cNvPr id="176" name="Google Shape;176;p17"/>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TITLE BLACK">
  <p:cSld name="BLANK_1_1_1_1_5">
    <p:bg>
      <p:bgPr>
        <a:solidFill>
          <a:srgbClr val="131313"/>
        </a:solidFill>
      </p:bgPr>
    </p:bg>
    <p:spTree>
      <p:nvGrpSpPr>
        <p:cNvPr id="177" name="Shape 177"/>
        <p:cNvGrpSpPr/>
        <p:nvPr/>
      </p:nvGrpSpPr>
      <p:grpSpPr>
        <a:xfrm>
          <a:off x="0" y="0"/>
          <a:ext cx="0" cy="0"/>
          <a:chOff x="0" y="0"/>
          <a:chExt cx="0" cy="0"/>
        </a:xfrm>
      </p:grpSpPr>
      <p:sp>
        <p:nvSpPr>
          <p:cNvPr id="178" name="Google Shape;178;p18"/>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Clr>
                <a:srgbClr val="FFFFFF"/>
              </a:buClr>
              <a:buSzPts val="1800"/>
              <a:buNone/>
              <a:defRPr sz="1800">
                <a:solidFill>
                  <a:srgbClr val="FFFFFF"/>
                </a:solidFill>
              </a:defRPr>
            </a:lvl1pPr>
            <a:lvl2pPr lvl="1" rtl="0">
              <a:spcBef>
                <a:spcPts val="0"/>
              </a:spcBef>
              <a:spcAft>
                <a:spcPts val="0"/>
              </a:spcAft>
              <a:buClr>
                <a:srgbClr val="FFFFFF"/>
              </a:buClr>
              <a:buSzPts val="1800"/>
              <a:buNone/>
              <a:defRPr sz="1800">
                <a:solidFill>
                  <a:srgbClr val="FFFFFF"/>
                </a:solidFill>
              </a:defRPr>
            </a:lvl2pPr>
            <a:lvl3pPr lvl="2" rtl="0">
              <a:spcBef>
                <a:spcPts val="0"/>
              </a:spcBef>
              <a:spcAft>
                <a:spcPts val="0"/>
              </a:spcAft>
              <a:buClr>
                <a:srgbClr val="FFFFFF"/>
              </a:buClr>
              <a:buSzPts val="1800"/>
              <a:buNone/>
              <a:defRPr sz="1800">
                <a:solidFill>
                  <a:srgbClr val="FFFFFF"/>
                </a:solidFill>
              </a:defRPr>
            </a:lvl3pPr>
            <a:lvl4pPr lvl="3" rtl="0">
              <a:spcBef>
                <a:spcPts val="0"/>
              </a:spcBef>
              <a:spcAft>
                <a:spcPts val="0"/>
              </a:spcAft>
              <a:buClr>
                <a:srgbClr val="FFFFFF"/>
              </a:buClr>
              <a:buSzPts val="1800"/>
              <a:buNone/>
              <a:defRPr sz="1800">
                <a:solidFill>
                  <a:srgbClr val="FFFFFF"/>
                </a:solidFill>
              </a:defRPr>
            </a:lvl4pPr>
            <a:lvl5pPr lvl="4" rtl="0">
              <a:spcBef>
                <a:spcPts val="0"/>
              </a:spcBef>
              <a:spcAft>
                <a:spcPts val="0"/>
              </a:spcAft>
              <a:buClr>
                <a:srgbClr val="FFFFFF"/>
              </a:buClr>
              <a:buSzPts val="1800"/>
              <a:buNone/>
              <a:defRPr sz="1800">
                <a:solidFill>
                  <a:srgbClr val="FFFFFF"/>
                </a:solidFill>
              </a:defRPr>
            </a:lvl5pPr>
            <a:lvl6pPr lvl="5" rtl="0">
              <a:spcBef>
                <a:spcPts val="0"/>
              </a:spcBef>
              <a:spcAft>
                <a:spcPts val="0"/>
              </a:spcAft>
              <a:buClr>
                <a:srgbClr val="FFFFFF"/>
              </a:buClr>
              <a:buSzPts val="1800"/>
              <a:buNone/>
              <a:defRPr sz="1800">
                <a:solidFill>
                  <a:srgbClr val="FFFFFF"/>
                </a:solidFill>
              </a:defRPr>
            </a:lvl6pPr>
            <a:lvl7pPr lvl="6" rtl="0">
              <a:spcBef>
                <a:spcPts val="0"/>
              </a:spcBef>
              <a:spcAft>
                <a:spcPts val="0"/>
              </a:spcAft>
              <a:buClr>
                <a:srgbClr val="FFFFFF"/>
              </a:buClr>
              <a:buSzPts val="1800"/>
              <a:buNone/>
              <a:defRPr sz="1800">
                <a:solidFill>
                  <a:srgbClr val="FFFFFF"/>
                </a:solidFill>
              </a:defRPr>
            </a:lvl7pPr>
            <a:lvl8pPr lvl="7" rtl="0">
              <a:spcBef>
                <a:spcPts val="0"/>
              </a:spcBef>
              <a:spcAft>
                <a:spcPts val="0"/>
              </a:spcAft>
              <a:buClr>
                <a:srgbClr val="FFFFFF"/>
              </a:buClr>
              <a:buSzPts val="1800"/>
              <a:buNone/>
              <a:defRPr sz="1800">
                <a:solidFill>
                  <a:srgbClr val="FFFFFF"/>
                </a:solidFill>
              </a:defRPr>
            </a:lvl8pPr>
            <a:lvl9pPr lvl="8" rtl="0">
              <a:spcBef>
                <a:spcPts val="0"/>
              </a:spcBef>
              <a:spcAft>
                <a:spcPts val="0"/>
              </a:spcAft>
              <a:buClr>
                <a:srgbClr val="FFFFFF"/>
              </a:buClr>
              <a:buSzPts val="1800"/>
              <a:buNone/>
              <a:defRPr sz="1800">
                <a:solidFill>
                  <a:srgbClr val="FFFFFF"/>
                </a:solidFill>
              </a:defRPr>
            </a:lvl9pPr>
          </a:lstStyle>
          <a:p/>
        </p:txBody>
      </p:sp>
      <p:cxnSp>
        <p:nvCxnSpPr>
          <p:cNvPr id="179" name="Google Shape;179;p18"/>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180" name="Google Shape;180;p18"/>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181" name="Google Shape;181;p18"/>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182" name="Google Shape;182;p18"/>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83" name="Google Shape;183;p18"/>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84" name="Google Shape;184;p18"/>
          <p:cNvPicPr preferRelativeResize="0"/>
          <p:nvPr/>
        </p:nvPicPr>
        <p:blipFill>
          <a:blip r:embed="rId2">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TITLE BLACK - 2">
  <p:cSld name="BLANK_1_1_1_1_5_1">
    <p:bg>
      <p:bgPr>
        <a:solidFill>
          <a:srgbClr val="131313"/>
        </a:solidFill>
      </p:bgPr>
    </p:bg>
    <p:spTree>
      <p:nvGrpSpPr>
        <p:cNvPr id="185" name="Shape 185"/>
        <p:cNvGrpSpPr/>
        <p:nvPr/>
      </p:nvGrpSpPr>
      <p:grpSpPr>
        <a:xfrm>
          <a:off x="0" y="0"/>
          <a:ext cx="0" cy="0"/>
          <a:chOff x="0" y="0"/>
          <a:chExt cx="0" cy="0"/>
        </a:xfrm>
      </p:grpSpPr>
      <p:cxnSp>
        <p:nvCxnSpPr>
          <p:cNvPr id="186" name="Google Shape;186;p19"/>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187" name="Google Shape;187;p19"/>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88" name="Google Shape;188;p19"/>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89" name="Google Shape;189;p19"/>
          <p:cNvSpPr txBox="1"/>
          <p:nvPr>
            <p:ph type="ctrTitle"/>
          </p:nvPr>
        </p:nvSpPr>
        <p:spPr>
          <a:xfrm>
            <a:off x="545450" y="368250"/>
            <a:ext cx="8053200" cy="838800"/>
          </a:xfrm>
          <a:prstGeom prst="rect">
            <a:avLst/>
          </a:prstGeom>
        </p:spPr>
        <p:txBody>
          <a:bodyPr anchorCtr="0" anchor="ctr" bIns="91425" lIns="0" spcFirstLastPara="1" rIns="0" wrap="square" tIns="91425">
            <a:noAutofit/>
          </a:bodyPr>
          <a:lstStyle>
            <a:lvl1pPr lvl="0" rtl="0">
              <a:spcBef>
                <a:spcPts val="0"/>
              </a:spcBef>
              <a:spcAft>
                <a:spcPts val="0"/>
              </a:spcAft>
              <a:buClr>
                <a:srgbClr val="FFFFFF"/>
              </a:buClr>
              <a:buSzPts val="1800"/>
              <a:buNone/>
              <a:defRPr sz="1800">
                <a:solidFill>
                  <a:srgbClr val="FFFFFF"/>
                </a:solidFill>
              </a:defRPr>
            </a:lvl1pPr>
            <a:lvl2pPr lvl="1" rtl="0">
              <a:spcBef>
                <a:spcPts val="0"/>
              </a:spcBef>
              <a:spcAft>
                <a:spcPts val="0"/>
              </a:spcAft>
              <a:buClr>
                <a:srgbClr val="FFFFFF"/>
              </a:buClr>
              <a:buSzPts val="1800"/>
              <a:buNone/>
              <a:defRPr sz="1800">
                <a:solidFill>
                  <a:srgbClr val="FFFFFF"/>
                </a:solidFill>
              </a:defRPr>
            </a:lvl2pPr>
            <a:lvl3pPr lvl="2" rtl="0">
              <a:spcBef>
                <a:spcPts val="0"/>
              </a:spcBef>
              <a:spcAft>
                <a:spcPts val="0"/>
              </a:spcAft>
              <a:buClr>
                <a:srgbClr val="FFFFFF"/>
              </a:buClr>
              <a:buSzPts val="1800"/>
              <a:buNone/>
              <a:defRPr sz="1800">
                <a:solidFill>
                  <a:srgbClr val="FFFFFF"/>
                </a:solidFill>
              </a:defRPr>
            </a:lvl3pPr>
            <a:lvl4pPr lvl="3" rtl="0">
              <a:spcBef>
                <a:spcPts val="0"/>
              </a:spcBef>
              <a:spcAft>
                <a:spcPts val="0"/>
              </a:spcAft>
              <a:buClr>
                <a:srgbClr val="FFFFFF"/>
              </a:buClr>
              <a:buSzPts val="1800"/>
              <a:buNone/>
              <a:defRPr sz="1800">
                <a:solidFill>
                  <a:srgbClr val="FFFFFF"/>
                </a:solidFill>
              </a:defRPr>
            </a:lvl4pPr>
            <a:lvl5pPr lvl="4" rtl="0">
              <a:spcBef>
                <a:spcPts val="0"/>
              </a:spcBef>
              <a:spcAft>
                <a:spcPts val="0"/>
              </a:spcAft>
              <a:buClr>
                <a:srgbClr val="FFFFFF"/>
              </a:buClr>
              <a:buSzPts val="1800"/>
              <a:buNone/>
              <a:defRPr sz="1800">
                <a:solidFill>
                  <a:srgbClr val="FFFFFF"/>
                </a:solidFill>
              </a:defRPr>
            </a:lvl5pPr>
            <a:lvl6pPr lvl="5" rtl="0">
              <a:spcBef>
                <a:spcPts val="0"/>
              </a:spcBef>
              <a:spcAft>
                <a:spcPts val="0"/>
              </a:spcAft>
              <a:buClr>
                <a:srgbClr val="FFFFFF"/>
              </a:buClr>
              <a:buSzPts val="1800"/>
              <a:buNone/>
              <a:defRPr sz="1800">
                <a:solidFill>
                  <a:srgbClr val="FFFFFF"/>
                </a:solidFill>
              </a:defRPr>
            </a:lvl6pPr>
            <a:lvl7pPr lvl="6" rtl="0">
              <a:spcBef>
                <a:spcPts val="0"/>
              </a:spcBef>
              <a:spcAft>
                <a:spcPts val="0"/>
              </a:spcAft>
              <a:buClr>
                <a:srgbClr val="FFFFFF"/>
              </a:buClr>
              <a:buSzPts val="1800"/>
              <a:buNone/>
              <a:defRPr sz="1800">
                <a:solidFill>
                  <a:srgbClr val="FFFFFF"/>
                </a:solidFill>
              </a:defRPr>
            </a:lvl7pPr>
            <a:lvl8pPr lvl="7" rtl="0">
              <a:spcBef>
                <a:spcPts val="0"/>
              </a:spcBef>
              <a:spcAft>
                <a:spcPts val="0"/>
              </a:spcAft>
              <a:buClr>
                <a:srgbClr val="FFFFFF"/>
              </a:buClr>
              <a:buSzPts val="1800"/>
              <a:buNone/>
              <a:defRPr sz="1800">
                <a:solidFill>
                  <a:srgbClr val="FFFFFF"/>
                </a:solidFill>
              </a:defRPr>
            </a:lvl8pPr>
            <a:lvl9pPr lvl="8" rtl="0">
              <a:spcBef>
                <a:spcPts val="0"/>
              </a:spcBef>
              <a:spcAft>
                <a:spcPts val="0"/>
              </a:spcAft>
              <a:buClr>
                <a:srgbClr val="FFFFFF"/>
              </a:buClr>
              <a:buSzPts val="1800"/>
              <a:buNone/>
              <a:defRPr sz="1800">
                <a:solidFill>
                  <a:srgbClr val="FFFFFF"/>
                </a:solidFill>
              </a:defRPr>
            </a:lvl9pPr>
          </a:lstStyle>
          <a:p/>
        </p:txBody>
      </p:sp>
      <p:cxnSp>
        <p:nvCxnSpPr>
          <p:cNvPr id="190" name="Google Shape;190;p19"/>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191" name="Google Shape;191;p19"/>
          <p:cNvCxnSpPr/>
          <p:nvPr/>
        </p:nvCxnSpPr>
        <p:spPr>
          <a:xfrm flipH="1" rot="10800000">
            <a:off x="545450" y="1200017"/>
            <a:ext cx="8053200" cy="6900"/>
          </a:xfrm>
          <a:prstGeom prst="straightConnector1">
            <a:avLst/>
          </a:prstGeom>
          <a:noFill/>
          <a:ln cap="flat" cmpd="sng" w="9525">
            <a:solidFill>
              <a:srgbClr val="FFFFFF"/>
            </a:solidFill>
            <a:prstDash val="solid"/>
            <a:round/>
            <a:headEnd len="med" w="med" type="none"/>
            <a:tailEnd len="med" w="med" type="none"/>
          </a:ln>
        </p:spPr>
      </p:cxnSp>
      <p:pic>
        <p:nvPicPr>
          <p:cNvPr id="192" name="Google Shape;192;p19"/>
          <p:cNvPicPr preferRelativeResize="0"/>
          <p:nvPr/>
        </p:nvPicPr>
        <p:blipFill>
          <a:blip r:embed="rId2">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BLANK - BLACK">
  <p:cSld name="BLANK_1_1_1_1_4">
    <p:bg>
      <p:bgPr>
        <a:solidFill>
          <a:srgbClr val="131313"/>
        </a:solidFill>
      </p:bgPr>
    </p:bg>
    <p:spTree>
      <p:nvGrpSpPr>
        <p:cNvPr id="193" name="Shape 193"/>
        <p:cNvGrpSpPr/>
        <p:nvPr/>
      </p:nvGrpSpPr>
      <p:grpSpPr>
        <a:xfrm>
          <a:off x="0" y="0"/>
          <a:ext cx="0" cy="0"/>
          <a:chOff x="0" y="0"/>
          <a:chExt cx="0" cy="0"/>
        </a:xfrm>
      </p:grpSpPr>
      <p:cxnSp>
        <p:nvCxnSpPr>
          <p:cNvPr id="194" name="Google Shape;194;p20"/>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195" name="Google Shape;195;p20"/>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196" name="Google Shape;196;p20"/>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97" name="Google Shape;197;p20"/>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98" name="Google Shape;198;p20"/>
          <p:cNvPicPr preferRelativeResize="0"/>
          <p:nvPr/>
        </p:nvPicPr>
        <p:blipFill>
          <a:blip r:embed="rId2">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BLANK">
  <p:cSld name="BLANK_1_1_1_1_4_1">
    <p:bg>
      <p:bgPr>
        <a:solidFill>
          <a:srgbClr val="FFFFFF"/>
        </a:solidFill>
      </p:bgPr>
    </p:bg>
    <p:spTree>
      <p:nvGrpSpPr>
        <p:cNvPr id="199" name="Shape 199"/>
        <p:cNvGrpSpPr/>
        <p:nvPr/>
      </p:nvGrpSpPr>
      <p:grpSpPr>
        <a:xfrm>
          <a:off x="0" y="0"/>
          <a:ext cx="0" cy="0"/>
          <a:chOff x="0" y="0"/>
          <a:chExt cx="0" cy="0"/>
        </a:xfrm>
      </p:grpSpPr>
      <p:cxnSp>
        <p:nvCxnSpPr>
          <p:cNvPr id="200" name="Google Shape;200;p21"/>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01" name="Google Shape;201;p21"/>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202" name="Google Shape;202;p21"/>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203" name="Google Shape;203;p2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204" name="Google Shape;204;p21"/>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1 - 2">
  <p:cSld name="BLANK_1_1_1_1_3">
    <p:bg>
      <p:bgPr>
        <a:solidFill>
          <a:srgbClr val="FFFFFF"/>
        </a:solidFill>
      </p:bgPr>
    </p:bg>
    <p:spTree>
      <p:nvGrpSpPr>
        <p:cNvPr id="205" name="Shape 205"/>
        <p:cNvGrpSpPr/>
        <p:nvPr/>
      </p:nvGrpSpPr>
      <p:grpSpPr>
        <a:xfrm>
          <a:off x="0" y="0"/>
          <a:ext cx="0" cy="0"/>
          <a:chOff x="0" y="0"/>
          <a:chExt cx="0" cy="0"/>
        </a:xfrm>
      </p:grpSpPr>
      <p:sp>
        <p:nvSpPr>
          <p:cNvPr id="206" name="Google Shape;206;p22"/>
          <p:cNvSpPr txBox="1"/>
          <p:nvPr>
            <p:ph idx="1" type="body"/>
          </p:nvPr>
        </p:nvSpPr>
        <p:spPr>
          <a:xfrm>
            <a:off x="545450" y="1569224"/>
            <a:ext cx="3909900" cy="2759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07" name="Google Shape;207;p22"/>
          <p:cNvSpPr txBox="1"/>
          <p:nvPr>
            <p:ph idx="2" type="body"/>
          </p:nvPr>
        </p:nvSpPr>
        <p:spPr>
          <a:xfrm>
            <a:off x="4688725" y="1569150"/>
            <a:ext cx="3909900" cy="2759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08" name="Google Shape;208;p22"/>
          <p:cNvSpPr txBox="1"/>
          <p:nvPr>
            <p:ph type="ctrTitle"/>
          </p:nvPr>
        </p:nvSpPr>
        <p:spPr>
          <a:xfrm>
            <a:off x="545450" y="368250"/>
            <a:ext cx="8053200" cy="8319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209" name="Google Shape;209;p22"/>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10" name="Google Shape;210;p22"/>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211" name="Google Shape;211;p22"/>
          <p:cNvSpPr txBox="1"/>
          <p:nvPr>
            <p:ph idx="3"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212" name="Google Shape;212;p22"/>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213" name="Google Shape;213;p22"/>
          <p:cNvCxnSpPr/>
          <p:nvPr/>
        </p:nvCxnSpPr>
        <p:spPr>
          <a:xfrm flipH="1" rot="10800000">
            <a:off x="545450" y="1200017"/>
            <a:ext cx="8053200" cy="6900"/>
          </a:xfrm>
          <a:prstGeom prst="straightConnector1">
            <a:avLst/>
          </a:prstGeom>
          <a:noFill/>
          <a:ln cap="flat" cmpd="sng" w="9525">
            <a:solidFill>
              <a:srgbClr val="131313"/>
            </a:solidFill>
            <a:prstDash val="solid"/>
            <a:round/>
            <a:headEnd len="med" w="med" type="none"/>
            <a:tailEnd len="med" w="med" type="none"/>
          </a:ln>
        </p:spPr>
      </p:cxnSp>
      <p:pic>
        <p:nvPicPr>
          <p:cNvPr id="214" name="Google Shape;214;p22"/>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1">
  <p:cSld name="BLANK_1_1_1_1_3_3">
    <p:bg>
      <p:bgPr>
        <a:solidFill>
          <a:srgbClr val="FFFFFF"/>
        </a:solidFill>
      </p:bgPr>
    </p:bg>
    <p:spTree>
      <p:nvGrpSpPr>
        <p:cNvPr id="215" name="Shape 215"/>
        <p:cNvGrpSpPr/>
        <p:nvPr/>
      </p:nvGrpSpPr>
      <p:grpSpPr>
        <a:xfrm>
          <a:off x="0" y="0"/>
          <a:ext cx="0" cy="0"/>
          <a:chOff x="0" y="0"/>
          <a:chExt cx="0" cy="0"/>
        </a:xfrm>
      </p:grpSpPr>
      <p:sp>
        <p:nvSpPr>
          <p:cNvPr id="216" name="Google Shape;216;p23"/>
          <p:cNvSpPr txBox="1"/>
          <p:nvPr>
            <p:ph idx="1" type="body"/>
          </p:nvPr>
        </p:nvSpPr>
        <p:spPr>
          <a:xfrm>
            <a:off x="545450" y="1218750"/>
            <a:ext cx="39099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17" name="Google Shape;217;p23"/>
          <p:cNvSpPr txBox="1"/>
          <p:nvPr>
            <p:ph idx="2" type="body"/>
          </p:nvPr>
        </p:nvSpPr>
        <p:spPr>
          <a:xfrm>
            <a:off x="4688725" y="1218750"/>
            <a:ext cx="39099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18" name="Google Shape;218;p23"/>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219" name="Google Shape;219;p23"/>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20" name="Google Shape;220;p23"/>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21" name="Google Shape;221;p23"/>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222" name="Google Shape;222;p23"/>
          <p:cNvSpPr txBox="1"/>
          <p:nvPr>
            <p:ph idx="3"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223" name="Google Shape;223;p23"/>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224" name="Google Shape;224;p23"/>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2">
  <p:cSld name="BLANK_1_1_1_1_3_2">
    <p:bg>
      <p:bgPr>
        <a:solidFill>
          <a:srgbClr val="FFFFFF"/>
        </a:solidFill>
      </p:bgPr>
    </p:bg>
    <p:spTree>
      <p:nvGrpSpPr>
        <p:cNvPr id="225" name="Shape 225"/>
        <p:cNvGrpSpPr/>
        <p:nvPr/>
      </p:nvGrpSpPr>
      <p:grpSpPr>
        <a:xfrm>
          <a:off x="0" y="0"/>
          <a:ext cx="0" cy="0"/>
          <a:chOff x="0" y="0"/>
          <a:chExt cx="0" cy="0"/>
        </a:xfrm>
      </p:grpSpPr>
      <p:sp>
        <p:nvSpPr>
          <p:cNvPr id="226" name="Google Shape;226;p24"/>
          <p:cNvSpPr txBox="1"/>
          <p:nvPr>
            <p:ph idx="1" type="body"/>
          </p:nvPr>
        </p:nvSpPr>
        <p:spPr>
          <a:xfrm>
            <a:off x="545450" y="1218750"/>
            <a:ext cx="2537100" cy="31242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27" name="Google Shape;227;p24"/>
          <p:cNvSpPr txBox="1"/>
          <p:nvPr>
            <p:ph idx="2" type="body"/>
          </p:nvPr>
        </p:nvSpPr>
        <p:spPr>
          <a:xfrm>
            <a:off x="3303418" y="1218750"/>
            <a:ext cx="2537100" cy="31242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28" name="Google Shape;228;p24"/>
          <p:cNvSpPr txBox="1"/>
          <p:nvPr>
            <p:ph idx="3" type="body"/>
          </p:nvPr>
        </p:nvSpPr>
        <p:spPr>
          <a:xfrm>
            <a:off x="6061399" y="1218750"/>
            <a:ext cx="2537100" cy="31242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29" name="Google Shape;229;p24"/>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230" name="Google Shape;230;p24"/>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31" name="Google Shape;231;p24"/>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32" name="Google Shape;232;p24"/>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233" name="Google Shape;233;p24"/>
          <p:cNvSpPr txBox="1"/>
          <p:nvPr>
            <p:ph idx="4"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234" name="Google Shape;234;p24"/>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235" name="Google Shape;235;p24"/>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2 - 2">
  <p:cSld name="BLANK_1_1_1_1_3_2_1">
    <p:bg>
      <p:bgPr>
        <a:solidFill>
          <a:srgbClr val="FFFFFF"/>
        </a:solidFill>
      </p:bgPr>
    </p:bg>
    <p:spTree>
      <p:nvGrpSpPr>
        <p:cNvPr id="236" name="Shape 236"/>
        <p:cNvGrpSpPr/>
        <p:nvPr/>
      </p:nvGrpSpPr>
      <p:grpSpPr>
        <a:xfrm>
          <a:off x="0" y="0"/>
          <a:ext cx="0" cy="0"/>
          <a:chOff x="0" y="0"/>
          <a:chExt cx="0" cy="0"/>
        </a:xfrm>
      </p:grpSpPr>
      <p:sp>
        <p:nvSpPr>
          <p:cNvPr id="237" name="Google Shape;237;p25"/>
          <p:cNvSpPr txBox="1"/>
          <p:nvPr>
            <p:ph idx="1" type="body"/>
          </p:nvPr>
        </p:nvSpPr>
        <p:spPr>
          <a:xfrm>
            <a:off x="545450" y="1569025"/>
            <a:ext cx="2537100" cy="27738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38" name="Google Shape;238;p25"/>
          <p:cNvSpPr txBox="1"/>
          <p:nvPr>
            <p:ph idx="2" type="body"/>
          </p:nvPr>
        </p:nvSpPr>
        <p:spPr>
          <a:xfrm>
            <a:off x="3303419" y="1569025"/>
            <a:ext cx="2537100" cy="27738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39" name="Google Shape;239;p25"/>
          <p:cNvSpPr txBox="1"/>
          <p:nvPr>
            <p:ph idx="3" type="body"/>
          </p:nvPr>
        </p:nvSpPr>
        <p:spPr>
          <a:xfrm>
            <a:off x="6061400" y="1569025"/>
            <a:ext cx="2537100" cy="27738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40" name="Google Shape;240;p25"/>
          <p:cNvSpPr txBox="1"/>
          <p:nvPr>
            <p:ph type="ctrTitle"/>
          </p:nvPr>
        </p:nvSpPr>
        <p:spPr>
          <a:xfrm>
            <a:off x="545450" y="368250"/>
            <a:ext cx="8053200" cy="8388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241" name="Google Shape;241;p25"/>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42" name="Google Shape;242;p25"/>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243" name="Google Shape;243;p25"/>
          <p:cNvSpPr txBox="1"/>
          <p:nvPr>
            <p:ph idx="4"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244" name="Google Shape;244;p2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245" name="Google Shape;245;p25"/>
          <p:cNvCxnSpPr/>
          <p:nvPr/>
        </p:nvCxnSpPr>
        <p:spPr>
          <a:xfrm flipH="1" rot="10800000">
            <a:off x="545450" y="1200017"/>
            <a:ext cx="8053200" cy="6900"/>
          </a:xfrm>
          <a:prstGeom prst="straightConnector1">
            <a:avLst/>
          </a:prstGeom>
          <a:noFill/>
          <a:ln cap="flat" cmpd="sng" w="9525">
            <a:solidFill>
              <a:srgbClr val="131313"/>
            </a:solidFill>
            <a:prstDash val="solid"/>
            <a:round/>
            <a:headEnd len="med" w="med" type="none"/>
            <a:tailEnd len="med" w="med" type="none"/>
          </a:ln>
        </p:spPr>
      </p:cxnSp>
      <p:pic>
        <p:nvPicPr>
          <p:cNvPr id="246" name="Google Shape;246;p25"/>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01 - black">
  <p:cSld name="BLANK_1_1_1_1_3_2_1_1">
    <p:bg>
      <p:bgPr>
        <a:solidFill>
          <a:srgbClr val="131313"/>
        </a:solidFill>
      </p:bgPr>
    </p:bg>
    <p:spTree>
      <p:nvGrpSpPr>
        <p:cNvPr id="247" name="Shape 247"/>
        <p:cNvGrpSpPr/>
        <p:nvPr/>
      </p:nvGrpSpPr>
      <p:grpSpPr>
        <a:xfrm>
          <a:off x="0" y="0"/>
          <a:ext cx="0" cy="0"/>
          <a:chOff x="0" y="0"/>
          <a:chExt cx="0" cy="0"/>
        </a:xfrm>
      </p:grpSpPr>
      <p:cxnSp>
        <p:nvCxnSpPr>
          <p:cNvPr id="248" name="Google Shape;248;p26"/>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249" name="Google Shape;249;p26"/>
          <p:cNvSpPr/>
          <p:nvPr/>
        </p:nvSpPr>
        <p:spPr>
          <a:xfrm>
            <a:off x="4688600" y="587850"/>
            <a:ext cx="3909900" cy="37407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6"/>
          <p:cNvSpPr txBox="1"/>
          <p:nvPr>
            <p:ph type="title"/>
          </p:nvPr>
        </p:nvSpPr>
        <p:spPr>
          <a:xfrm>
            <a:off x="550850" y="588000"/>
            <a:ext cx="3909900" cy="32358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251" name="Google Shape;251;p26"/>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252" name="Google Shape;252;p26"/>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253" name="Google Shape;253;p2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54" name="Google Shape;254;p26"/>
          <p:cNvSpPr txBox="1"/>
          <p:nvPr>
            <p:ph idx="2" type="body"/>
          </p:nvPr>
        </p:nvSpPr>
        <p:spPr>
          <a:xfrm>
            <a:off x="537875" y="4037350"/>
            <a:ext cx="3909900" cy="291300"/>
          </a:xfrm>
          <a:prstGeom prst="rect">
            <a:avLst/>
          </a:prstGeom>
        </p:spPr>
        <p:txBody>
          <a:bodyPr anchorCtr="0" anchor="t" bIns="0" lIns="0" spcFirstLastPara="1" rIns="0" wrap="square" tIns="0">
            <a:noAutofit/>
          </a:bodyPr>
          <a:lstStyle>
            <a:lvl1pPr indent="-279400" lvl="0" marL="457200">
              <a:lnSpc>
                <a:spcPct val="100000"/>
              </a:lnSpc>
              <a:spcBef>
                <a:spcPts val="0"/>
              </a:spcBef>
              <a:spcAft>
                <a:spcPts val="0"/>
              </a:spcAft>
              <a:buClr>
                <a:srgbClr val="FFFFFF"/>
              </a:buClr>
              <a:buSzPts val="800"/>
              <a:buChar char="●"/>
              <a:defRPr sz="800">
                <a:solidFill>
                  <a:srgbClr val="FFFFFF"/>
                </a:solidFill>
              </a:defRPr>
            </a:lvl1pPr>
            <a:lvl2pPr indent="-279400" lvl="1" marL="914400">
              <a:lnSpc>
                <a:spcPct val="100000"/>
              </a:lnSpc>
              <a:spcBef>
                <a:spcPts val="0"/>
              </a:spcBef>
              <a:spcAft>
                <a:spcPts val="0"/>
              </a:spcAft>
              <a:buClr>
                <a:srgbClr val="FFFFFF"/>
              </a:buClr>
              <a:buSzPts val="800"/>
              <a:buChar char="○"/>
              <a:defRPr sz="800">
                <a:solidFill>
                  <a:srgbClr val="FFFFFF"/>
                </a:solidFill>
              </a:defRPr>
            </a:lvl2pPr>
            <a:lvl3pPr indent="-279400" lvl="2" marL="1371600">
              <a:lnSpc>
                <a:spcPct val="100000"/>
              </a:lnSpc>
              <a:spcBef>
                <a:spcPts val="0"/>
              </a:spcBef>
              <a:spcAft>
                <a:spcPts val="0"/>
              </a:spcAft>
              <a:buClr>
                <a:srgbClr val="FFFFFF"/>
              </a:buClr>
              <a:buSzPts val="800"/>
              <a:buChar char="■"/>
              <a:defRPr sz="800">
                <a:solidFill>
                  <a:srgbClr val="FFFFFF"/>
                </a:solidFill>
              </a:defRPr>
            </a:lvl3pPr>
            <a:lvl4pPr indent="-279400" lvl="3" marL="1828800">
              <a:lnSpc>
                <a:spcPct val="100000"/>
              </a:lnSpc>
              <a:spcBef>
                <a:spcPts val="0"/>
              </a:spcBef>
              <a:spcAft>
                <a:spcPts val="0"/>
              </a:spcAft>
              <a:buClr>
                <a:srgbClr val="FFFFFF"/>
              </a:buClr>
              <a:buSzPts val="800"/>
              <a:buChar char="●"/>
              <a:defRPr sz="800">
                <a:solidFill>
                  <a:srgbClr val="FFFFFF"/>
                </a:solidFill>
              </a:defRPr>
            </a:lvl4pPr>
            <a:lvl5pPr indent="-279400" lvl="4" marL="2286000">
              <a:lnSpc>
                <a:spcPct val="100000"/>
              </a:lnSpc>
              <a:spcBef>
                <a:spcPts val="0"/>
              </a:spcBef>
              <a:spcAft>
                <a:spcPts val="0"/>
              </a:spcAft>
              <a:buClr>
                <a:srgbClr val="FFFFFF"/>
              </a:buClr>
              <a:buSzPts val="800"/>
              <a:buChar char="○"/>
              <a:defRPr sz="800">
                <a:solidFill>
                  <a:srgbClr val="FFFFFF"/>
                </a:solidFill>
              </a:defRPr>
            </a:lvl5pPr>
            <a:lvl6pPr indent="-279400" lvl="5" marL="2743200">
              <a:lnSpc>
                <a:spcPct val="100000"/>
              </a:lnSpc>
              <a:spcBef>
                <a:spcPts val="0"/>
              </a:spcBef>
              <a:spcAft>
                <a:spcPts val="0"/>
              </a:spcAft>
              <a:buClr>
                <a:srgbClr val="FFFFFF"/>
              </a:buClr>
              <a:buSzPts val="800"/>
              <a:buChar char="■"/>
              <a:defRPr sz="800">
                <a:solidFill>
                  <a:srgbClr val="FFFFFF"/>
                </a:solidFill>
              </a:defRPr>
            </a:lvl6pPr>
            <a:lvl7pPr indent="-279400" lvl="6" marL="3200400">
              <a:lnSpc>
                <a:spcPct val="100000"/>
              </a:lnSpc>
              <a:spcBef>
                <a:spcPts val="0"/>
              </a:spcBef>
              <a:spcAft>
                <a:spcPts val="0"/>
              </a:spcAft>
              <a:buClr>
                <a:srgbClr val="FFFFFF"/>
              </a:buClr>
              <a:buSzPts val="800"/>
              <a:buChar char="●"/>
              <a:defRPr sz="800">
                <a:solidFill>
                  <a:srgbClr val="FFFFFF"/>
                </a:solidFill>
              </a:defRPr>
            </a:lvl7pPr>
            <a:lvl8pPr indent="-279400" lvl="7" marL="3657600">
              <a:lnSpc>
                <a:spcPct val="100000"/>
              </a:lnSpc>
              <a:spcBef>
                <a:spcPts val="0"/>
              </a:spcBef>
              <a:spcAft>
                <a:spcPts val="0"/>
              </a:spcAft>
              <a:buClr>
                <a:srgbClr val="FFFFFF"/>
              </a:buClr>
              <a:buSzPts val="800"/>
              <a:buChar char="○"/>
              <a:defRPr sz="800">
                <a:solidFill>
                  <a:srgbClr val="FFFFFF"/>
                </a:solidFill>
              </a:defRPr>
            </a:lvl8pPr>
            <a:lvl9pPr indent="-279400" lvl="8" marL="4114800">
              <a:lnSpc>
                <a:spcPct val="100000"/>
              </a:lnSpc>
              <a:spcBef>
                <a:spcPts val="0"/>
              </a:spcBef>
              <a:spcAft>
                <a:spcPts val="0"/>
              </a:spcAft>
              <a:buClr>
                <a:srgbClr val="FFFFFF"/>
              </a:buClr>
              <a:buSzPts val="800"/>
              <a:buChar char="■"/>
              <a:defRPr sz="800">
                <a:solidFill>
                  <a:srgbClr val="FFFFFF"/>
                </a:solidFill>
              </a:defRPr>
            </a:lvl9pPr>
          </a:lstStyle>
          <a:p/>
        </p:txBody>
      </p:sp>
      <p:pic>
        <p:nvPicPr>
          <p:cNvPr id="255" name="Google Shape;255;p26"/>
          <p:cNvPicPr preferRelativeResize="0"/>
          <p:nvPr/>
        </p:nvPicPr>
        <p:blipFill>
          <a:blip r:embed="rId2">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01">
  <p:cSld name="BLANK_1_1_1_1_3_2_1_1_4">
    <p:bg>
      <p:bgPr>
        <a:solidFill>
          <a:schemeClr val="lt1"/>
        </a:solidFill>
      </p:bgPr>
    </p:bg>
    <p:spTree>
      <p:nvGrpSpPr>
        <p:cNvPr id="256" name="Shape 256"/>
        <p:cNvGrpSpPr/>
        <p:nvPr/>
      </p:nvGrpSpPr>
      <p:grpSpPr>
        <a:xfrm>
          <a:off x="0" y="0"/>
          <a:ext cx="0" cy="0"/>
          <a:chOff x="0" y="0"/>
          <a:chExt cx="0" cy="0"/>
        </a:xfrm>
      </p:grpSpPr>
      <p:sp>
        <p:nvSpPr>
          <p:cNvPr id="257" name="Google Shape;257;p27"/>
          <p:cNvSpPr/>
          <p:nvPr/>
        </p:nvSpPr>
        <p:spPr>
          <a:xfrm>
            <a:off x="4688600" y="587850"/>
            <a:ext cx="3909900" cy="37407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7"/>
          <p:cNvSpPr txBox="1"/>
          <p:nvPr>
            <p:ph type="title"/>
          </p:nvPr>
        </p:nvSpPr>
        <p:spPr>
          <a:xfrm>
            <a:off x="550850" y="588000"/>
            <a:ext cx="3909900" cy="32358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dk1"/>
              </a:buClr>
              <a:buSzPts val="3400"/>
              <a:buNone/>
              <a:defRPr sz="3400">
                <a:solidFill>
                  <a:schemeClr val="dk1"/>
                </a:solidFill>
              </a:defRPr>
            </a:lvl1pPr>
            <a:lvl2pPr lvl="1" rtl="0">
              <a:spcBef>
                <a:spcPts val="0"/>
              </a:spcBef>
              <a:spcAft>
                <a:spcPts val="0"/>
              </a:spcAft>
              <a:buClr>
                <a:schemeClr val="dk1"/>
              </a:buClr>
              <a:buSzPts val="2800"/>
              <a:buNone/>
              <a:defRPr>
                <a:solidFill>
                  <a:schemeClr val="dk1"/>
                </a:solidFill>
              </a:defRPr>
            </a:lvl2pPr>
            <a:lvl3pPr lvl="2" rtl="0">
              <a:spcBef>
                <a:spcPts val="0"/>
              </a:spcBef>
              <a:spcAft>
                <a:spcPts val="0"/>
              </a:spcAft>
              <a:buClr>
                <a:schemeClr val="dk1"/>
              </a:buClr>
              <a:buSzPts val="2800"/>
              <a:buNone/>
              <a:defRPr>
                <a:solidFill>
                  <a:schemeClr val="dk1"/>
                </a:solidFill>
              </a:defRPr>
            </a:lvl3pPr>
            <a:lvl4pPr lvl="3" rtl="0">
              <a:spcBef>
                <a:spcPts val="0"/>
              </a:spcBef>
              <a:spcAft>
                <a:spcPts val="0"/>
              </a:spcAft>
              <a:buClr>
                <a:schemeClr val="dk1"/>
              </a:buClr>
              <a:buSzPts val="2800"/>
              <a:buNone/>
              <a:defRPr>
                <a:solidFill>
                  <a:schemeClr val="dk1"/>
                </a:solidFill>
              </a:defRPr>
            </a:lvl4pPr>
            <a:lvl5pPr lvl="4" rtl="0">
              <a:spcBef>
                <a:spcPts val="0"/>
              </a:spcBef>
              <a:spcAft>
                <a:spcPts val="0"/>
              </a:spcAft>
              <a:buClr>
                <a:schemeClr val="dk1"/>
              </a:buClr>
              <a:buSzPts val="2800"/>
              <a:buNone/>
              <a:defRPr>
                <a:solidFill>
                  <a:schemeClr val="dk1"/>
                </a:solidFill>
              </a:defRPr>
            </a:lvl5pPr>
            <a:lvl6pPr lvl="5" rtl="0">
              <a:spcBef>
                <a:spcPts val="0"/>
              </a:spcBef>
              <a:spcAft>
                <a:spcPts val="0"/>
              </a:spcAft>
              <a:buClr>
                <a:schemeClr val="dk1"/>
              </a:buClr>
              <a:buSzPts val="2800"/>
              <a:buNone/>
              <a:defRPr>
                <a:solidFill>
                  <a:schemeClr val="dk1"/>
                </a:solidFill>
              </a:defRPr>
            </a:lvl6pPr>
            <a:lvl7pPr lvl="6" rtl="0">
              <a:spcBef>
                <a:spcPts val="0"/>
              </a:spcBef>
              <a:spcAft>
                <a:spcPts val="0"/>
              </a:spcAft>
              <a:buClr>
                <a:schemeClr val="dk1"/>
              </a:buClr>
              <a:buSzPts val="2800"/>
              <a:buNone/>
              <a:defRPr>
                <a:solidFill>
                  <a:schemeClr val="dk1"/>
                </a:solidFill>
              </a:defRPr>
            </a:lvl7pPr>
            <a:lvl8pPr lvl="7" rtl="0">
              <a:spcBef>
                <a:spcPts val="0"/>
              </a:spcBef>
              <a:spcAft>
                <a:spcPts val="0"/>
              </a:spcAft>
              <a:buClr>
                <a:schemeClr val="dk1"/>
              </a:buClr>
              <a:buSzPts val="2800"/>
              <a:buNone/>
              <a:defRPr>
                <a:solidFill>
                  <a:schemeClr val="dk1"/>
                </a:solidFill>
              </a:defRPr>
            </a:lvl8pPr>
            <a:lvl9pPr lvl="8" rtl="0">
              <a:spcBef>
                <a:spcPts val="0"/>
              </a:spcBef>
              <a:spcAft>
                <a:spcPts val="0"/>
              </a:spcAft>
              <a:buClr>
                <a:schemeClr val="dk1"/>
              </a:buClr>
              <a:buSzPts val="2800"/>
              <a:buNone/>
              <a:defRPr>
                <a:solidFill>
                  <a:schemeClr val="dk1"/>
                </a:solidFill>
              </a:defRPr>
            </a:lvl9pPr>
          </a:lstStyle>
          <a:p/>
        </p:txBody>
      </p:sp>
      <p:sp>
        <p:nvSpPr>
          <p:cNvPr id="259" name="Google Shape;259;p27"/>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b="1" sz="6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sp>
        <p:nvSpPr>
          <p:cNvPr id="260" name="Google Shape;260;p2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61" name="Google Shape;261;p27"/>
          <p:cNvSpPr txBox="1"/>
          <p:nvPr>
            <p:ph idx="2" type="body"/>
          </p:nvPr>
        </p:nvSpPr>
        <p:spPr>
          <a:xfrm>
            <a:off x="537875" y="4037350"/>
            <a:ext cx="3909900" cy="2913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chemeClr val="dk1"/>
              </a:buClr>
              <a:buSzPts val="800"/>
              <a:buChar char="●"/>
              <a:defRPr sz="800">
                <a:solidFill>
                  <a:schemeClr val="dk1"/>
                </a:solidFill>
              </a:defRPr>
            </a:lvl1pPr>
            <a:lvl2pPr indent="-279400" lvl="1" marL="914400" rtl="0">
              <a:lnSpc>
                <a:spcPct val="100000"/>
              </a:lnSpc>
              <a:spcBef>
                <a:spcPts val="0"/>
              </a:spcBef>
              <a:spcAft>
                <a:spcPts val="0"/>
              </a:spcAft>
              <a:buClr>
                <a:schemeClr val="dk1"/>
              </a:buClr>
              <a:buSzPts val="800"/>
              <a:buChar char="○"/>
              <a:defRPr sz="800">
                <a:solidFill>
                  <a:schemeClr val="dk1"/>
                </a:solidFill>
              </a:defRPr>
            </a:lvl2pPr>
            <a:lvl3pPr indent="-279400" lvl="2" marL="1371600" rtl="0">
              <a:lnSpc>
                <a:spcPct val="100000"/>
              </a:lnSpc>
              <a:spcBef>
                <a:spcPts val="0"/>
              </a:spcBef>
              <a:spcAft>
                <a:spcPts val="0"/>
              </a:spcAft>
              <a:buClr>
                <a:schemeClr val="dk1"/>
              </a:buClr>
              <a:buSzPts val="800"/>
              <a:buChar char="■"/>
              <a:defRPr sz="800">
                <a:solidFill>
                  <a:schemeClr val="dk1"/>
                </a:solidFill>
              </a:defRPr>
            </a:lvl3pPr>
            <a:lvl4pPr indent="-279400" lvl="3" marL="1828800" rtl="0">
              <a:lnSpc>
                <a:spcPct val="100000"/>
              </a:lnSpc>
              <a:spcBef>
                <a:spcPts val="0"/>
              </a:spcBef>
              <a:spcAft>
                <a:spcPts val="0"/>
              </a:spcAft>
              <a:buClr>
                <a:schemeClr val="dk1"/>
              </a:buClr>
              <a:buSzPts val="800"/>
              <a:buChar char="●"/>
              <a:defRPr sz="800">
                <a:solidFill>
                  <a:schemeClr val="dk1"/>
                </a:solidFill>
              </a:defRPr>
            </a:lvl4pPr>
            <a:lvl5pPr indent="-279400" lvl="4" marL="2286000" rtl="0">
              <a:lnSpc>
                <a:spcPct val="100000"/>
              </a:lnSpc>
              <a:spcBef>
                <a:spcPts val="0"/>
              </a:spcBef>
              <a:spcAft>
                <a:spcPts val="0"/>
              </a:spcAft>
              <a:buClr>
                <a:schemeClr val="dk1"/>
              </a:buClr>
              <a:buSzPts val="800"/>
              <a:buChar char="○"/>
              <a:defRPr sz="800">
                <a:solidFill>
                  <a:schemeClr val="dk1"/>
                </a:solidFill>
              </a:defRPr>
            </a:lvl5pPr>
            <a:lvl6pPr indent="-279400" lvl="5" marL="2743200" rtl="0">
              <a:lnSpc>
                <a:spcPct val="100000"/>
              </a:lnSpc>
              <a:spcBef>
                <a:spcPts val="0"/>
              </a:spcBef>
              <a:spcAft>
                <a:spcPts val="0"/>
              </a:spcAft>
              <a:buClr>
                <a:schemeClr val="dk1"/>
              </a:buClr>
              <a:buSzPts val="800"/>
              <a:buChar char="■"/>
              <a:defRPr sz="800">
                <a:solidFill>
                  <a:schemeClr val="dk1"/>
                </a:solidFill>
              </a:defRPr>
            </a:lvl6pPr>
            <a:lvl7pPr indent="-279400" lvl="6" marL="3200400" rtl="0">
              <a:lnSpc>
                <a:spcPct val="100000"/>
              </a:lnSpc>
              <a:spcBef>
                <a:spcPts val="0"/>
              </a:spcBef>
              <a:spcAft>
                <a:spcPts val="0"/>
              </a:spcAft>
              <a:buClr>
                <a:schemeClr val="dk1"/>
              </a:buClr>
              <a:buSzPts val="800"/>
              <a:buChar char="●"/>
              <a:defRPr sz="800">
                <a:solidFill>
                  <a:schemeClr val="dk1"/>
                </a:solidFill>
              </a:defRPr>
            </a:lvl7pPr>
            <a:lvl8pPr indent="-279400" lvl="7" marL="3657600" rtl="0">
              <a:lnSpc>
                <a:spcPct val="100000"/>
              </a:lnSpc>
              <a:spcBef>
                <a:spcPts val="0"/>
              </a:spcBef>
              <a:spcAft>
                <a:spcPts val="0"/>
              </a:spcAft>
              <a:buClr>
                <a:schemeClr val="dk1"/>
              </a:buClr>
              <a:buSzPts val="800"/>
              <a:buChar char="○"/>
              <a:defRPr sz="800">
                <a:solidFill>
                  <a:schemeClr val="dk1"/>
                </a:solidFill>
              </a:defRPr>
            </a:lvl8pPr>
            <a:lvl9pPr indent="-279400" lvl="8" marL="4114800" rtl="0">
              <a:lnSpc>
                <a:spcPct val="100000"/>
              </a:lnSpc>
              <a:spcBef>
                <a:spcPts val="0"/>
              </a:spcBef>
              <a:spcAft>
                <a:spcPts val="0"/>
              </a:spcAft>
              <a:buClr>
                <a:schemeClr val="dk1"/>
              </a:buClr>
              <a:buSzPts val="800"/>
              <a:buChar char="■"/>
              <a:defRPr sz="800">
                <a:solidFill>
                  <a:schemeClr val="dk1"/>
                </a:solidFill>
              </a:defRPr>
            </a:lvl9pPr>
          </a:lstStyle>
          <a:p/>
        </p:txBody>
      </p:sp>
      <p:cxnSp>
        <p:nvCxnSpPr>
          <p:cNvPr id="262" name="Google Shape;262;p27"/>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63" name="Google Shape;263;p27"/>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264" name="Google Shape;264;p27"/>
          <p:cNvSpPr txBox="1"/>
          <p:nvPr>
            <p:ph idx="3"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265" name="Google Shape;265;p27"/>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 - 01">
  <p:cSld name="BLANK_1_1_1_1_3_2_1_1_3">
    <p:bg>
      <p:bgPr>
        <a:solidFill>
          <a:srgbClr val="131313"/>
        </a:solidFill>
      </p:bgPr>
    </p:bg>
    <p:spTree>
      <p:nvGrpSpPr>
        <p:cNvPr id="266" name="Shape 266"/>
        <p:cNvGrpSpPr/>
        <p:nvPr/>
      </p:nvGrpSpPr>
      <p:grpSpPr>
        <a:xfrm>
          <a:off x="0" y="0"/>
          <a:ext cx="0" cy="0"/>
          <a:chOff x="0" y="0"/>
          <a:chExt cx="0" cy="0"/>
        </a:xfrm>
      </p:grpSpPr>
      <p:pic>
        <p:nvPicPr>
          <p:cNvPr id="267" name="Google Shape;267;p28"/>
          <p:cNvPicPr preferRelativeResize="0"/>
          <p:nvPr/>
        </p:nvPicPr>
        <p:blipFill>
          <a:blip r:embed="rId2">
            <a:alphaModFix amt="69000"/>
          </a:blip>
          <a:stretch>
            <a:fillRect/>
          </a:stretch>
        </p:blipFill>
        <p:spPr>
          <a:xfrm>
            <a:off x="50" y="0"/>
            <a:ext cx="9144000" cy="5143500"/>
          </a:xfrm>
          <a:prstGeom prst="rect">
            <a:avLst/>
          </a:prstGeom>
          <a:noFill/>
          <a:ln>
            <a:noFill/>
          </a:ln>
        </p:spPr>
      </p:pic>
      <p:cxnSp>
        <p:nvCxnSpPr>
          <p:cNvPr id="268" name="Google Shape;268;p28"/>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269" name="Google Shape;269;p28"/>
          <p:cNvSpPr txBox="1"/>
          <p:nvPr>
            <p:ph type="title"/>
          </p:nvPr>
        </p:nvSpPr>
        <p:spPr>
          <a:xfrm>
            <a:off x="550850" y="588000"/>
            <a:ext cx="3909900" cy="32358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270" name="Google Shape;270;p28"/>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271" name="Google Shape;271;p28"/>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272" name="Google Shape;272;p28"/>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73" name="Google Shape;273;p28"/>
          <p:cNvSpPr txBox="1"/>
          <p:nvPr>
            <p:ph idx="2" type="body"/>
          </p:nvPr>
        </p:nvSpPr>
        <p:spPr>
          <a:xfrm>
            <a:off x="537875" y="4037350"/>
            <a:ext cx="3909900" cy="2913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pic>
        <p:nvPicPr>
          <p:cNvPr id="274" name="Google Shape;274;p28"/>
          <p:cNvPicPr preferRelativeResize="0"/>
          <p:nvPr/>
        </p:nvPicPr>
        <p:blipFill>
          <a:blip r:embed="rId3">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 - 01 - 2">
  <p:cSld name="BLANK_1_1_1_1_3_2_1_1_3_1">
    <p:bg>
      <p:bgPr>
        <a:solidFill>
          <a:srgbClr val="131313"/>
        </a:solidFill>
      </p:bgPr>
    </p:bg>
    <p:spTree>
      <p:nvGrpSpPr>
        <p:cNvPr id="275" name="Shape 275"/>
        <p:cNvGrpSpPr/>
        <p:nvPr/>
      </p:nvGrpSpPr>
      <p:grpSpPr>
        <a:xfrm>
          <a:off x="0" y="0"/>
          <a:ext cx="0" cy="0"/>
          <a:chOff x="0" y="0"/>
          <a:chExt cx="0" cy="0"/>
        </a:xfrm>
      </p:grpSpPr>
      <p:pic>
        <p:nvPicPr>
          <p:cNvPr id="276" name="Google Shape;276;p29"/>
          <p:cNvPicPr preferRelativeResize="0"/>
          <p:nvPr/>
        </p:nvPicPr>
        <p:blipFill>
          <a:blip r:embed="rId2">
            <a:alphaModFix amt="70000"/>
          </a:blip>
          <a:stretch>
            <a:fillRect/>
          </a:stretch>
        </p:blipFill>
        <p:spPr>
          <a:xfrm>
            <a:off x="50" y="0"/>
            <a:ext cx="9144000" cy="5143500"/>
          </a:xfrm>
          <a:prstGeom prst="rect">
            <a:avLst/>
          </a:prstGeom>
          <a:noFill/>
          <a:ln>
            <a:noFill/>
          </a:ln>
        </p:spPr>
      </p:pic>
      <p:cxnSp>
        <p:nvCxnSpPr>
          <p:cNvPr id="277" name="Google Shape;277;p29"/>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278" name="Google Shape;278;p29"/>
          <p:cNvSpPr txBox="1"/>
          <p:nvPr>
            <p:ph type="title"/>
          </p:nvPr>
        </p:nvSpPr>
        <p:spPr>
          <a:xfrm>
            <a:off x="4688650" y="588000"/>
            <a:ext cx="3909900" cy="32358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279" name="Google Shape;279;p29"/>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280" name="Google Shape;280;p29"/>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281" name="Google Shape;281;p29"/>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82" name="Google Shape;282;p29"/>
          <p:cNvSpPr txBox="1"/>
          <p:nvPr>
            <p:ph idx="2" type="body"/>
          </p:nvPr>
        </p:nvSpPr>
        <p:spPr>
          <a:xfrm>
            <a:off x="4675675" y="4037350"/>
            <a:ext cx="3909900" cy="2913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pic>
        <p:nvPicPr>
          <p:cNvPr id="283" name="Google Shape;283;p29"/>
          <p:cNvPicPr preferRelativeResize="0"/>
          <p:nvPr/>
        </p:nvPicPr>
        <p:blipFill>
          <a:blip r:embed="rId3">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02">
  <p:cSld name="BLANK_1_1_1_1_3_2_1_1_1">
    <p:bg>
      <p:bgPr>
        <a:solidFill>
          <a:srgbClr val="131313"/>
        </a:solidFill>
      </p:bgPr>
    </p:bg>
    <p:spTree>
      <p:nvGrpSpPr>
        <p:cNvPr id="284" name="Shape 284"/>
        <p:cNvGrpSpPr/>
        <p:nvPr/>
      </p:nvGrpSpPr>
      <p:grpSpPr>
        <a:xfrm>
          <a:off x="0" y="0"/>
          <a:ext cx="0" cy="0"/>
          <a:chOff x="0" y="0"/>
          <a:chExt cx="0" cy="0"/>
        </a:xfrm>
      </p:grpSpPr>
      <p:cxnSp>
        <p:nvCxnSpPr>
          <p:cNvPr id="285" name="Google Shape;285;p30"/>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286" name="Google Shape;286;p30"/>
          <p:cNvSpPr/>
          <p:nvPr/>
        </p:nvSpPr>
        <p:spPr>
          <a:xfrm>
            <a:off x="545450" y="587850"/>
            <a:ext cx="3909900" cy="37407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0"/>
          <p:cNvSpPr txBox="1"/>
          <p:nvPr>
            <p:ph type="title"/>
          </p:nvPr>
        </p:nvSpPr>
        <p:spPr>
          <a:xfrm>
            <a:off x="4701700" y="588000"/>
            <a:ext cx="3909900" cy="32358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288" name="Google Shape;288;p30"/>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289" name="Google Shape;289;p30"/>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290" name="Google Shape;290;p30"/>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91" name="Google Shape;291;p30"/>
          <p:cNvSpPr txBox="1"/>
          <p:nvPr>
            <p:ph idx="2" type="body"/>
          </p:nvPr>
        </p:nvSpPr>
        <p:spPr>
          <a:xfrm>
            <a:off x="4688725" y="4037350"/>
            <a:ext cx="3909900" cy="2913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pic>
        <p:nvPicPr>
          <p:cNvPr id="292" name="Google Shape;292;p30"/>
          <p:cNvPicPr preferRelativeResize="0"/>
          <p:nvPr/>
        </p:nvPicPr>
        <p:blipFill>
          <a:blip r:embed="rId2">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3">
  <p:cSld name="BLANK_1_1_1_1_3_1">
    <p:bg>
      <p:bgPr>
        <a:solidFill>
          <a:srgbClr val="FFFFFF"/>
        </a:solidFill>
      </p:bgPr>
    </p:bg>
    <p:spTree>
      <p:nvGrpSpPr>
        <p:cNvPr id="293" name="Shape 293"/>
        <p:cNvGrpSpPr/>
        <p:nvPr/>
      </p:nvGrpSpPr>
      <p:grpSpPr>
        <a:xfrm>
          <a:off x="0" y="0"/>
          <a:ext cx="0" cy="0"/>
          <a:chOff x="0" y="0"/>
          <a:chExt cx="0" cy="0"/>
        </a:xfrm>
      </p:grpSpPr>
      <p:sp>
        <p:nvSpPr>
          <p:cNvPr id="294" name="Google Shape;294;p31"/>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95" name="Google Shape;295;p31"/>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296" name="Google Shape;296;p31"/>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97" name="Google Shape;297;p31"/>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298" name="Google Shape;298;p31"/>
          <p:cNvSpPr/>
          <p:nvPr/>
        </p:nvSpPr>
        <p:spPr>
          <a:xfrm>
            <a:off x="4688600" y="1069350"/>
            <a:ext cx="3909900" cy="3259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9" name="Google Shape;299;p31"/>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00" name="Google Shape;300;p31"/>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01" name="Google Shape;301;p3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302" name="Google Shape;302;p31"/>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3 - 2">
  <p:cSld name="BLANK_1_1_1_1_3_1_1">
    <p:bg>
      <p:bgPr>
        <a:solidFill>
          <a:srgbClr val="FFFFFF"/>
        </a:solidFill>
      </p:bgPr>
    </p:bg>
    <p:spTree>
      <p:nvGrpSpPr>
        <p:cNvPr id="303" name="Shape 303"/>
        <p:cNvGrpSpPr/>
        <p:nvPr/>
      </p:nvGrpSpPr>
      <p:grpSpPr>
        <a:xfrm>
          <a:off x="0" y="0"/>
          <a:ext cx="0" cy="0"/>
          <a:chOff x="0" y="0"/>
          <a:chExt cx="0" cy="0"/>
        </a:xfrm>
      </p:grpSpPr>
      <p:sp>
        <p:nvSpPr>
          <p:cNvPr id="304" name="Google Shape;304;p32"/>
          <p:cNvSpPr txBox="1"/>
          <p:nvPr>
            <p:ph idx="1" type="body"/>
          </p:nvPr>
        </p:nvSpPr>
        <p:spPr>
          <a:xfrm>
            <a:off x="545450" y="1569150"/>
            <a:ext cx="3909900" cy="2759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05" name="Google Shape;305;p32"/>
          <p:cNvSpPr txBox="1"/>
          <p:nvPr>
            <p:ph type="ctrTitle"/>
          </p:nvPr>
        </p:nvSpPr>
        <p:spPr>
          <a:xfrm>
            <a:off x="545450" y="368250"/>
            <a:ext cx="8053200" cy="8319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06" name="Google Shape;306;p32"/>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307" name="Google Shape;307;p32"/>
          <p:cNvSpPr/>
          <p:nvPr/>
        </p:nvSpPr>
        <p:spPr>
          <a:xfrm>
            <a:off x="4688600" y="1410338"/>
            <a:ext cx="3909900" cy="29181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8" name="Google Shape;308;p32"/>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09" name="Google Shape;309;p32"/>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10" name="Google Shape;310;p32"/>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311" name="Google Shape;311;p32"/>
          <p:cNvCxnSpPr/>
          <p:nvPr/>
        </p:nvCxnSpPr>
        <p:spPr>
          <a:xfrm flipH="1" rot="10800000">
            <a:off x="545450" y="1200017"/>
            <a:ext cx="8053200" cy="6900"/>
          </a:xfrm>
          <a:prstGeom prst="straightConnector1">
            <a:avLst/>
          </a:prstGeom>
          <a:noFill/>
          <a:ln cap="flat" cmpd="sng" w="9525">
            <a:solidFill>
              <a:srgbClr val="131313"/>
            </a:solidFill>
            <a:prstDash val="solid"/>
            <a:round/>
            <a:headEnd len="med" w="med" type="none"/>
            <a:tailEnd len="med" w="med" type="none"/>
          </a:ln>
        </p:spPr>
      </p:cxnSp>
      <p:pic>
        <p:nvPicPr>
          <p:cNvPr id="312" name="Google Shape;312;p32"/>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4">
  <p:cSld name="BLANK_1_1_1_1_2">
    <p:bg>
      <p:bgPr>
        <a:solidFill>
          <a:srgbClr val="FFFFFF"/>
        </a:solidFill>
      </p:bgPr>
    </p:bg>
    <p:spTree>
      <p:nvGrpSpPr>
        <p:cNvPr id="313" name="Shape 313"/>
        <p:cNvGrpSpPr/>
        <p:nvPr/>
      </p:nvGrpSpPr>
      <p:grpSpPr>
        <a:xfrm>
          <a:off x="0" y="0"/>
          <a:ext cx="0" cy="0"/>
          <a:chOff x="0" y="0"/>
          <a:chExt cx="0" cy="0"/>
        </a:xfrm>
      </p:grpSpPr>
      <p:sp>
        <p:nvSpPr>
          <p:cNvPr id="314" name="Google Shape;314;p33"/>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15" name="Google Shape;315;p33"/>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316" name="Google Shape;316;p33"/>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317" name="Google Shape;317;p33"/>
          <p:cNvSpPr/>
          <p:nvPr/>
        </p:nvSpPr>
        <p:spPr>
          <a:xfrm>
            <a:off x="3303500" y="1069350"/>
            <a:ext cx="5295000" cy="3259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8" name="Google Shape;318;p33"/>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19" name="Google Shape;319;p33"/>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20" name="Google Shape;320;p33"/>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21" name="Google Shape;321;p33"/>
          <p:cNvSpPr txBox="1"/>
          <p:nvPr>
            <p:ph idx="2" type="body"/>
          </p:nvPr>
        </p:nvSpPr>
        <p:spPr>
          <a:xfrm>
            <a:off x="545450" y="1217900"/>
            <a:ext cx="2537100" cy="28743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pic>
        <p:nvPicPr>
          <p:cNvPr id="322" name="Google Shape;322;p33"/>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4 - 2">
  <p:cSld name="BLANK_1_1_1_1_2_2">
    <p:bg>
      <p:bgPr>
        <a:solidFill>
          <a:srgbClr val="FFFFFF"/>
        </a:solidFill>
      </p:bgPr>
    </p:bg>
    <p:spTree>
      <p:nvGrpSpPr>
        <p:cNvPr id="323" name="Shape 323"/>
        <p:cNvGrpSpPr/>
        <p:nvPr/>
      </p:nvGrpSpPr>
      <p:grpSpPr>
        <a:xfrm>
          <a:off x="0" y="0"/>
          <a:ext cx="0" cy="0"/>
          <a:chOff x="0" y="0"/>
          <a:chExt cx="0" cy="0"/>
        </a:xfrm>
      </p:grpSpPr>
      <p:sp>
        <p:nvSpPr>
          <p:cNvPr id="324" name="Google Shape;324;p34"/>
          <p:cNvSpPr txBox="1"/>
          <p:nvPr>
            <p:ph type="ctrTitle"/>
          </p:nvPr>
        </p:nvSpPr>
        <p:spPr>
          <a:xfrm>
            <a:off x="545450" y="368250"/>
            <a:ext cx="8053200" cy="8319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25" name="Google Shape;325;p34"/>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326" name="Google Shape;326;p34"/>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27" name="Google Shape;327;p34"/>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28" name="Google Shape;328;p34"/>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329" name="Google Shape;329;p34"/>
          <p:cNvCxnSpPr/>
          <p:nvPr/>
        </p:nvCxnSpPr>
        <p:spPr>
          <a:xfrm flipH="1" rot="10800000">
            <a:off x="545450" y="1200017"/>
            <a:ext cx="8053200" cy="6900"/>
          </a:xfrm>
          <a:prstGeom prst="straightConnector1">
            <a:avLst/>
          </a:prstGeom>
          <a:noFill/>
          <a:ln cap="flat" cmpd="sng" w="9525">
            <a:solidFill>
              <a:srgbClr val="131313"/>
            </a:solidFill>
            <a:prstDash val="solid"/>
            <a:round/>
            <a:headEnd len="med" w="med" type="none"/>
            <a:tailEnd len="med" w="med" type="none"/>
          </a:ln>
        </p:spPr>
      </p:cxnSp>
      <p:sp>
        <p:nvSpPr>
          <p:cNvPr id="330" name="Google Shape;330;p34"/>
          <p:cNvSpPr txBox="1"/>
          <p:nvPr>
            <p:ph idx="2" type="body"/>
          </p:nvPr>
        </p:nvSpPr>
        <p:spPr>
          <a:xfrm>
            <a:off x="545450" y="1569150"/>
            <a:ext cx="2537100" cy="2759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31" name="Google Shape;331;p34"/>
          <p:cNvSpPr/>
          <p:nvPr/>
        </p:nvSpPr>
        <p:spPr>
          <a:xfrm>
            <a:off x="3303500" y="1410350"/>
            <a:ext cx="5295000" cy="29181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2" name="Google Shape;332;p34"/>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5">
  <p:cSld name="BLANK_1_1_1_1_2_1">
    <p:bg>
      <p:bgPr>
        <a:solidFill>
          <a:srgbClr val="FFFFFF"/>
        </a:solidFill>
      </p:bgPr>
    </p:bg>
    <p:spTree>
      <p:nvGrpSpPr>
        <p:cNvPr id="333" name="Shape 333"/>
        <p:cNvGrpSpPr/>
        <p:nvPr/>
      </p:nvGrpSpPr>
      <p:grpSpPr>
        <a:xfrm>
          <a:off x="0" y="0"/>
          <a:ext cx="0" cy="0"/>
          <a:chOff x="0" y="0"/>
          <a:chExt cx="0" cy="0"/>
        </a:xfrm>
      </p:grpSpPr>
      <p:sp>
        <p:nvSpPr>
          <p:cNvPr id="334" name="Google Shape;334;p35"/>
          <p:cNvSpPr txBox="1"/>
          <p:nvPr>
            <p:ph idx="1" type="body"/>
          </p:nvPr>
        </p:nvSpPr>
        <p:spPr>
          <a:xfrm>
            <a:off x="545450" y="1217900"/>
            <a:ext cx="2537100" cy="31110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35" name="Google Shape;335;p35"/>
          <p:cNvSpPr txBox="1"/>
          <p:nvPr>
            <p:ph idx="2" type="body"/>
          </p:nvPr>
        </p:nvSpPr>
        <p:spPr>
          <a:xfrm>
            <a:off x="3303425" y="1217900"/>
            <a:ext cx="2537100" cy="31110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36" name="Google Shape;336;p35"/>
          <p:cNvSpPr txBox="1"/>
          <p:nvPr>
            <p:ph type="ctrTitle"/>
          </p:nvPr>
        </p:nvSpPr>
        <p:spPr>
          <a:xfrm>
            <a:off x="545450" y="368250"/>
            <a:ext cx="52953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37" name="Google Shape;337;p35"/>
          <p:cNvCxnSpPr/>
          <p:nvPr/>
        </p:nvCxnSpPr>
        <p:spPr>
          <a:xfrm flipH="1" rot="10800000">
            <a:off x="545450" y="361350"/>
            <a:ext cx="5295300" cy="6900"/>
          </a:xfrm>
          <a:prstGeom prst="straightConnector1">
            <a:avLst/>
          </a:prstGeom>
          <a:noFill/>
          <a:ln cap="flat" cmpd="sng" w="9525">
            <a:solidFill>
              <a:srgbClr val="131313"/>
            </a:solidFill>
            <a:prstDash val="solid"/>
            <a:round/>
            <a:headEnd len="med" w="med" type="none"/>
            <a:tailEnd len="med" w="med" type="none"/>
          </a:ln>
        </p:spPr>
      </p:cxnSp>
      <p:cxnSp>
        <p:nvCxnSpPr>
          <p:cNvPr id="338" name="Google Shape;338;p35"/>
          <p:cNvCxnSpPr/>
          <p:nvPr/>
        </p:nvCxnSpPr>
        <p:spPr>
          <a:xfrm flipH="1" rot="10800000">
            <a:off x="545450" y="842850"/>
            <a:ext cx="5295300" cy="6900"/>
          </a:xfrm>
          <a:prstGeom prst="straightConnector1">
            <a:avLst/>
          </a:prstGeom>
          <a:noFill/>
          <a:ln cap="flat" cmpd="sng" w="9525">
            <a:solidFill>
              <a:srgbClr val="131313"/>
            </a:solidFill>
            <a:prstDash val="solid"/>
            <a:round/>
            <a:headEnd len="med" w="med" type="none"/>
            <a:tailEnd len="med" w="med" type="none"/>
          </a:ln>
        </p:spPr>
      </p:cxnSp>
      <p:sp>
        <p:nvSpPr>
          <p:cNvPr id="339" name="Google Shape;339;p35"/>
          <p:cNvSpPr/>
          <p:nvPr/>
        </p:nvSpPr>
        <p:spPr>
          <a:xfrm>
            <a:off x="6061400" y="361350"/>
            <a:ext cx="2537100" cy="3967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0" name="Google Shape;340;p35"/>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41" name="Google Shape;341;p35"/>
          <p:cNvSpPr txBox="1"/>
          <p:nvPr>
            <p:ph idx="3"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42" name="Google Shape;342;p3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343" name="Google Shape;343;p35"/>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5 - 2">
  <p:cSld name="BLANK_1_1_1_1_2_1_2">
    <p:bg>
      <p:bgPr>
        <a:solidFill>
          <a:srgbClr val="FFFFFF"/>
        </a:solidFill>
      </p:bgPr>
    </p:bg>
    <p:spTree>
      <p:nvGrpSpPr>
        <p:cNvPr id="344" name="Shape 344"/>
        <p:cNvGrpSpPr/>
        <p:nvPr/>
      </p:nvGrpSpPr>
      <p:grpSpPr>
        <a:xfrm>
          <a:off x="0" y="0"/>
          <a:ext cx="0" cy="0"/>
          <a:chOff x="0" y="0"/>
          <a:chExt cx="0" cy="0"/>
        </a:xfrm>
      </p:grpSpPr>
      <p:sp>
        <p:nvSpPr>
          <p:cNvPr id="345" name="Google Shape;345;p36"/>
          <p:cNvSpPr txBox="1"/>
          <p:nvPr>
            <p:ph idx="1" type="body"/>
          </p:nvPr>
        </p:nvSpPr>
        <p:spPr>
          <a:xfrm>
            <a:off x="545450" y="1572768"/>
            <a:ext cx="2537100" cy="27510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46" name="Google Shape;346;p36"/>
          <p:cNvSpPr txBox="1"/>
          <p:nvPr>
            <p:ph idx="2" type="body"/>
          </p:nvPr>
        </p:nvSpPr>
        <p:spPr>
          <a:xfrm>
            <a:off x="3303425" y="1572768"/>
            <a:ext cx="2537100" cy="27510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47" name="Google Shape;347;p36"/>
          <p:cNvSpPr txBox="1"/>
          <p:nvPr>
            <p:ph type="ctrTitle"/>
          </p:nvPr>
        </p:nvSpPr>
        <p:spPr>
          <a:xfrm>
            <a:off x="545450" y="368250"/>
            <a:ext cx="5295300" cy="8406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48" name="Google Shape;348;p36"/>
          <p:cNvCxnSpPr/>
          <p:nvPr/>
        </p:nvCxnSpPr>
        <p:spPr>
          <a:xfrm flipH="1" rot="10800000">
            <a:off x="545450" y="361350"/>
            <a:ext cx="5295300" cy="6900"/>
          </a:xfrm>
          <a:prstGeom prst="straightConnector1">
            <a:avLst/>
          </a:prstGeom>
          <a:noFill/>
          <a:ln cap="flat" cmpd="sng" w="9525">
            <a:solidFill>
              <a:srgbClr val="131313"/>
            </a:solidFill>
            <a:prstDash val="solid"/>
            <a:round/>
            <a:headEnd len="med" w="med" type="none"/>
            <a:tailEnd len="med" w="med" type="none"/>
          </a:ln>
        </p:spPr>
      </p:cxnSp>
      <p:sp>
        <p:nvSpPr>
          <p:cNvPr id="349" name="Google Shape;349;p36"/>
          <p:cNvSpPr/>
          <p:nvPr/>
        </p:nvSpPr>
        <p:spPr>
          <a:xfrm>
            <a:off x="6061400" y="361350"/>
            <a:ext cx="2537100" cy="3967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0" name="Google Shape;350;p36"/>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51" name="Google Shape;351;p36"/>
          <p:cNvSpPr txBox="1"/>
          <p:nvPr>
            <p:ph idx="3"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52" name="Google Shape;352;p3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353" name="Google Shape;353;p36"/>
          <p:cNvCxnSpPr/>
          <p:nvPr/>
        </p:nvCxnSpPr>
        <p:spPr>
          <a:xfrm>
            <a:off x="545450" y="1208850"/>
            <a:ext cx="5295600" cy="0"/>
          </a:xfrm>
          <a:prstGeom prst="straightConnector1">
            <a:avLst/>
          </a:prstGeom>
          <a:noFill/>
          <a:ln cap="flat" cmpd="sng" w="9525">
            <a:solidFill>
              <a:srgbClr val="131313"/>
            </a:solidFill>
            <a:prstDash val="solid"/>
            <a:round/>
            <a:headEnd len="med" w="med" type="none"/>
            <a:tailEnd len="med" w="med" type="none"/>
          </a:ln>
        </p:spPr>
      </p:cxnSp>
      <p:pic>
        <p:nvPicPr>
          <p:cNvPr id="354" name="Google Shape;354;p36"/>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6">
  <p:cSld name="BLANK_1_1_1_1_2_1_1">
    <p:bg>
      <p:bgPr>
        <a:solidFill>
          <a:srgbClr val="FFFFFF"/>
        </a:solidFill>
      </p:bgPr>
    </p:bg>
    <p:spTree>
      <p:nvGrpSpPr>
        <p:cNvPr id="355" name="Shape 355"/>
        <p:cNvGrpSpPr/>
        <p:nvPr/>
      </p:nvGrpSpPr>
      <p:grpSpPr>
        <a:xfrm>
          <a:off x="0" y="0"/>
          <a:ext cx="0" cy="0"/>
          <a:chOff x="0" y="0"/>
          <a:chExt cx="0" cy="0"/>
        </a:xfrm>
      </p:grpSpPr>
      <p:sp>
        <p:nvSpPr>
          <p:cNvPr id="356" name="Google Shape;356;p37"/>
          <p:cNvSpPr txBox="1"/>
          <p:nvPr>
            <p:ph type="ctrTitle"/>
          </p:nvPr>
        </p:nvSpPr>
        <p:spPr>
          <a:xfrm>
            <a:off x="545450" y="368250"/>
            <a:ext cx="39099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57" name="Google Shape;357;p37"/>
          <p:cNvSpPr txBox="1"/>
          <p:nvPr>
            <p:ph idx="1" type="body"/>
          </p:nvPr>
        </p:nvSpPr>
        <p:spPr>
          <a:xfrm>
            <a:off x="545450" y="1218750"/>
            <a:ext cx="39099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358" name="Google Shape;358;p37"/>
          <p:cNvCxnSpPr/>
          <p:nvPr/>
        </p:nvCxnSpPr>
        <p:spPr>
          <a:xfrm flipH="1" rot="10800000">
            <a:off x="545450" y="842850"/>
            <a:ext cx="3909900" cy="6900"/>
          </a:xfrm>
          <a:prstGeom prst="straightConnector1">
            <a:avLst/>
          </a:prstGeom>
          <a:noFill/>
          <a:ln cap="flat" cmpd="sng" w="9525">
            <a:solidFill>
              <a:srgbClr val="131313"/>
            </a:solidFill>
            <a:prstDash val="solid"/>
            <a:round/>
            <a:headEnd len="med" w="med" type="none"/>
            <a:tailEnd len="med" w="med" type="none"/>
          </a:ln>
        </p:spPr>
      </p:cxnSp>
      <p:sp>
        <p:nvSpPr>
          <p:cNvPr id="359" name="Google Shape;359;p37"/>
          <p:cNvSpPr/>
          <p:nvPr/>
        </p:nvSpPr>
        <p:spPr>
          <a:xfrm>
            <a:off x="4688600" y="361350"/>
            <a:ext cx="3909900" cy="3967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0" name="Google Shape;360;p37"/>
          <p:cNvCxnSpPr/>
          <p:nvPr/>
        </p:nvCxnSpPr>
        <p:spPr>
          <a:xfrm>
            <a:off x="545450" y="4555322"/>
            <a:ext cx="8054100" cy="600"/>
          </a:xfrm>
          <a:prstGeom prst="straightConnector1">
            <a:avLst/>
          </a:prstGeom>
          <a:noFill/>
          <a:ln cap="flat" cmpd="sng" w="9525">
            <a:solidFill>
              <a:srgbClr val="131313"/>
            </a:solidFill>
            <a:prstDash val="solid"/>
            <a:round/>
            <a:headEnd len="med" w="med" type="none"/>
            <a:tailEnd len="med" w="med" type="none"/>
          </a:ln>
        </p:spPr>
      </p:cxnSp>
      <p:sp>
        <p:nvSpPr>
          <p:cNvPr id="361" name="Google Shape;361;p37"/>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62" name="Google Shape;362;p3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363" name="Google Shape;363;p37"/>
          <p:cNvCxnSpPr/>
          <p:nvPr/>
        </p:nvCxnSpPr>
        <p:spPr>
          <a:xfrm flipH="1" rot="10800000">
            <a:off x="545450" y="361350"/>
            <a:ext cx="3909900" cy="6900"/>
          </a:xfrm>
          <a:prstGeom prst="straightConnector1">
            <a:avLst/>
          </a:prstGeom>
          <a:noFill/>
          <a:ln cap="flat" cmpd="sng" w="9525">
            <a:solidFill>
              <a:srgbClr val="131313"/>
            </a:solidFill>
            <a:prstDash val="solid"/>
            <a:round/>
            <a:headEnd len="med" w="med" type="none"/>
            <a:tailEnd len="med" w="med" type="none"/>
          </a:ln>
        </p:spPr>
      </p:cxnSp>
      <p:pic>
        <p:nvPicPr>
          <p:cNvPr id="364" name="Google Shape;364;p37"/>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6 - 2">
  <p:cSld name="BLANK_1_1_1_1_2_1_1_2">
    <p:bg>
      <p:bgPr>
        <a:solidFill>
          <a:srgbClr val="FFFFFF"/>
        </a:solidFill>
      </p:bgPr>
    </p:bg>
    <p:spTree>
      <p:nvGrpSpPr>
        <p:cNvPr id="365" name="Shape 365"/>
        <p:cNvGrpSpPr/>
        <p:nvPr/>
      </p:nvGrpSpPr>
      <p:grpSpPr>
        <a:xfrm>
          <a:off x="0" y="0"/>
          <a:ext cx="0" cy="0"/>
          <a:chOff x="0" y="0"/>
          <a:chExt cx="0" cy="0"/>
        </a:xfrm>
      </p:grpSpPr>
      <p:sp>
        <p:nvSpPr>
          <p:cNvPr id="366" name="Google Shape;366;p38"/>
          <p:cNvSpPr txBox="1"/>
          <p:nvPr>
            <p:ph type="ctrTitle"/>
          </p:nvPr>
        </p:nvSpPr>
        <p:spPr>
          <a:xfrm>
            <a:off x="545450" y="368250"/>
            <a:ext cx="3909900" cy="8406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67" name="Google Shape;367;p38"/>
          <p:cNvCxnSpPr/>
          <p:nvPr/>
        </p:nvCxnSpPr>
        <p:spPr>
          <a:xfrm flipH="1" rot="10800000">
            <a:off x="545450" y="361350"/>
            <a:ext cx="3909900" cy="6900"/>
          </a:xfrm>
          <a:prstGeom prst="straightConnector1">
            <a:avLst/>
          </a:prstGeom>
          <a:noFill/>
          <a:ln cap="flat" cmpd="sng" w="9525">
            <a:solidFill>
              <a:srgbClr val="131313"/>
            </a:solidFill>
            <a:prstDash val="solid"/>
            <a:round/>
            <a:headEnd len="med" w="med" type="none"/>
            <a:tailEnd len="med" w="med" type="none"/>
          </a:ln>
        </p:spPr>
      </p:cxnSp>
      <p:sp>
        <p:nvSpPr>
          <p:cNvPr id="368" name="Google Shape;368;p38"/>
          <p:cNvSpPr txBox="1"/>
          <p:nvPr>
            <p:ph idx="1" type="body"/>
          </p:nvPr>
        </p:nvSpPr>
        <p:spPr>
          <a:xfrm>
            <a:off x="545450" y="1572768"/>
            <a:ext cx="3909900" cy="27510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369" name="Google Shape;369;p38"/>
          <p:cNvCxnSpPr/>
          <p:nvPr/>
        </p:nvCxnSpPr>
        <p:spPr>
          <a:xfrm flipH="1" rot="10800000">
            <a:off x="545450" y="1201950"/>
            <a:ext cx="3909900" cy="6900"/>
          </a:xfrm>
          <a:prstGeom prst="straightConnector1">
            <a:avLst/>
          </a:prstGeom>
          <a:noFill/>
          <a:ln cap="flat" cmpd="sng" w="9525">
            <a:solidFill>
              <a:srgbClr val="131313"/>
            </a:solidFill>
            <a:prstDash val="solid"/>
            <a:round/>
            <a:headEnd len="med" w="med" type="none"/>
            <a:tailEnd len="med" w="med" type="none"/>
          </a:ln>
        </p:spPr>
      </p:cxnSp>
      <p:sp>
        <p:nvSpPr>
          <p:cNvPr id="370" name="Google Shape;370;p38"/>
          <p:cNvSpPr/>
          <p:nvPr/>
        </p:nvSpPr>
        <p:spPr>
          <a:xfrm>
            <a:off x="4688600" y="361350"/>
            <a:ext cx="3909900" cy="3967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1" name="Google Shape;371;p38"/>
          <p:cNvCxnSpPr/>
          <p:nvPr/>
        </p:nvCxnSpPr>
        <p:spPr>
          <a:xfrm>
            <a:off x="545450" y="4555322"/>
            <a:ext cx="8054100" cy="600"/>
          </a:xfrm>
          <a:prstGeom prst="straightConnector1">
            <a:avLst/>
          </a:prstGeom>
          <a:noFill/>
          <a:ln cap="flat" cmpd="sng" w="9525">
            <a:solidFill>
              <a:srgbClr val="131313"/>
            </a:solidFill>
            <a:prstDash val="solid"/>
            <a:round/>
            <a:headEnd len="med" w="med" type="none"/>
            <a:tailEnd len="med" w="med" type="none"/>
          </a:ln>
        </p:spPr>
      </p:cxnSp>
      <p:sp>
        <p:nvSpPr>
          <p:cNvPr id="372" name="Google Shape;372;p38"/>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73" name="Google Shape;373;p38"/>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374" name="Google Shape;374;p38"/>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7">
  <p:cSld name="BLANK_1_1_1_1_2_1_1_1">
    <p:bg>
      <p:bgPr>
        <a:solidFill>
          <a:srgbClr val="FFFFFF"/>
        </a:solidFill>
      </p:bgPr>
    </p:bg>
    <p:spTree>
      <p:nvGrpSpPr>
        <p:cNvPr id="375" name="Shape 375"/>
        <p:cNvGrpSpPr/>
        <p:nvPr/>
      </p:nvGrpSpPr>
      <p:grpSpPr>
        <a:xfrm>
          <a:off x="0" y="0"/>
          <a:ext cx="0" cy="0"/>
          <a:chOff x="0" y="0"/>
          <a:chExt cx="0" cy="0"/>
        </a:xfrm>
      </p:grpSpPr>
      <p:sp>
        <p:nvSpPr>
          <p:cNvPr id="376" name="Google Shape;376;p39"/>
          <p:cNvSpPr txBox="1"/>
          <p:nvPr>
            <p:ph type="ctrTitle"/>
          </p:nvPr>
        </p:nvSpPr>
        <p:spPr>
          <a:xfrm>
            <a:off x="545450" y="368250"/>
            <a:ext cx="2537100" cy="8337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77" name="Google Shape;377;p39"/>
          <p:cNvCxnSpPr/>
          <p:nvPr/>
        </p:nvCxnSpPr>
        <p:spPr>
          <a:xfrm flipH="1" rot="10800000">
            <a:off x="545450" y="361350"/>
            <a:ext cx="2537100" cy="6900"/>
          </a:xfrm>
          <a:prstGeom prst="straightConnector1">
            <a:avLst/>
          </a:prstGeom>
          <a:noFill/>
          <a:ln cap="flat" cmpd="sng" w="9525">
            <a:solidFill>
              <a:srgbClr val="131313"/>
            </a:solidFill>
            <a:prstDash val="solid"/>
            <a:round/>
            <a:headEnd len="med" w="med" type="none"/>
            <a:tailEnd len="med" w="med" type="none"/>
          </a:ln>
        </p:spPr>
      </p:cxnSp>
      <p:sp>
        <p:nvSpPr>
          <p:cNvPr id="378" name="Google Shape;378;p39"/>
          <p:cNvSpPr/>
          <p:nvPr/>
        </p:nvSpPr>
        <p:spPr>
          <a:xfrm>
            <a:off x="3303500" y="361350"/>
            <a:ext cx="5295000" cy="3967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9"/>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80" name="Google Shape;380;p39"/>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381" name="Google Shape;381;p39"/>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82" name="Google Shape;382;p39"/>
          <p:cNvSpPr txBox="1"/>
          <p:nvPr>
            <p:ph idx="2" type="body"/>
          </p:nvPr>
        </p:nvSpPr>
        <p:spPr>
          <a:xfrm>
            <a:off x="545450" y="1572768"/>
            <a:ext cx="2537100" cy="27579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383" name="Google Shape;383;p39"/>
          <p:cNvCxnSpPr/>
          <p:nvPr/>
        </p:nvCxnSpPr>
        <p:spPr>
          <a:xfrm flipH="1" rot="10800000">
            <a:off x="545450" y="1201950"/>
            <a:ext cx="2537100" cy="6900"/>
          </a:xfrm>
          <a:prstGeom prst="straightConnector1">
            <a:avLst/>
          </a:prstGeom>
          <a:noFill/>
          <a:ln cap="flat" cmpd="sng" w="9525">
            <a:solidFill>
              <a:srgbClr val="131313"/>
            </a:solidFill>
            <a:prstDash val="solid"/>
            <a:round/>
            <a:headEnd len="med" w="med" type="none"/>
            <a:tailEnd len="med" w="med" type="none"/>
          </a:ln>
        </p:spPr>
      </p:cxnSp>
      <p:pic>
        <p:nvPicPr>
          <p:cNvPr id="384" name="Google Shape;384;p39"/>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7 - 2">
  <p:cSld name="BLANK_1_1_1_1_2_1_1_1_1">
    <p:bg>
      <p:bgPr>
        <a:solidFill>
          <a:srgbClr val="FFFFFF"/>
        </a:solidFill>
      </p:bgPr>
    </p:bg>
    <p:spTree>
      <p:nvGrpSpPr>
        <p:cNvPr id="385" name="Shape 385"/>
        <p:cNvGrpSpPr/>
        <p:nvPr/>
      </p:nvGrpSpPr>
      <p:grpSpPr>
        <a:xfrm>
          <a:off x="0" y="0"/>
          <a:ext cx="0" cy="0"/>
          <a:chOff x="0" y="0"/>
          <a:chExt cx="0" cy="0"/>
        </a:xfrm>
      </p:grpSpPr>
      <p:sp>
        <p:nvSpPr>
          <p:cNvPr id="386" name="Google Shape;386;p40"/>
          <p:cNvSpPr txBox="1"/>
          <p:nvPr>
            <p:ph idx="1" type="body"/>
          </p:nvPr>
        </p:nvSpPr>
        <p:spPr>
          <a:xfrm>
            <a:off x="545450" y="1821750"/>
            <a:ext cx="2537100" cy="2507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87" name="Google Shape;387;p40"/>
          <p:cNvSpPr txBox="1"/>
          <p:nvPr>
            <p:ph type="ctrTitle"/>
          </p:nvPr>
        </p:nvSpPr>
        <p:spPr>
          <a:xfrm>
            <a:off x="545450" y="368250"/>
            <a:ext cx="2537100" cy="1084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88" name="Google Shape;388;p40"/>
          <p:cNvCxnSpPr/>
          <p:nvPr/>
        </p:nvCxnSpPr>
        <p:spPr>
          <a:xfrm flipH="1" rot="10800000">
            <a:off x="545450" y="361350"/>
            <a:ext cx="2537100" cy="6900"/>
          </a:xfrm>
          <a:prstGeom prst="straightConnector1">
            <a:avLst/>
          </a:prstGeom>
          <a:noFill/>
          <a:ln cap="flat" cmpd="sng" w="9525">
            <a:solidFill>
              <a:srgbClr val="131313"/>
            </a:solidFill>
            <a:prstDash val="solid"/>
            <a:round/>
            <a:headEnd len="med" w="med" type="none"/>
            <a:tailEnd len="med" w="med" type="none"/>
          </a:ln>
        </p:spPr>
      </p:cxnSp>
      <p:cxnSp>
        <p:nvCxnSpPr>
          <p:cNvPr id="389" name="Google Shape;389;p40"/>
          <p:cNvCxnSpPr/>
          <p:nvPr/>
        </p:nvCxnSpPr>
        <p:spPr>
          <a:xfrm flipH="1" rot="10800000">
            <a:off x="545450" y="1452825"/>
            <a:ext cx="2537100" cy="6900"/>
          </a:xfrm>
          <a:prstGeom prst="straightConnector1">
            <a:avLst/>
          </a:prstGeom>
          <a:noFill/>
          <a:ln cap="flat" cmpd="sng" w="9525">
            <a:solidFill>
              <a:srgbClr val="131313"/>
            </a:solidFill>
            <a:prstDash val="solid"/>
            <a:round/>
            <a:headEnd len="med" w="med" type="none"/>
            <a:tailEnd len="med" w="med" type="none"/>
          </a:ln>
        </p:spPr>
      </p:cxnSp>
      <p:sp>
        <p:nvSpPr>
          <p:cNvPr id="390" name="Google Shape;390;p40"/>
          <p:cNvSpPr/>
          <p:nvPr/>
        </p:nvSpPr>
        <p:spPr>
          <a:xfrm>
            <a:off x="3303500" y="361350"/>
            <a:ext cx="5295000" cy="3967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0"/>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92" name="Google Shape;392;p40"/>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393" name="Google Shape;393;p40"/>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pic>
        <p:nvPicPr>
          <p:cNvPr id="394" name="Google Shape;394;p40"/>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8">
  <p:cSld name="BLANK_1_1_1_1_1">
    <p:bg>
      <p:bgPr>
        <a:solidFill>
          <a:srgbClr val="FFFFFF"/>
        </a:solidFill>
      </p:bgPr>
    </p:bg>
    <p:spTree>
      <p:nvGrpSpPr>
        <p:cNvPr id="395" name="Shape 395"/>
        <p:cNvGrpSpPr/>
        <p:nvPr/>
      </p:nvGrpSpPr>
      <p:grpSpPr>
        <a:xfrm>
          <a:off x="0" y="0"/>
          <a:ext cx="0" cy="0"/>
          <a:chOff x="0" y="0"/>
          <a:chExt cx="0" cy="0"/>
        </a:xfrm>
      </p:grpSpPr>
      <p:cxnSp>
        <p:nvCxnSpPr>
          <p:cNvPr id="396" name="Google Shape;396;p41"/>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397" name="Google Shape;397;p41"/>
          <p:cNvCxnSpPr/>
          <p:nvPr/>
        </p:nvCxnSpPr>
        <p:spPr>
          <a:xfrm>
            <a:off x="3082950" y="369400"/>
            <a:ext cx="0" cy="4192800"/>
          </a:xfrm>
          <a:prstGeom prst="straightConnector1">
            <a:avLst/>
          </a:prstGeom>
          <a:noFill/>
          <a:ln cap="flat" cmpd="sng" w="9525">
            <a:solidFill>
              <a:srgbClr val="131313"/>
            </a:solidFill>
            <a:prstDash val="solid"/>
            <a:round/>
            <a:headEnd len="med" w="med" type="none"/>
            <a:tailEnd len="med" w="med" type="none"/>
          </a:ln>
        </p:spPr>
      </p:cxnSp>
      <p:sp>
        <p:nvSpPr>
          <p:cNvPr id="398" name="Google Shape;398;p41"/>
          <p:cNvSpPr txBox="1"/>
          <p:nvPr>
            <p:ph type="ctrTitle"/>
          </p:nvPr>
        </p:nvSpPr>
        <p:spPr>
          <a:xfrm>
            <a:off x="545450" y="842850"/>
            <a:ext cx="2304300" cy="348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sz="18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cxnSp>
        <p:nvCxnSpPr>
          <p:cNvPr id="399" name="Google Shape;399;p41"/>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00" name="Google Shape;400;p41"/>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01" name="Google Shape;401;p4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402" name="Google Shape;402;p41"/>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9">
  <p:cSld name="BLANK_1_1_1_1_1_1">
    <p:bg>
      <p:bgPr>
        <a:solidFill>
          <a:srgbClr val="FFFFFF"/>
        </a:solidFill>
      </p:bgPr>
    </p:bg>
    <p:spTree>
      <p:nvGrpSpPr>
        <p:cNvPr id="403" name="Shape 403"/>
        <p:cNvGrpSpPr/>
        <p:nvPr/>
      </p:nvGrpSpPr>
      <p:grpSpPr>
        <a:xfrm>
          <a:off x="0" y="0"/>
          <a:ext cx="0" cy="0"/>
          <a:chOff x="0" y="0"/>
          <a:chExt cx="0" cy="0"/>
        </a:xfrm>
      </p:grpSpPr>
      <p:sp>
        <p:nvSpPr>
          <p:cNvPr id="404" name="Google Shape;404;p42"/>
          <p:cNvSpPr txBox="1"/>
          <p:nvPr>
            <p:ph idx="1" type="body"/>
          </p:nvPr>
        </p:nvSpPr>
        <p:spPr>
          <a:xfrm>
            <a:off x="3303500" y="843275"/>
            <a:ext cx="2537100" cy="3485700"/>
          </a:xfrm>
          <a:prstGeom prst="rect">
            <a:avLst/>
          </a:prstGeom>
        </p:spPr>
        <p:txBody>
          <a:bodyPr anchorCtr="0" anchor="t" bIns="0" lIns="0" spcFirstLastPara="1" rIns="0" wrap="square" tIns="0">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Char char="○"/>
              <a:defRPr sz="800"/>
            </a:lvl2pPr>
            <a:lvl3pPr indent="-279400" lvl="2" marL="1371600">
              <a:lnSpc>
                <a:spcPct val="100000"/>
              </a:lnSpc>
              <a:spcBef>
                <a:spcPts val="0"/>
              </a:spcBef>
              <a:spcAft>
                <a:spcPts val="0"/>
              </a:spcAft>
              <a:buSzPts val="800"/>
              <a:buChar char="■"/>
              <a:defRPr sz="800"/>
            </a:lvl3pPr>
            <a:lvl4pPr indent="-279400" lvl="3" marL="1828800">
              <a:lnSpc>
                <a:spcPct val="100000"/>
              </a:lnSpc>
              <a:spcBef>
                <a:spcPts val="0"/>
              </a:spcBef>
              <a:spcAft>
                <a:spcPts val="0"/>
              </a:spcAft>
              <a:buSzPts val="800"/>
              <a:buChar char="●"/>
              <a:defRPr sz="800"/>
            </a:lvl4pPr>
            <a:lvl5pPr indent="-279400" lvl="4" marL="2286000">
              <a:lnSpc>
                <a:spcPct val="100000"/>
              </a:lnSpc>
              <a:spcBef>
                <a:spcPts val="0"/>
              </a:spcBef>
              <a:spcAft>
                <a:spcPts val="0"/>
              </a:spcAft>
              <a:buSzPts val="800"/>
              <a:buChar char="○"/>
              <a:defRPr sz="800"/>
            </a:lvl5pPr>
            <a:lvl6pPr indent="-279400" lvl="5" marL="2743200">
              <a:lnSpc>
                <a:spcPct val="100000"/>
              </a:lnSpc>
              <a:spcBef>
                <a:spcPts val="0"/>
              </a:spcBef>
              <a:spcAft>
                <a:spcPts val="0"/>
              </a:spcAft>
              <a:buSzPts val="800"/>
              <a:buChar char="■"/>
              <a:defRPr sz="800"/>
            </a:lvl6pPr>
            <a:lvl7pPr indent="-279400" lvl="6" marL="3200400">
              <a:lnSpc>
                <a:spcPct val="100000"/>
              </a:lnSpc>
              <a:spcBef>
                <a:spcPts val="0"/>
              </a:spcBef>
              <a:spcAft>
                <a:spcPts val="0"/>
              </a:spcAft>
              <a:buSzPts val="800"/>
              <a:buChar char="●"/>
              <a:defRPr sz="800"/>
            </a:lvl7pPr>
            <a:lvl8pPr indent="-279400" lvl="7" marL="3657600">
              <a:lnSpc>
                <a:spcPct val="100000"/>
              </a:lnSpc>
              <a:spcBef>
                <a:spcPts val="0"/>
              </a:spcBef>
              <a:spcAft>
                <a:spcPts val="0"/>
              </a:spcAft>
              <a:buSzPts val="800"/>
              <a:buChar char="○"/>
              <a:defRPr sz="800"/>
            </a:lvl8pPr>
            <a:lvl9pPr indent="-279400" lvl="8" marL="4114800">
              <a:lnSpc>
                <a:spcPct val="100000"/>
              </a:lnSpc>
              <a:spcBef>
                <a:spcPts val="0"/>
              </a:spcBef>
              <a:spcAft>
                <a:spcPts val="0"/>
              </a:spcAft>
              <a:buSzPts val="800"/>
              <a:buChar char="■"/>
              <a:defRPr sz="800"/>
            </a:lvl9pPr>
          </a:lstStyle>
          <a:p/>
        </p:txBody>
      </p:sp>
      <p:sp>
        <p:nvSpPr>
          <p:cNvPr id="405" name="Google Shape;405;p42"/>
          <p:cNvSpPr txBox="1"/>
          <p:nvPr>
            <p:ph type="ctrTitle"/>
          </p:nvPr>
        </p:nvSpPr>
        <p:spPr>
          <a:xfrm>
            <a:off x="545450" y="843312"/>
            <a:ext cx="2304300" cy="348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sz="18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cxnSp>
        <p:nvCxnSpPr>
          <p:cNvPr id="406" name="Google Shape;406;p42"/>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07" name="Google Shape;407;p42"/>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08" name="Google Shape;408;p42"/>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09" name="Google Shape;409;p42"/>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410" name="Google Shape;410;p42"/>
          <p:cNvCxnSpPr/>
          <p:nvPr/>
        </p:nvCxnSpPr>
        <p:spPr>
          <a:xfrm>
            <a:off x="3082950" y="369400"/>
            <a:ext cx="0" cy="4192800"/>
          </a:xfrm>
          <a:prstGeom prst="straightConnector1">
            <a:avLst/>
          </a:prstGeom>
          <a:noFill/>
          <a:ln cap="flat" cmpd="sng" w="9525">
            <a:solidFill>
              <a:srgbClr val="131313"/>
            </a:solidFill>
            <a:prstDash val="solid"/>
            <a:round/>
            <a:headEnd len="med" w="med" type="none"/>
            <a:tailEnd len="med" w="med" type="none"/>
          </a:ln>
        </p:spPr>
      </p:cxnSp>
      <p:sp>
        <p:nvSpPr>
          <p:cNvPr id="411" name="Google Shape;411;p42"/>
          <p:cNvSpPr txBox="1"/>
          <p:nvPr>
            <p:ph idx="3" type="body"/>
          </p:nvPr>
        </p:nvSpPr>
        <p:spPr>
          <a:xfrm>
            <a:off x="6061150" y="843275"/>
            <a:ext cx="2537100" cy="3485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pic>
        <p:nvPicPr>
          <p:cNvPr id="412" name="Google Shape;412;p42"/>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9 - img">
  <p:cSld name="BLANK_1_1_1_1_1_1_3">
    <p:bg>
      <p:bgPr>
        <a:solidFill>
          <a:srgbClr val="FFFFFF"/>
        </a:solidFill>
      </p:bgPr>
    </p:bg>
    <p:spTree>
      <p:nvGrpSpPr>
        <p:cNvPr id="413" name="Shape 413"/>
        <p:cNvGrpSpPr/>
        <p:nvPr/>
      </p:nvGrpSpPr>
      <p:grpSpPr>
        <a:xfrm>
          <a:off x="0" y="0"/>
          <a:ext cx="0" cy="0"/>
          <a:chOff x="0" y="0"/>
          <a:chExt cx="0" cy="0"/>
        </a:xfrm>
      </p:grpSpPr>
      <p:sp>
        <p:nvSpPr>
          <p:cNvPr id="414" name="Google Shape;414;p43"/>
          <p:cNvSpPr txBox="1"/>
          <p:nvPr>
            <p:ph idx="1" type="body"/>
          </p:nvPr>
        </p:nvSpPr>
        <p:spPr>
          <a:xfrm>
            <a:off x="3303500" y="843275"/>
            <a:ext cx="2537100" cy="3485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415" name="Google Shape;415;p43"/>
          <p:cNvSpPr txBox="1"/>
          <p:nvPr>
            <p:ph type="ctrTitle"/>
          </p:nvPr>
        </p:nvSpPr>
        <p:spPr>
          <a:xfrm>
            <a:off x="545450" y="843312"/>
            <a:ext cx="2304300" cy="348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sz="18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cxnSp>
        <p:nvCxnSpPr>
          <p:cNvPr id="416" name="Google Shape;416;p43"/>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17" name="Google Shape;417;p43"/>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18" name="Google Shape;418;p43"/>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19" name="Google Shape;419;p43"/>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420" name="Google Shape;420;p43"/>
          <p:cNvCxnSpPr/>
          <p:nvPr/>
        </p:nvCxnSpPr>
        <p:spPr>
          <a:xfrm>
            <a:off x="3082950" y="369400"/>
            <a:ext cx="0" cy="4192800"/>
          </a:xfrm>
          <a:prstGeom prst="straightConnector1">
            <a:avLst/>
          </a:prstGeom>
          <a:noFill/>
          <a:ln cap="flat" cmpd="sng" w="9525">
            <a:solidFill>
              <a:srgbClr val="131313"/>
            </a:solidFill>
            <a:prstDash val="solid"/>
            <a:round/>
            <a:headEnd len="med" w="med" type="none"/>
            <a:tailEnd len="med" w="med" type="none"/>
          </a:ln>
        </p:spPr>
      </p:cxnSp>
      <p:sp>
        <p:nvSpPr>
          <p:cNvPr id="421" name="Google Shape;421;p43"/>
          <p:cNvSpPr/>
          <p:nvPr/>
        </p:nvSpPr>
        <p:spPr>
          <a:xfrm>
            <a:off x="6061400" y="572063"/>
            <a:ext cx="2537100" cy="37569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2" name="Google Shape;422;p43"/>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10">
  <p:cSld name="BLANK_1_1_1_1_1_1_2">
    <p:bg>
      <p:bgPr>
        <a:solidFill>
          <a:srgbClr val="FFFFFF"/>
        </a:solidFill>
      </p:bgPr>
    </p:bg>
    <p:spTree>
      <p:nvGrpSpPr>
        <p:cNvPr id="423" name="Shape 423"/>
        <p:cNvGrpSpPr/>
        <p:nvPr/>
      </p:nvGrpSpPr>
      <p:grpSpPr>
        <a:xfrm>
          <a:off x="0" y="0"/>
          <a:ext cx="0" cy="0"/>
          <a:chOff x="0" y="0"/>
          <a:chExt cx="0" cy="0"/>
        </a:xfrm>
      </p:grpSpPr>
      <p:sp>
        <p:nvSpPr>
          <p:cNvPr id="424" name="Google Shape;424;p44"/>
          <p:cNvSpPr txBox="1"/>
          <p:nvPr>
            <p:ph idx="1" type="body"/>
          </p:nvPr>
        </p:nvSpPr>
        <p:spPr>
          <a:xfrm>
            <a:off x="3303500" y="843275"/>
            <a:ext cx="3909900" cy="3485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425" name="Google Shape;425;p44"/>
          <p:cNvSpPr txBox="1"/>
          <p:nvPr>
            <p:ph type="ctrTitle"/>
          </p:nvPr>
        </p:nvSpPr>
        <p:spPr>
          <a:xfrm>
            <a:off x="545450" y="843312"/>
            <a:ext cx="2304300" cy="348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sz="18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cxnSp>
        <p:nvCxnSpPr>
          <p:cNvPr id="426" name="Google Shape;426;p44"/>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27" name="Google Shape;427;p44"/>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28" name="Google Shape;428;p44"/>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29" name="Google Shape;429;p44"/>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430" name="Google Shape;430;p44"/>
          <p:cNvCxnSpPr/>
          <p:nvPr/>
        </p:nvCxnSpPr>
        <p:spPr>
          <a:xfrm>
            <a:off x="3082950" y="369400"/>
            <a:ext cx="0" cy="4192800"/>
          </a:xfrm>
          <a:prstGeom prst="straightConnector1">
            <a:avLst/>
          </a:prstGeom>
          <a:noFill/>
          <a:ln cap="flat" cmpd="sng" w="9525">
            <a:solidFill>
              <a:srgbClr val="131313"/>
            </a:solidFill>
            <a:prstDash val="solid"/>
            <a:round/>
            <a:headEnd len="med" w="med" type="none"/>
            <a:tailEnd len="med" w="med" type="none"/>
          </a:ln>
        </p:spPr>
      </p:cxnSp>
      <p:pic>
        <p:nvPicPr>
          <p:cNvPr id="431" name="Google Shape;431;p44"/>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11">
  <p:cSld name="BLANK_1_1_1_1_1_1_1">
    <p:bg>
      <p:bgPr>
        <a:solidFill>
          <a:srgbClr val="FFFFFF"/>
        </a:solidFill>
      </p:bgPr>
    </p:bg>
    <p:spTree>
      <p:nvGrpSpPr>
        <p:cNvPr id="432" name="Shape 432"/>
        <p:cNvGrpSpPr/>
        <p:nvPr/>
      </p:nvGrpSpPr>
      <p:grpSpPr>
        <a:xfrm>
          <a:off x="0" y="0"/>
          <a:ext cx="0" cy="0"/>
          <a:chOff x="0" y="0"/>
          <a:chExt cx="0" cy="0"/>
        </a:xfrm>
      </p:grpSpPr>
      <p:cxnSp>
        <p:nvCxnSpPr>
          <p:cNvPr id="433" name="Google Shape;433;p45"/>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34" name="Google Shape;434;p45"/>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35" name="Google Shape;435;p45"/>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36" name="Google Shape;436;p4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437" name="Google Shape;437;p45"/>
          <p:cNvCxnSpPr/>
          <p:nvPr/>
        </p:nvCxnSpPr>
        <p:spPr>
          <a:xfrm>
            <a:off x="6060813" y="369400"/>
            <a:ext cx="0" cy="4192800"/>
          </a:xfrm>
          <a:prstGeom prst="straightConnector1">
            <a:avLst/>
          </a:prstGeom>
          <a:noFill/>
          <a:ln cap="flat" cmpd="sng" w="9525">
            <a:solidFill>
              <a:srgbClr val="131313"/>
            </a:solidFill>
            <a:prstDash val="solid"/>
            <a:round/>
            <a:headEnd len="med" w="med" type="none"/>
            <a:tailEnd len="med" w="med" type="none"/>
          </a:ln>
        </p:spPr>
      </p:cxnSp>
      <p:sp>
        <p:nvSpPr>
          <p:cNvPr id="438" name="Google Shape;438;p45"/>
          <p:cNvSpPr txBox="1"/>
          <p:nvPr>
            <p:ph idx="2" type="body"/>
          </p:nvPr>
        </p:nvSpPr>
        <p:spPr>
          <a:xfrm>
            <a:off x="6298700" y="843275"/>
            <a:ext cx="2311800" cy="3485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pic>
        <p:nvPicPr>
          <p:cNvPr id="439" name="Google Shape;439;p45"/>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11 - 2">
  <p:cSld name="BLANK_1_1_1_1_1_1_1_1">
    <p:bg>
      <p:bgPr>
        <a:solidFill>
          <a:srgbClr val="FFFFFF"/>
        </a:solidFill>
      </p:bgPr>
    </p:bg>
    <p:spTree>
      <p:nvGrpSpPr>
        <p:cNvPr id="440" name="Shape 440"/>
        <p:cNvGrpSpPr/>
        <p:nvPr/>
      </p:nvGrpSpPr>
      <p:grpSpPr>
        <a:xfrm>
          <a:off x="0" y="0"/>
          <a:ext cx="0" cy="0"/>
          <a:chOff x="0" y="0"/>
          <a:chExt cx="0" cy="0"/>
        </a:xfrm>
      </p:grpSpPr>
      <p:cxnSp>
        <p:nvCxnSpPr>
          <p:cNvPr id="441" name="Google Shape;441;p46"/>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42" name="Google Shape;442;p46"/>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43" name="Google Shape;443;p46"/>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44" name="Google Shape;444;p4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445" name="Google Shape;445;p46"/>
          <p:cNvCxnSpPr/>
          <p:nvPr/>
        </p:nvCxnSpPr>
        <p:spPr>
          <a:xfrm>
            <a:off x="3082950" y="369400"/>
            <a:ext cx="0" cy="4192800"/>
          </a:xfrm>
          <a:prstGeom prst="straightConnector1">
            <a:avLst/>
          </a:prstGeom>
          <a:noFill/>
          <a:ln cap="flat" cmpd="sng" w="9525">
            <a:solidFill>
              <a:srgbClr val="131313"/>
            </a:solidFill>
            <a:prstDash val="solid"/>
            <a:round/>
            <a:headEnd len="med" w="med" type="none"/>
            <a:tailEnd len="med" w="med" type="none"/>
          </a:ln>
        </p:spPr>
      </p:cxnSp>
      <p:sp>
        <p:nvSpPr>
          <p:cNvPr id="446" name="Google Shape;446;p46"/>
          <p:cNvSpPr txBox="1"/>
          <p:nvPr>
            <p:ph idx="2" type="body"/>
          </p:nvPr>
        </p:nvSpPr>
        <p:spPr>
          <a:xfrm>
            <a:off x="545450" y="843275"/>
            <a:ext cx="2311800" cy="3485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pic>
        <p:nvPicPr>
          <p:cNvPr id="447" name="Google Shape;447;p46"/>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1">
  <p:cSld name="BLANK_1_1_1_1_1_1_1_1_1">
    <p:bg>
      <p:bgPr>
        <a:solidFill>
          <a:srgbClr val="FFFFFF"/>
        </a:solidFill>
      </p:bgPr>
    </p:bg>
    <p:spTree>
      <p:nvGrpSpPr>
        <p:cNvPr id="448" name="Shape 448"/>
        <p:cNvGrpSpPr/>
        <p:nvPr/>
      </p:nvGrpSpPr>
      <p:grpSpPr>
        <a:xfrm>
          <a:off x="0" y="0"/>
          <a:ext cx="0" cy="0"/>
          <a:chOff x="0" y="0"/>
          <a:chExt cx="0" cy="0"/>
        </a:xfrm>
      </p:grpSpPr>
      <p:pic>
        <p:nvPicPr>
          <p:cNvPr id="449" name="Google Shape;449;p47"/>
          <p:cNvPicPr preferRelativeResize="0"/>
          <p:nvPr/>
        </p:nvPicPr>
        <p:blipFill>
          <a:blip r:embed="rId2">
            <a:alphaModFix/>
          </a:blip>
          <a:stretch>
            <a:fillRect/>
          </a:stretch>
        </p:blipFill>
        <p:spPr>
          <a:xfrm>
            <a:off x="547263" y="4639176"/>
            <a:ext cx="453571" cy="111625"/>
          </a:xfrm>
          <a:prstGeom prst="rect">
            <a:avLst/>
          </a:prstGeom>
          <a:noFill/>
          <a:ln>
            <a:noFill/>
          </a:ln>
        </p:spPr>
      </p:pic>
      <p:sp>
        <p:nvSpPr>
          <p:cNvPr id="450" name="Google Shape;450;p47"/>
          <p:cNvSpPr txBox="1"/>
          <p:nvPr>
            <p:ph idx="1" type="body"/>
          </p:nvPr>
        </p:nvSpPr>
        <p:spPr>
          <a:xfrm>
            <a:off x="5454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1600"/>
              </a:spcBef>
              <a:spcAft>
                <a:spcPts val="0"/>
              </a:spcAft>
              <a:buSzPts val="4400"/>
              <a:buChar char="○"/>
              <a:defRPr b="1" sz="4400"/>
            </a:lvl2pPr>
            <a:lvl3pPr indent="-508000" lvl="2" marL="1371600" rtl="0">
              <a:lnSpc>
                <a:spcPct val="100000"/>
              </a:lnSpc>
              <a:spcBef>
                <a:spcPts val="1600"/>
              </a:spcBef>
              <a:spcAft>
                <a:spcPts val="0"/>
              </a:spcAft>
              <a:buSzPts val="4400"/>
              <a:buChar char="■"/>
              <a:defRPr b="1" sz="4400"/>
            </a:lvl3pPr>
            <a:lvl4pPr indent="-508000" lvl="3" marL="1828800" rtl="0">
              <a:lnSpc>
                <a:spcPct val="100000"/>
              </a:lnSpc>
              <a:spcBef>
                <a:spcPts val="1600"/>
              </a:spcBef>
              <a:spcAft>
                <a:spcPts val="0"/>
              </a:spcAft>
              <a:buSzPts val="4400"/>
              <a:buChar char="●"/>
              <a:defRPr b="1" sz="4400"/>
            </a:lvl4pPr>
            <a:lvl5pPr indent="-508000" lvl="4" marL="2286000" rtl="0">
              <a:lnSpc>
                <a:spcPct val="100000"/>
              </a:lnSpc>
              <a:spcBef>
                <a:spcPts val="1600"/>
              </a:spcBef>
              <a:spcAft>
                <a:spcPts val="0"/>
              </a:spcAft>
              <a:buSzPts val="4400"/>
              <a:buChar char="○"/>
              <a:defRPr b="1" sz="4400"/>
            </a:lvl5pPr>
            <a:lvl6pPr indent="-508000" lvl="5" marL="2743200" rtl="0">
              <a:lnSpc>
                <a:spcPct val="100000"/>
              </a:lnSpc>
              <a:spcBef>
                <a:spcPts val="1600"/>
              </a:spcBef>
              <a:spcAft>
                <a:spcPts val="0"/>
              </a:spcAft>
              <a:buSzPts val="4400"/>
              <a:buChar char="■"/>
              <a:defRPr b="1" sz="4400"/>
            </a:lvl6pPr>
            <a:lvl7pPr indent="-508000" lvl="6" marL="3200400" rtl="0">
              <a:lnSpc>
                <a:spcPct val="100000"/>
              </a:lnSpc>
              <a:spcBef>
                <a:spcPts val="1600"/>
              </a:spcBef>
              <a:spcAft>
                <a:spcPts val="0"/>
              </a:spcAft>
              <a:buSzPts val="4400"/>
              <a:buChar char="●"/>
              <a:defRPr b="1" sz="4400"/>
            </a:lvl7pPr>
            <a:lvl8pPr indent="-508000" lvl="7" marL="3657600" rtl="0">
              <a:lnSpc>
                <a:spcPct val="100000"/>
              </a:lnSpc>
              <a:spcBef>
                <a:spcPts val="1600"/>
              </a:spcBef>
              <a:spcAft>
                <a:spcPts val="0"/>
              </a:spcAft>
              <a:buSzPts val="4400"/>
              <a:buChar char="○"/>
              <a:defRPr b="1" sz="4400"/>
            </a:lvl8pPr>
            <a:lvl9pPr indent="-508000" lvl="8" marL="4114800" rtl="0">
              <a:lnSpc>
                <a:spcPct val="100000"/>
              </a:lnSpc>
              <a:spcBef>
                <a:spcPts val="1600"/>
              </a:spcBef>
              <a:spcAft>
                <a:spcPts val="1600"/>
              </a:spcAft>
              <a:buSzPts val="4400"/>
              <a:buChar char="■"/>
              <a:defRPr b="1" sz="4400"/>
            </a:lvl9pPr>
          </a:lstStyle>
          <a:p/>
        </p:txBody>
      </p:sp>
      <p:sp>
        <p:nvSpPr>
          <p:cNvPr id="451" name="Google Shape;451;p47"/>
          <p:cNvSpPr txBox="1"/>
          <p:nvPr>
            <p:ph idx="2" type="body"/>
          </p:nvPr>
        </p:nvSpPr>
        <p:spPr>
          <a:xfrm>
            <a:off x="5410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1000"/>
              </a:spcBef>
              <a:spcAft>
                <a:spcPts val="0"/>
              </a:spcAft>
              <a:buSzPts val="800"/>
              <a:buChar char="○"/>
              <a:defRPr sz="800"/>
            </a:lvl2pPr>
            <a:lvl3pPr indent="-279400" lvl="2" marL="1371600" rtl="0">
              <a:lnSpc>
                <a:spcPct val="100000"/>
              </a:lnSpc>
              <a:spcBef>
                <a:spcPts val="1000"/>
              </a:spcBef>
              <a:spcAft>
                <a:spcPts val="0"/>
              </a:spcAft>
              <a:buSzPts val="800"/>
              <a:buChar char="■"/>
              <a:defRPr sz="800"/>
            </a:lvl3pPr>
            <a:lvl4pPr indent="-279400" lvl="3" marL="1828800" rtl="0">
              <a:lnSpc>
                <a:spcPct val="100000"/>
              </a:lnSpc>
              <a:spcBef>
                <a:spcPts val="1000"/>
              </a:spcBef>
              <a:spcAft>
                <a:spcPts val="0"/>
              </a:spcAft>
              <a:buSzPts val="800"/>
              <a:buChar char="●"/>
              <a:defRPr sz="800"/>
            </a:lvl4pPr>
            <a:lvl5pPr indent="-279400" lvl="4" marL="2286000" rtl="0">
              <a:lnSpc>
                <a:spcPct val="100000"/>
              </a:lnSpc>
              <a:spcBef>
                <a:spcPts val="1000"/>
              </a:spcBef>
              <a:spcAft>
                <a:spcPts val="0"/>
              </a:spcAft>
              <a:buSzPts val="800"/>
              <a:buChar char="○"/>
              <a:defRPr sz="800"/>
            </a:lvl5pPr>
            <a:lvl6pPr indent="-279400" lvl="5" marL="2743200" rtl="0">
              <a:lnSpc>
                <a:spcPct val="100000"/>
              </a:lnSpc>
              <a:spcBef>
                <a:spcPts val="1000"/>
              </a:spcBef>
              <a:spcAft>
                <a:spcPts val="0"/>
              </a:spcAft>
              <a:buSzPts val="800"/>
              <a:buChar char="■"/>
              <a:defRPr sz="800"/>
            </a:lvl6pPr>
            <a:lvl7pPr indent="-279400" lvl="6" marL="3200400" rtl="0">
              <a:lnSpc>
                <a:spcPct val="100000"/>
              </a:lnSpc>
              <a:spcBef>
                <a:spcPts val="1000"/>
              </a:spcBef>
              <a:spcAft>
                <a:spcPts val="0"/>
              </a:spcAft>
              <a:buSzPts val="800"/>
              <a:buChar char="●"/>
              <a:defRPr sz="800"/>
            </a:lvl7pPr>
            <a:lvl8pPr indent="-279400" lvl="7" marL="3657600" rtl="0">
              <a:lnSpc>
                <a:spcPct val="100000"/>
              </a:lnSpc>
              <a:spcBef>
                <a:spcPts val="1000"/>
              </a:spcBef>
              <a:spcAft>
                <a:spcPts val="0"/>
              </a:spcAft>
              <a:buSzPts val="800"/>
              <a:buChar char="○"/>
              <a:defRPr sz="800"/>
            </a:lvl8pPr>
            <a:lvl9pPr indent="-279400" lvl="8" marL="4114800" rtl="0">
              <a:lnSpc>
                <a:spcPct val="100000"/>
              </a:lnSpc>
              <a:spcBef>
                <a:spcPts val="1000"/>
              </a:spcBef>
              <a:spcAft>
                <a:spcPts val="1000"/>
              </a:spcAft>
              <a:buSzPts val="800"/>
              <a:buChar char="■"/>
              <a:defRPr sz="800"/>
            </a:lvl9pPr>
          </a:lstStyle>
          <a:p/>
        </p:txBody>
      </p:sp>
      <p:sp>
        <p:nvSpPr>
          <p:cNvPr id="452" name="Google Shape;452;p47"/>
          <p:cNvSpPr txBox="1"/>
          <p:nvPr>
            <p:ph idx="3" type="body"/>
          </p:nvPr>
        </p:nvSpPr>
        <p:spPr>
          <a:xfrm>
            <a:off x="60659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1600"/>
              </a:spcBef>
              <a:spcAft>
                <a:spcPts val="0"/>
              </a:spcAft>
              <a:buSzPts val="4400"/>
              <a:buChar char="○"/>
              <a:defRPr b="1" sz="4400"/>
            </a:lvl2pPr>
            <a:lvl3pPr indent="-508000" lvl="2" marL="1371600" rtl="0">
              <a:lnSpc>
                <a:spcPct val="100000"/>
              </a:lnSpc>
              <a:spcBef>
                <a:spcPts val="1600"/>
              </a:spcBef>
              <a:spcAft>
                <a:spcPts val="0"/>
              </a:spcAft>
              <a:buSzPts val="4400"/>
              <a:buChar char="■"/>
              <a:defRPr b="1" sz="4400"/>
            </a:lvl3pPr>
            <a:lvl4pPr indent="-508000" lvl="3" marL="1828800" rtl="0">
              <a:lnSpc>
                <a:spcPct val="100000"/>
              </a:lnSpc>
              <a:spcBef>
                <a:spcPts val="1600"/>
              </a:spcBef>
              <a:spcAft>
                <a:spcPts val="0"/>
              </a:spcAft>
              <a:buSzPts val="4400"/>
              <a:buChar char="●"/>
              <a:defRPr b="1" sz="4400"/>
            </a:lvl4pPr>
            <a:lvl5pPr indent="-508000" lvl="4" marL="2286000" rtl="0">
              <a:lnSpc>
                <a:spcPct val="100000"/>
              </a:lnSpc>
              <a:spcBef>
                <a:spcPts val="1600"/>
              </a:spcBef>
              <a:spcAft>
                <a:spcPts val="0"/>
              </a:spcAft>
              <a:buSzPts val="4400"/>
              <a:buChar char="○"/>
              <a:defRPr b="1" sz="4400"/>
            </a:lvl5pPr>
            <a:lvl6pPr indent="-508000" lvl="5" marL="2743200" rtl="0">
              <a:lnSpc>
                <a:spcPct val="100000"/>
              </a:lnSpc>
              <a:spcBef>
                <a:spcPts val="1600"/>
              </a:spcBef>
              <a:spcAft>
                <a:spcPts val="0"/>
              </a:spcAft>
              <a:buSzPts val="4400"/>
              <a:buChar char="■"/>
              <a:defRPr b="1" sz="4400"/>
            </a:lvl6pPr>
            <a:lvl7pPr indent="-508000" lvl="6" marL="3200400" rtl="0">
              <a:lnSpc>
                <a:spcPct val="100000"/>
              </a:lnSpc>
              <a:spcBef>
                <a:spcPts val="1600"/>
              </a:spcBef>
              <a:spcAft>
                <a:spcPts val="0"/>
              </a:spcAft>
              <a:buSzPts val="4400"/>
              <a:buChar char="●"/>
              <a:defRPr b="1" sz="4400"/>
            </a:lvl7pPr>
            <a:lvl8pPr indent="-508000" lvl="7" marL="3657600" rtl="0">
              <a:lnSpc>
                <a:spcPct val="100000"/>
              </a:lnSpc>
              <a:spcBef>
                <a:spcPts val="1600"/>
              </a:spcBef>
              <a:spcAft>
                <a:spcPts val="0"/>
              </a:spcAft>
              <a:buSzPts val="4400"/>
              <a:buChar char="○"/>
              <a:defRPr b="1" sz="4400"/>
            </a:lvl8pPr>
            <a:lvl9pPr indent="-508000" lvl="8" marL="4114800" rtl="0">
              <a:lnSpc>
                <a:spcPct val="100000"/>
              </a:lnSpc>
              <a:spcBef>
                <a:spcPts val="1600"/>
              </a:spcBef>
              <a:spcAft>
                <a:spcPts val="1600"/>
              </a:spcAft>
              <a:buSzPts val="4400"/>
              <a:buChar char="■"/>
              <a:defRPr b="1" sz="4400"/>
            </a:lvl9pPr>
          </a:lstStyle>
          <a:p/>
        </p:txBody>
      </p:sp>
      <p:sp>
        <p:nvSpPr>
          <p:cNvPr id="453" name="Google Shape;453;p47"/>
          <p:cNvSpPr txBox="1"/>
          <p:nvPr>
            <p:ph idx="4" type="body"/>
          </p:nvPr>
        </p:nvSpPr>
        <p:spPr>
          <a:xfrm>
            <a:off x="60615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1000"/>
              </a:spcBef>
              <a:spcAft>
                <a:spcPts val="0"/>
              </a:spcAft>
              <a:buSzPts val="800"/>
              <a:buChar char="○"/>
              <a:defRPr sz="800"/>
            </a:lvl2pPr>
            <a:lvl3pPr indent="-279400" lvl="2" marL="1371600" rtl="0">
              <a:lnSpc>
                <a:spcPct val="100000"/>
              </a:lnSpc>
              <a:spcBef>
                <a:spcPts val="1000"/>
              </a:spcBef>
              <a:spcAft>
                <a:spcPts val="0"/>
              </a:spcAft>
              <a:buSzPts val="800"/>
              <a:buChar char="■"/>
              <a:defRPr sz="800"/>
            </a:lvl3pPr>
            <a:lvl4pPr indent="-279400" lvl="3" marL="1828800" rtl="0">
              <a:lnSpc>
                <a:spcPct val="100000"/>
              </a:lnSpc>
              <a:spcBef>
                <a:spcPts val="1000"/>
              </a:spcBef>
              <a:spcAft>
                <a:spcPts val="0"/>
              </a:spcAft>
              <a:buSzPts val="800"/>
              <a:buChar char="●"/>
              <a:defRPr sz="800"/>
            </a:lvl4pPr>
            <a:lvl5pPr indent="-279400" lvl="4" marL="2286000" rtl="0">
              <a:lnSpc>
                <a:spcPct val="100000"/>
              </a:lnSpc>
              <a:spcBef>
                <a:spcPts val="1000"/>
              </a:spcBef>
              <a:spcAft>
                <a:spcPts val="0"/>
              </a:spcAft>
              <a:buSzPts val="800"/>
              <a:buChar char="○"/>
              <a:defRPr sz="800"/>
            </a:lvl5pPr>
            <a:lvl6pPr indent="-279400" lvl="5" marL="2743200" rtl="0">
              <a:lnSpc>
                <a:spcPct val="100000"/>
              </a:lnSpc>
              <a:spcBef>
                <a:spcPts val="1000"/>
              </a:spcBef>
              <a:spcAft>
                <a:spcPts val="0"/>
              </a:spcAft>
              <a:buSzPts val="800"/>
              <a:buChar char="■"/>
              <a:defRPr sz="800"/>
            </a:lvl6pPr>
            <a:lvl7pPr indent="-279400" lvl="6" marL="3200400" rtl="0">
              <a:lnSpc>
                <a:spcPct val="100000"/>
              </a:lnSpc>
              <a:spcBef>
                <a:spcPts val="1000"/>
              </a:spcBef>
              <a:spcAft>
                <a:spcPts val="0"/>
              </a:spcAft>
              <a:buSzPts val="800"/>
              <a:buChar char="●"/>
              <a:defRPr sz="800"/>
            </a:lvl7pPr>
            <a:lvl8pPr indent="-279400" lvl="7" marL="3657600" rtl="0">
              <a:lnSpc>
                <a:spcPct val="100000"/>
              </a:lnSpc>
              <a:spcBef>
                <a:spcPts val="1000"/>
              </a:spcBef>
              <a:spcAft>
                <a:spcPts val="0"/>
              </a:spcAft>
              <a:buSzPts val="800"/>
              <a:buChar char="○"/>
              <a:defRPr sz="800"/>
            </a:lvl8pPr>
            <a:lvl9pPr indent="-279400" lvl="8" marL="4114800" rtl="0">
              <a:lnSpc>
                <a:spcPct val="100000"/>
              </a:lnSpc>
              <a:spcBef>
                <a:spcPts val="1000"/>
              </a:spcBef>
              <a:spcAft>
                <a:spcPts val="1000"/>
              </a:spcAft>
              <a:buSzPts val="800"/>
              <a:buChar char="■"/>
              <a:defRPr sz="800"/>
            </a:lvl9pPr>
          </a:lstStyle>
          <a:p/>
        </p:txBody>
      </p:sp>
      <p:sp>
        <p:nvSpPr>
          <p:cNvPr id="454" name="Google Shape;454;p47"/>
          <p:cNvSpPr txBox="1"/>
          <p:nvPr>
            <p:ph idx="5" type="body"/>
          </p:nvPr>
        </p:nvSpPr>
        <p:spPr>
          <a:xfrm>
            <a:off x="330570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1600"/>
              </a:spcBef>
              <a:spcAft>
                <a:spcPts val="0"/>
              </a:spcAft>
              <a:buSzPts val="4400"/>
              <a:buChar char="○"/>
              <a:defRPr b="1" sz="4400"/>
            </a:lvl2pPr>
            <a:lvl3pPr indent="-508000" lvl="2" marL="1371600" rtl="0">
              <a:lnSpc>
                <a:spcPct val="100000"/>
              </a:lnSpc>
              <a:spcBef>
                <a:spcPts val="1600"/>
              </a:spcBef>
              <a:spcAft>
                <a:spcPts val="0"/>
              </a:spcAft>
              <a:buSzPts val="4400"/>
              <a:buChar char="■"/>
              <a:defRPr b="1" sz="4400"/>
            </a:lvl3pPr>
            <a:lvl4pPr indent="-508000" lvl="3" marL="1828800" rtl="0">
              <a:lnSpc>
                <a:spcPct val="100000"/>
              </a:lnSpc>
              <a:spcBef>
                <a:spcPts val="1600"/>
              </a:spcBef>
              <a:spcAft>
                <a:spcPts val="0"/>
              </a:spcAft>
              <a:buSzPts val="4400"/>
              <a:buChar char="●"/>
              <a:defRPr b="1" sz="4400"/>
            </a:lvl4pPr>
            <a:lvl5pPr indent="-508000" lvl="4" marL="2286000" rtl="0">
              <a:lnSpc>
                <a:spcPct val="100000"/>
              </a:lnSpc>
              <a:spcBef>
                <a:spcPts val="1600"/>
              </a:spcBef>
              <a:spcAft>
                <a:spcPts val="0"/>
              </a:spcAft>
              <a:buSzPts val="4400"/>
              <a:buChar char="○"/>
              <a:defRPr b="1" sz="4400"/>
            </a:lvl5pPr>
            <a:lvl6pPr indent="-508000" lvl="5" marL="2743200" rtl="0">
              <a:lnSpc>
                <a:spcPct val="100000"/>
              </a:lnSpc>
              <a:spcBef>
                <a:spcPts val="1600"/>
              </a:spcBef>
              <a:spcAft>
                <a:spcPts val="0"/>
              </a:spcAft>
              <a:buSzPts val="4400"/>
              <a:buChar char="■"/>
              <a:defRPr b="1" sz="4400"/>
            </a:lvl6pPr>
            <a:lvl7pPr indent="-508000" lvl="6" marL="3200400" rtl="0">
              <a:lnSpc>
                <a:spcPct val="100000"/>
              </a:lnSpc>
              <a:spcBef>
                <a:spcPts val="1600"/>
              </a:spcBef>
              <a:spcAft>
                <a:spcPts val="0"/>
              </a:spcAft>
              <a:buSzPts val="4400"/>
              <a:buChar char="●"/>
              <a:defRPr b="1" sz="4400"/>
            </a:lvl7pPr>
            <a:lvl8pPr indent="-508000" lvl="7" marL="3657600" rtl="0">
              <a:lnSpc>
                <a:spcPct val="100000"/>
              </a:lnSpc>
              <a:spcBef>
                <a:spcPts val="1600"/>
              </a:spcBef>
              <a:spcAft>
                <a:spcPts val="0"/>
              </a:spcAft>
              <a:buSzPts val="4400"/>
              <a:buChar char="○"/>
              <a:defRPr b="1" sz="4400"/>
            </a:lvl8pPr>
            <a:lvl9pPr indent="-508000" lvl="8" marL="4114800" rtl="0">
              <a:lnSpc>
                <a:spcPct val="100000"/>
              </a:lnSpc>
              <a:spcBef>
                <a:spcPts val="1600"/>
              </a:spcBef>
              <a:spcAft>
                <a:spcPts val="1600"/>
              </a:spcAft>
              <a:buSzPts val="4400"/>
              <a:buChar char="■"/>
              <a:defRPr b="1" sz="4400"/>
            </a:lvl9pPr>
          </a:lstStyle>
          <a:p/>
        </p:txBody>
      </p:sp>
      <p:sp>
        <p:nvSpPr>
          <p:cNvPr id="455" name="Google Shape;455;p47"/>
          <p:cNvSpPr txBox="1"/>
          <p:nvPr>
            <p:ph idx="6" type="body"/>
          </p:nvPr>
        </p:nvSpPr>
        <p:spPr>
          <a:xfrm>
            <a:off x="330130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1000"/>
              </a:spcBef>
              <a:spcAft>
                <a:spcPts val="0"/>
              </a:spcAft>
              <a:buSzPts val="800"/>
              <a:buChar char="○"/>
              <a:defRPr sz="800"/>
            </a:lvl2pPr>
            <a:lvl3pPr indent="-279400" lvl="2" marL="1371600" rtl="0">
              <a:lnSpc>
                <a:spcPct val="100000"/>
              </a:lnSpc>
              <a:spcBef>
                <a:spcPts val="1000"/>
              </a:spcBef>
              <a:spcAft>
                <a:spcPts val="0"/>
              </a:spcAft>
              <a:buSzPts val="800"/>
              <a:buChar char="■"/>
              <a:defRPr sz="800"/>
            </a:lvl3pPr>
            <a:lvl4pPr indent="-279400" lvl="3" marL="1828800" rtl="0">
              <a:lnSpc>
                <a:spcPct val="100000"/>
              </a:lnSpc>
              <a:spcBef>
                <a:spcPts val="1000"/>
              </a:spcBef>
              <a:spcAft>
                <a:spcPts val="0"/>
              </a:spcAft>
              <a:buSzPts val="800"/>
              <a:buChar char="●"/>
              <a:defRPr sz="800"/>
            </a:lvl4pPr>
            <a:lvl5pPr indent="-279400" lvl="4" marL="2286000" rtl="0">
              <a:lnSpc>
                <a:spcPct val="100000"/>
              </a:lnSpc>
              <a:spcBef>
                <a:spcPts val="1000"/>
              </a:spcBef>
              <a:spcAft>
                <a:spcPts val="0"/>
              </a:spcAft>
              <a:buSzPts val="800"/>
              <a:buChar char="○"/>
              <a:defRPr sz="800"/>
            </a:lvl5pPr>
            <a:lvl6pPr indent="-279400" lvl="5" marL="2743200" rtl="0">
              <a:lnSpc>
                <a:spcPct val="100000"/>
              </a:lnSpc>
              <a:spcBef>
                <a:spcPts val="1000"/>
              </a:spcBef>
              <a:spcAft>
                <a:spcPts val="0"/>
              </a:spcAft>
              <a:buSzPts val="800"/>
              <a:buChar char="■"/>
              <a:defRPr sz="800"/>
            </a:lvl6pPr>
            <a:lvl7pPr indent="-279400" lvl="6" marL="3200400" rtl="0">
              <a:lnSpc>
                <a:spcPct val="100000"/>
              </a:lnSpc>
              <a:spcBef>
                <a:spcPts val="1000"/>
              </a:spcBef>
              <a:spcAft>
                <a:spcPts val="0"/>
              </a:spcAft>
              <a:buSzPts val="800"/>
              <a:buChar char="●"/>
              <a:defRPr sz="800"/>
            </a:lvl7pPr>
            <a:lvl8pPr indent="-279400" lvl="7" marL="3657600" rtl="0">
              <a:lnSpc>
                <a:spcPct val="100000"/>
              </a:lnSpc>
              <a:spcBef>
                <a:spcPts val="1000"/>
              </a:spcBef>
              <a:spcAft>
                <a:spcPts val="0"/>
              </a:spcAft>
              <a:buSzPts val="800"/>
              <a:buChar char="○"/>
              <a:defRPr sz="800"/>
            </a:lvl8pPr>
            <a:lvl9pPr indent="-279400" lvl="8" marL="4114800" rtl="0">
              <a:lnSpc>
                <a:spcPct val="100000"/>
              </a:lnSpc>
              <a:spcBef>
                <a:spcPts val="1000"/>
              </a:spcBef>
              <a:spcAft>
                <a:spcPts val="1000"/>
              </a:spcAft>
              <a:buSzPts val="800"/>
              <a:buChar char="■"/>
              <a:defRPr sz="800"/>
            </a:lvl9pPr>
          </a:lstStyle>
          <a:p/>
        </p:txBody>
      </p:sp>
      <p:sp>
        <p:nvSpPr>
          <p:cNvPr id="456" name="Google Shape;456;p47"/>
          <p:cNvSpPr txBox="1"/>
          <p:nvPr>
            <p:ph idx="7" type="body"/>
          </p:nvPr>
        </p:nvSpPr>
        <p:spPr>
          <a:xfrm>
            <a:off x="5454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1600"/>
              </a:spcBef>
              <a:spcAft>
                <a:spcPts val="0"/>
              </a:spcAft>
              <a:buSzPts val="4400"/>
              <a:buChar char="○"/>
              <a:defRPr b="1" sz="4400"/>
            </a:lvl2pPr>
            <a:lvl3pPr indent="-508000" lvl="2" marL="1371600" rtl="0">
              <a:lnSpc>
                <a:spcPct val="100000"/>
              </a:lnSpc>
              <a:spcBef>
                <a:spcPts val="1600"/>
              </a:spcBef>
              <a:spcAft>
                <a:spcPts val="0"/>
              </a:spcAft>
              <a:buSzPts val="4400"/>
              <a:buChar char="■"/>
              <a:defRPr b="1" sz="4400"/>
            </a:lvl3pPr>
            <a:lvl4pPr indent="-508000" lvl="3" marL="1828800" rtl="0">
              <a:lnSpc>
                <a:spcPct val="100000"/>
              </a:lnSpc>
              <a:spcBef>
                <a:spcPts val="1600"/>
              </a:spcBef>
              <a:spcAft>
                <a:spcPts val="0"/>
              </a:spcAft>
              <a:buSzPts val="4400"/>
              <a:buChar char="●"/>
              <a:defRPr b="1" sz="4400"/>
            </a:lvl4pPr>
            <a:lvl5pPr indent="-508000" lvl="4" marL="2286000" rtl="0">
              <a:lnSpc>
                <a:spcPct val="100000"/>
              </a:lnSpc>
              <a:spcBef>
                <a:spcPts val="1600"/>
              </a:spcBef>
              <a:spcAft>
                <a:spcPts val="0"/>
              </a:spcAft>
              <a:buSzPts val="4400"/>
              <a:buChar char="○"/>
              <a:defRPr b="1" sz="4400"/>
            </a:lvl5pPr>
            <a:lvl6pPr indent="-508000" lvl="5" marL="2743200" rtl="0">
              <a:lnSpc>
                <a:spcPct val="100000"/>
              </a:lnSpc>
              <a:spcBef>
                <a:spcPts val="1600"/>
              </a:spcBef>
              <a:spcAft>
                <a:spcPts val="0"/>
              </a:spcAft>
              <a:buSzPts val="4400"/>
              <a:buChar char="■"/>
              <a:defRPr b="1" sz="4400"/>
            </a:lvl6pPr>
            <a:lvl7pPr indent="-508000" lvl="6" marL="3200400" rtl="0">
              <a:lnSpc>
                <a:spcPct val="100000"/>
              </a:lnSpc>
              <a:spcBef>
                <a:spcPts val="1600"/>
              </a:spcBef>
              <a:spcAft>
                <a:spcPts val="0"/>
              </a:spcAft>
              <a:buSzPts val="4400"/>
              <a:buChar char="●"/>
              <a:defRPr b="1" sz="4400"/>
            </a:lvl7pPr>
            <a:lvl8pPr indent="-508000" lvl="7" marL="3657600" rtl="0">
              <a:lnSpc>
                <a:spcPct val="100000"/>
              </a:lnSpc>
              <a:spcBef>
                <a:spcPts val="1600"/>
              </a:spcBef>
              <a:spcAft>
                <a:spcPts val="0"/>
              </a:spcAft>
              <a:buSzPts val="4400"/>
              <a:buChar char="○"/>
              <a:defRPr b="1" sz="4400"/>
            </a:lvl8pPr>
            <a:lvl9pPr indent="-508000" lvl="8" marL="4114800" rtl="0">
              <a:lnSpc>
                <a:spcPct val="100000"/>
              </a:lnSpc>
              <a:spcBef>
                <a:spcPts val="1600"/>
              </a:spcBef>
              <a:spcAft>
                <a:spcPts val="1600"/>
              </a:spcAft>
              <a:buSzPts val="4400"/>
              <a:buChar char="■"/>
              <a:defRPr b="1" sz="4400"/>
            </a:lvl9pPr>
          </a:lstStyle>
          <a:p/>
        </p:txBody>
      </p:sp>
      <p:sp>
        <p:nvSpPr>
          <p:cNvPr id="457" name="Google Shape;457;p47"/>
          <p:cNvSpPr txBox="1"/>
          <p:nvPr>
            <p:ph idx="8" type="body"/>
          </p:nvPr>
        </p:nvSpPr>
        <p:spPr>
          <a:xfrm>
            <a:off x="5410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1000"/>
              </a:spcBef>
              <a:spcAft>
                <a:spcPts val="0"/>
              </a:spcAft>
              <a:buSzPts val="800"/>
              <a:buChar char="○"/>
              <a:defRPr sz="800"/>
            </a:lvl2pPr>
            <a:lvl3pPr indent="-279400" lvl="2" marL="1371600" rtl="0">
              <a:lnSpc>
                <a:spcPct val="100000"/>
              </a:lnSpc>
              <a:spcBef>
                <a:spcPts val="1000"/>
              </a:spcBef>
              <a:spcAft>
                <a:spcPts val="0"/>
              </a:spcAft>
              <a:buSzPts val="800"/>
              <a:buChar char="■"/>
              <a:defRPr sz="800"/>
            </a:lvl3pPr>
            <a:lvl4pPr indent="-279400" lvl="3" marL="1828800" rtl="0">
              <a:lnSpc>
                <a:spcPct val="100000"/>
              </a:lnSpc>
              <a:spcBef>
                <a:spcPts val="1000"/>
              </a:spcBef>
              <a:spcAft>
                <a:spcPts val="0"/>
              </a:spcAft>
              <a:buSzPts val="800"/>
              <a:buChar char="●"/>
              <a:defRPr sz="800"/>
            </a:lvl4pPr>
            <a:lvl5pPr indent="-279400" lvl="4" marL="2286000" rtl="0">
              <a:lnSpc>
                <a:spcPct val="100000"/>
              </a:lnSpc>
              <a:spcBef>
                <a:spcPts val="1000"/>
              </a:spcBef>
              <a:spcAft>
                <a:spcPts val="0"/>
              </a:spcAft>
              <a:buSzPts val="800"/>
              <a:buChar char="○"/>
              <a:defRPr sz="800"/>
            </a:lvl5pPr>
            <a:lvl6pPr indent="-279400" lvl="5" marL="2743200" rtl="0">
              <a:lnSpc>
                <a:spcPct val="100000"/>
              </a:lnSpc>
              <a:spcBef>
                <a:spcPts val="1000"/>
              </a:spcBef>
              <a:spcAft>
                <a:spcPts val="0"/>
              </a:spcAft>
              <a:buSzPts val="800"/>
              <a:buChar char="■"/>
              <a:defRPr sz="800"/>
            </a:lvl6pPr>
            <a:lvl7pPr indent="-279400" lvl="6" marL="3200400" rtl="0">
              <a:lnSpc>
                <a:spcPct val="100000"/>
              </a:lnSpc>
              <a:spcBef>
                <a:spcPts val="1000"/>
              </a:spcBef>
              <a:spcAft>
                <a:spcPts val="0"/>
              </a:spcAft>
              <a:buSzPts val="800"/>
              <a:buChar char="●"/>
              <a:defRPr sz="800"/>
            </a:lvl7pPr>
            <a:lvl8pPr indent="-279400" lvl="7" marL="3657600" rtl="0">
              <a:lnSpc>
                <a:spcPct val="100000"/>
              </a:lnSpc>
              <a:spcBef>
                <a:spcPts val="1000"/>
              </a:spcBef>
              <a:spcAft>
                <a:spcPts val="0"/>
              </a:spcAft>
              <a:buSzPts val="800"/>
              <a:buChar char="○"/>
              <a:defRPr sz="800"/>
            </a:lvl8pPr>
            <a:lvl9pPr indent="-279400" lvl="8" marL="4114800" rtl="0">
              <a:lnSpc>
                <a:spcPct val="100000"/>
              </a:lnSpc>
              <a:spcBef>
                <a:spcPts val="1000"/>
              </a:spcBef>
              <a:spcAft>
                <a:spcPts val="1000"/>
              </a:spcAft>
              <a:buSzPts val="800"/>
              <a:buChar char="■"/>
              <a:defRPr sz="800"/>
            </a:lvl9pPr>
          </a:lstStyle>
          <a:p/>
        </p:txBody>
      </p:sp>
      <p:sp>
        <p:nvSpPr>
          <p:cNvPr id="458" name="Google Shape;458;p47"/>
          <p:cNvSpPr txBox="1"/>
          <p:nvPr>
            <p:ph idx="9" type="body"/>
          </p:nvPr>
        </p:nvSpPr>
        <p:spPr>
          <a:xfrm>
            <a:off x="330350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1600"/>
              </a:spcBef>
              <a:spcAft>
                <a:spcPts val="0"/>
              </a:spcAft>
              <a:buSzPts val="4400"/>
              <a:buChar char="○"/>
              <a:defRPr b="1" sz="4400"/>
            </a:lvl2pPr>
            <a:lvl3pPr indent="-508000" lvl="2" marL="1371600" rtl="0">
              <a:lnSpc>
                <a:spcPct val="100000"/>
              </a:lnSpc>
              <a:spcBef>
                <a:spcPts val="1600"/>
              </a:spcBef>
              <a:spcAft>
                <a:spcPts val="0"/>
              </a:spcAft>
              <a:buSzPts val="4400"/>
              <a:buChar char="■"/>
              <a:defRPr b="1" sz="4400"/>
            </a:lvl3pPr>
            <a:lvl4pPr indent="-508000" lvl="3" marL="1828800" rtl="0">
              <a:lnSpc>
                <a:spcPct val="100000"/>
              </a:lnSpc>
              <a:spcBef>
                <a:spcPts val="1600"/>
              </a:spcBef>
              <a:spcAft>
                <a:spcPts val="0"/>
              </a:spcAft>
              <a:buSzPts val="4400"/>
              <a:buChar char="●"/>
              <a:defRPr b="1" sz="4400"/>
            </a:lvl4pPr>
            <a:lvl5pPr indent="-508000" lvl="4" marL="2286000" rtl="0">
              <a:lnSpc>
                <a:spcPct val="100000"/>
              </a:lnSpc>
              <a:spcBef>
                <a:spcPts val="1600"/>
              </a:spcBef>
              <a:spcAft>
                <a:spcPts val="0"/>
              </a:spcAft>
              <a:buSzPts val="4400"/>
              <a:buChar char="○"/>
              <a:defRPr b="1" sz="4400"/>
            </a:lvl5pPr>
            <a:lvl6pPr indent="-508000" lvl="5" marL="2743200" rtl="0">
              <a:lnSpc>
                <a:spcPct val="100000"/>
              </a:lnSpc>
              <a:spcBef>
                <a:spcPts val="1600"/>
              </a:spcBef>
              <a:spcAft>
                <a:spcPts val="0"/>
              </a:spcAft>
              <a:buSzPts val="4400"/>
              <a:buChar char="■"/>
              <a:defRPr b="1" sz="4400"/>
            </a:lvl6pPr>
            <a:lvl7pPr indent="-508000" lvl="6" marL="3200400" rtl="0">
              <a:lnSpc>
                <a:spcPct val="100000"/>
              </a:lnSpc>
              <a:spcBef>
                <a:spcPts val="1600"/>
              </a:spcBef>
              <a:spcAft>
                <a:spcPts val="0"/>
              </a:spcAft>
              <a:buSzPts val="4400"/>
              <a:buChar char="●"/>
              <a:defRPr b="1" sz="4400"/>
            </a:lvl7pPr>
            <a:lvl8pPr indent="-508000" lvl="7" marL="3657600" rtl="0">
              <a:lnSpc>
                <a:spcPct val="100000"/>
              </a:lnSpc>
              <a:spcBef>
                <a:spcPts val="1600"/>
              </a:spcBef>
              <a:spcAft>
                <a:spcPts val="0"/>
              </a:spcAft>
              <a:buSzPts val="4400"/>
              <a:buChar char="○"/>
              <a:defRPr b="1" sz="4400"/>
            </a:lvl8pPr>
            <a:lvl9pPr indent="-508000" lvl="8" marL="4114800" rtl="0">
              <a:lnSpc>
                <a:spcPct val="100000"/>
              </a:lnSpc>
              <a:spcBef>
                <a:spcPts val="1600"/>
              </a:spcBef>
              <a:spcAft>
                <a:spcPts val="1600"/>
              </a:spcAft>
              <a:buSzPts val="4400"/>
              <a:buChar char="■"/>
              <a:defRPr b="1" sz="4400"/>
            </a:lvl9pPr>
          </a:lstStyle>
          <a:p/>
        </p:txBody>
      </p:sp>
      <p:sp>
        <p:nvSpPr>
          <p:cNvPr id="459" name="Google Shape;459;p47"/>
          <p:cNvSpPr txBox="1"/>
          <p:nvPr>
            <p:ph idx="13" type="body"/>
          </p:nvPr>
        </p:nvSpPr>
        <p:spPr>
          <a:xfrm>
            <a:off x="329910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1000"/>
              </a:spcBef>
              <a:spcAft>
                <a:spcPts val="0"/>
              </a:spcAft>
              <a:buSzPts val="800"/>
              <a:buChar char="○"/>
              <a:defRPr sz="800"/>
            </a:lvl2pPr>
            <a:lvl3pPr indent="-279400" lvl="2" marL="1371600" rtl="0">
              <a:lnSpc>
                <a:spcPct val="100000"/>
              </a:lnSpc>
              <a:spcBef>
                <a:spcPts val="1000"/>
              </a:spcBef>
              <a:spcAft>
                <a:spcPts val="0"/>
              </a:spcAft>
              <a:buSzPts val="800"/>
              <a:buChar char="■"/>
              <a:defRPr sz="800"/>
            </a:lvl3pPr>
            <a:lvl4pPr indent="-279400" lvl="3" marL="1828800" rtl="0">
              <a:lnSpc>
                <a:spcPct val="100000"/>
              </a:lnSpc>
              <a:spcBef>
                <a:spcPts val="1000"/>
              </a:spcBef>
              <a:spcAft>
                <a:spcPts val="0"/>
              </a:spcAft>
              <a:buSzPts val="800"/>
              <a:buChar char="●"/>
              <a:defRPr sz="800"/>
            </a:lvl4pPr>
            <a:lvl5pPr indent="-279400" lvl="4" marL="2286000" rtl="0">
              <a:lnSpc>
                <a:spcPct val="100000"/>
              </a:lnSpc>
              <a:spcBef>
                <a:spcPts val="1000"/>
              </a:spcBef>
              <a:spcAft>
                <a:spcPts val="0"/>
              </a:spcAft>
              <a:buSzPts val="800"/>
              <a:buChar char="○"/>
              <a:defRPr sz="800"/>
            </a:lvl5pPr>
            <a:lvl6pPr indent="-279400" lvl="5" marL="2743200" rtl="0">
              <a:lnSpc>
                <a:spcPct val="100000"/>
              </a:lnSpc>
              <a:spcBef>
                <a:spcPts val="1000"/>
              </a:spcBef>
              <a:spcAft>
                <a:spcPts val="0"/>
              </a:spcAft>
              <a:buSzPts val="800"/>
              <a:buChar char="■"/>
              <a:defRPr sz="800"/>
            </a:lvl6pPr>
            <a:lvl7pPr indent="-279400" lvl="6" marL="3200400" rtl="0">
              <a:lnSpc>
                <a:spcPct val="100000"/>
              </a:lnSpc>
              <a:spcBef>
                <a:spcPts val="1000"/>
              </a:spcBef>
              <a:spcAft>
                <a:spcPts val="0"/>
              </a:spcAft>
              <a:buSzPts val="800"/>
              <a:buChar char="●"/>
              <a:defRPr sz="800"/>
            </a:lvl7pPr>
            <a:lvl8pPr indent="-279400" lvl="7" marL="3657600" rtl="0">
              <a:lnSpc>
                <a:spcPct val="100000"/>
              </a:lnSpc>
              <a:spcBef>
                <a:spcPts val="1000"/>
              </a:spcBef>
              <a:spcAft>
                <a:spcPts val="0"/>
              </a:spcAft>
              <a:buSzPts val="800"/>
              <a:buChar char="○"/>
              <a:defRPr sz="800"/>
            </a:lvl8pPr>
            <a:lvl9pPr indent="-279400" lvl="8" marL="4114800" rtl="0">
              <a:lnSpc>
                <a:spcPct val="100000"/>
              </a:lnSpc>
              <a:spcBef>
                <a:spcPts val="1000"/>
              </a:spcBef>
              <a:spcAft>
                <a:spcPts val="1000"/>
              </a:spcAft>
              <a:buSzPts val="800"/>
              <a:buChar char="■"/>
              <a:defRPr sz="800"/>
            </a:lvl9pPr>
          </a:lstStyle>
          <a:p/>
        </p:txBody>
      </p:sp>
      <p:sp>
        <p:nvSpPr>
          <p:cNvPr id="460" name="Google Shape;460;p47"/>
          <p:cNvSpPr txBox="1"/>
          <p:nvPr>
            <p:ph idx="14" type="body"/>
          </p:nvPr>
        </p:nvSpPr>
        <p:spPr>
          <a:xfrm>
            <a:off x="60615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1600"/>
              </a:spcBef>
              <a:spcAft>
                <a:spcPts val="0"/>
              </a:spcAft>
              <a:buSzPts val="4400"/>
              <a:buChar char="○"/>
              <a:defRPr b="1" sz="4400"/>
            </a:lvl2pPr>
            <a:lvl3pPr indent="-508000" lvl="2" marL="1371600" rtl="0">
              <a:lnSpc>
                <a:spcPct val="100000"/>
              </a:lnSpc>
              <a:spcBef>
                <a:spcPts val="1600"/>
              </a:spcBef>
              <a:spcAft>
                <a:spcPts val="0"/>
              </a:spcAft>
              <a:buSzPts val="4400"/>
              <a:buChar char="■"/>
              <a:defRPr b="1" sz="4400"/>
            </a:lvl3pPr>
            <a:lvl4pPr indent="-508000" lvl="3" marL="1828800" rtl="0">
              <a:lnSpc>
                <a:spcPct val="100000"/>
              </a:lnSpc>
              <a:spcBef>
                <a:spcPts val="1600"/>
              </a:spcBef>
              <a:spcAft>
                <a:spcPts val="0"/>
              </a:spcAft>
              <a:buSzPts val="4400"/>
              <a:buChar char="●"/>
              <a:defRPr b="1" sz="4400"/>
            </a:lvl4pPr>
            <a:lvl5pPr indent="-508000" lvl="4" marL="2286000" rtl="0">
              <a:lnSpc>
                <a:spcPct val="100000"/>
              </a:lnSpc>
              <a:spcBef>
                <a:spcPts val="1600"/>
              </a:spcBef>
              <a:spcAft>
                <a:spcPts val="0"/>
              </a:spcAft>
              <a:buSzPts val="4400"/>
              <a:buChar char="○"/>
              <a:defRPr b="1" sz="4400"/>
            </a:lvl5pPr>
            <a:lvl6pPr indent="-508000" lvl="5" marL="2743200" rtl="0">
              <a:lnSpc>
                <a:spcPct val="100000"/>
              </a:lnSpc>
              <a:spcBef>
                <a:spcPts val="1600"/>
              </a:spcBef>
              <a:spcAft>
                <a:spcPts val="0"/>
              </a:spcAft>
              <a:buSzPts val="4400"/>
              <a:buChar char="■"/>
              <a:defRPr b="1" sz="4400"/>
            </a:lvl6pPr>
            <a:lvl7pPr indent="-508000" lvl="6" marL="3200400" rtl="0">
              <a:lnSpc>
                <a:spcPct val="100000"/>
              </a:lnSpc>
              <a:spcBef>
                <a:spcPts val="1600"/>
              </a:spcBef>
              <a:spcAft>
                <a:spcPts val="0"/>
              </a:spcAft>
              <a:buSzPts val="4400"/>
              <a:buChar char="●"/>
              <a:defRPr b="1" sz="4400"/>
            </a:lvl7pPr>
            <a:lvl8pPr indent="-508000" lvl="7" marL="3657600" rtl="0">
              <a:lnSpc>
                <a:spcPct val="100000"/>
              </a:lnSpc>
              <a:spcBef>
                <a:spcPts val="1600"/>
              </a:spcBef>
              <a:spcAft>
                <a:spcPts val="0"/>
              </a:spcAft>
              <a:buSzPts val="4400"/>
              <a:buChar char="○"/>
              <a:defRPr b="1" sz="4400"/>
            </a:lvl8pPr>
            <a:lvl9pPr indent="-508000" lvl="8" marL="4114800" rtl="0">
              <a:lnSpc>
                <a:spcPct val="100000"/>
              </a:lnSpc>
              <a:spcBef>
                <a:spcPts val="1600"/>
              </a:spcBef>
              <a:spcAft>
                <a:spcPts val="1600"/>
              </a:spcAft>
              <a:buSzPts val="4400"/>
              <a:buChar char="■"/>
              <a:defRPr b="1" sz="4400"/>
            </a:lvl9pPr>
          </a:lstStyle>
          <a:p/>
        </p:txBody>
      </p:sp>
      <p:sp>
        <p:nvSpPr>
          <p:cNvPr id="461" name="Google Shape;461;p47"/>
          <p:cNvSpPr txBox="1"/>
          <p:nvPr>
            <p:ph idx="15" type="body"/>
          </p:nvPr>
        </p:nvSpPr>
        <p:spPr>
          <a:xfrm>
            <a:off x="60571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1000"/>
              </a:spcBef>
              <a:spcAft>
                <a:spcPts val="0"/>
              </a:spcAft>
              <a:buSzPts val="800"/>
              <a:buChar char="○"/>
              <a:defRPr sz="800"/>
            </a:lvl2pPr>
            <a:lvl3pPr indent="-279400" lvl="2" marL="1371600" rtl="0">
              <a:lnSpc>
                <a:spcPct val="100000"/>
              </a:lnSpc>
              <a:spcBef>
                <a:spcPts val="1000"/>
              </a:spcBef>
              <a:spcAft>
                <a:spcPts val="0"/>
              </a:spcAft>
              <a:buSzPts val="800"/>
              <a:buChar char="■"/>
              <a:defRPr sz="800"/>
            </a:lvl3pPr>
            <a:lvl4pPr indent="-279400" lvl="3" marL="1828800" rtl="0">
              <a:lnSpc>
                <a:spcPct val="100000"/>
              </a:lnSpc>
              <a:spcBef>
                <a:spcPts val="1000"/>
              </a:spcBef>
              <a:spcAft>
                <a:spcPts val="0"/>
              </a:spcAft>
              <a:buSzPts val="800"/>
              <a:buChar char="●"/>
              <a:defRPr sz="800"/>
            </a:lvl4pPr>
            <a:lvl5pPr indent="-279400" lvl="4" marL="2286000" rtl="0">
              <a:lnSpc>
                <a:spcPct val="100000"/>
              </a:lnSpc>
              <a:spcBef>
                <a:spcPts val="1000"/>
              </a:spcBef>
              <a:spcAft>
                <a:spcPts val="0"/>
              </a:spcAft>
              <a:buSzPts val="800"/>
              <a:buChar char="○"/>
              <a:defRPr sz="800"/>
            </a:lvl5pPr>
            <a:lvl6pPr indent="-279400" lvl="5" marL="2743200" rtl="0">
              <a:lnSpc>
                <a:spcPct val="100000"/>
              </a:lnSpc>
              <a:spcBef>
                <a:spcPts val="1000"/>
              </a:spcBef>
              <a:spcAft>
                <a:spcPts val="0"/>
              </a:spcAft>
              <a:buSzPts val="800"/>
              <a:buChar char="■"/>
              <a:defRPr sz="800"/>
            </a:lvl6pPr>
            <a:lvl7pPr indent="-279400" lvl="6" marL="3200400" rtl="0">
              <a:lnSpc>
                <a:spcPct val="100000"/>
              </a:lnSpc>
              <a:spcBef>
                <a:spcPts val="1000"/>
              </a:spcBef>
              <a:spcAft>
                <a:spcPts val="0"/>
              </a:spcAft>
              <a:buSzPts val="800"/>
              <a:buChar char="●"/>
              <a:defRPr sz="800"/>
            </a:lvl7pPr>
            <a:lvl8pPr indent="-279400" lvl="7" marL="3657600" rtl="0">
              <a:lnSpc>
                <a:spcPct val="100000"/>
              </a:lnSpc>
              <a:spcBef>
                <a:spcPts val="1000"/>
              </a:spcBef>
              <a:spcAft>
                <a:spcPts val="0"/>
              </a:spcAft>
              <a:buSzPts val="800"/>
              <a:buChar char="○"/>
              <a:defRPr sz="800"/>
            </a:lvl8pPr>
            <a:lvl9pPr indent="-279400" lvl="8" marL="4114800" rtl="0">
              <a:lnSpc>
                <a:spcPct val="100000"/>
              </a:lnSpc>
              <a:spcBef>
                <a:spcPts val="1000"/>
              </a:spcBef>
              <a:spcAft>
                <a:spcPts val="1000"/>
              </a:spcAft>
              <a:buSzPts val="800"/>
              <a:buChar char="■"/>
              <a:defRPr sz="800"/>
            </a:lvl9pPr>
          </a:lstStyle>
          <a:p/>
        </p:txBody>
      </p:sp>
      <p:cxnSp>
        <p:nvCxnSpPr>
          <p:cNvPr id="462" name="Google Shape;462;p47"/>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63" name="Google Shape;463;p47"/>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64" name="Google Shape;464;p47"/>
          <p:cNvSpPr txBox="1"/>
          <p:nvPr>
            <p:ph idx="16"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65" name="Google Shape;465;p4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6" name="Google Shape;466;p47"/>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467" name="Google Shape;467;p47"/>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1 - black">
  <p:cSld name="BLANK_1_1_1_1_1_1_1_1_1_2">
    <p:bg>
      <p:bgPr>
        <a:solidFill>
          <a:srgbClr val="131313"/>
        </a:solidFill>
      </p:bgPr>
    </p:bg>
    <p:spTree>
      <p:nvGrpSpPr>
        <p:cNvPr id="468" name="Shape 468"/>
        <p:cNvGrpSpPr/>
        <p:nvPr/>
      </p:nvGrpSpPr>
      <p:grpSpPr>
        <a:xfrm>
          <a:off x="0" y="0"/>
          <a:ext cx="0" cy="0"/>
          <a:chOff x="0" y="0"/>
          <a:chExt cx="0" cy="0"/>
        </a:xfrm>
      </p:grpSpPr>
      <p:pic>
        <p:nvPicPr>
          <p:cNvPr id="469" name="Google Shape;469;p48"/>
          <p:cNvPicPr preferRelativeResize="0"/>
          <p:nvPr/>
        </p:nvPicPr>
        <p:blipFill>
          <a:blip r:embed="rId2">
            <a:alphaModFix/>
          </a:blip>
          <a:stretch>
            <a:fillRect/>
          </a:stretch>
        </p:blipFill>
        <p:spPr>
          <a:xfrm>
            <a:off x="547050" y="4639175"/>
            <a:ext cx="453574" cy="111625"/>
          </a:xfrm>
          <a:prstGeom prst="rect">
            <a:avLst/>
          </a:prstGeom>
          <a:noFill/>
          <a:ln>
            <a:noFill/>
          </a:ln>
        </p:spPr>
      </p:pic>
      <p:sp>
        <p:nvSpPr>
          <p:cNvPr id="470" name="Google Shape;470;p48"/>
          <p:cNvSpPr txBox="1"/>
          <p:nvPr>
            <p:ph idx="1" type="body"/>
          </p:nvPr>
        </p:nvSpPr>
        <p:spPr>
          <a:xfrm>
            <a:off x="5454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471" name="Google Shape;471;p48"/>
          <p:cNvSpPr txBox="1"/>
          <p:nvPr>
            <p:ph idx="2" type="body"/>
          </p:nvPr>
        </p:nvSpPr>
        <p:spPr>
          <a:xfrm>
            <a:off x="5410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472" name="Google Shape;472;p48"/>
          <p:cNvSpPr txBox="1"/>
          <p:nvPr>
            <p:ph idx="3" type="body"/>
          </p:nvPr>
        </p:nvSpPr>
        <p:spPr>
          <a:xfrm>
            <a:off x="60659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473" name="Google Shape;473;p48"/>
          <p:cNvSpPr txBox="1"/>
          <p:nvPr>
            <p:ph idx="4" type="body"/>
          </p:nvPr>
        </p:nvSpPr>
        <p:spPr>
          <a:xfrm>
            <a:off x="60615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474" name="Google Shape;474;p48"/>
          <p:cNvSpPr txBox="1"/>
          <p:nvPr>
            <p:ph idx="5" type="body"/>
          </p:nvPr>
        </p:nvSpPr>
        <p:spPr>
          <a:xfrm>
            <a:off x="330570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475" name="Google Shape;475;p48"/>
          <p:cNvSpPr txBox="1"/>
          <p:nvPr>
            <p:ph idx="6" type="body"/>
          </p:nvPr>
        </p:nvSpPr>
        <p:spPr>
          <a:xfrm>
            <a:off x="330130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476" name="Google Shape;476;p48"/>
          <p:cNvSpPr txBox="1"/>
          <p:nvPr>
            <p:ph idx="7" type="body"/>
          </p:nvPr>
        </p:nvSpPr>
        <p:spPr>
          <a:xfrm>
            <a:off x="5454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477" name="Google Shape;477;p48"/>
          <p:cNvSpPr txBox="1"/>
          <p:nvPr>
            <p:ph idx="8" type="body"/>
          </p:nvPr>
        </p:nvSpPr>
        <p:spPr>
          <a:xfrm>
            <a:off x="5410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478" name="Google Shape;478;p48"/>
          <p:cNvSpPr txBox="1"/>
          <p:nvPr>
            <p:ph idx="9" type="body"/>
          </p:nvPr>
        </p:nvSpPr>
        <p:spPr>
          <a:xfrm>
            <a:off x="330350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479" name="Google Shape;479;p48"/>
          <p:cNvSpPr txBox="1"/>
          <p:nvPr>
            <p:ph idx="13" type="body"/>
          </p:nvPr>
        </p:nvSpPr>
        <p:spPr>
          <a:xfrm>
            <a:off x="329910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480" name="Google Shape;480;p48"/>
          <p:cNvSpPr txBox="1"/>
          <p:nvPr>
            <p:ph idx="14" type="body"/>
          </p:nvPr>
        </p:nvSpPr>
        <p:spPr>
          <a:xfrm>
            <a:off x="60615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481" name="Google Shape;481;p48"/>
          <p:cNvSpPr txBox="1"/>
          <p:nvPr>
            <p:ph idx="15" type="body"/>
          </p:nvPr>
        </p:nvSpPr>
        <p:spPr>
          <a:xfrm>
            <a:off x="60571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cxnSp>
        <p:nvCxnSpPr>
          <p:cNvPr id="482" name="Google Shape;482;p48"/>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483" name="Google Shape;483;p48"/>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Clr>
                <a:srgbClr val="FFFFFF"/>
              </a:buClr>
              <a:buSzPts val="1800"/>
              <a:buNone/>
              <a:defRPr sz="1800">
                <a:solidFill>
                  <a:srgbClr val="FFFFFF"/>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484" name="Google Shape;484;p48"/>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485" name="Google Shape;485;p48"/>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486" name="Google Shape;486;p48"/>
          <p:cNvSpPr txBox="1"/>
          <p:nvPr>
            <p:ph idx="16"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487" name="Google Shape;487;p48"/>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2">
  <p:cSld name="BLANK_1_1_1_1_1_1_1_1_1_1">
    <p:bg>
      <p:bgPr>
        <a:solidFill>
          <a:srgbClr val="FFFFFF"/>
        </a:solidFill>
      </p:bgPr>
    </p:bg>
    <p:spTree>
      <p:nvGrpSpPr>
        <p:cNvPr id="488" name="Shape 488"/>
        <p:cNvGrpSpPr/>
        <p:nvPr/>
      </p:nvGrpSpPr>
      <p:grpSpPr>
        <a:xfrm>
          <a:off x="0" y="0"/>
          <a:ext cx="0" cy="0"/>
          <a:chOff x="0" y="0"/>
          <a:chExt cx="0" cy="0"/>
        </a:xfrm>
      </p:grpSpPr>
      <p:sp>
        <p:nvSpPr>
          <p:cNvPr id="489" name="Google Shape;489;p49"/>
          <p:cNvSpPr txBox="1"/>
          <p:nvPr>
            <p:ph idx="1" type="body"/>
          </p:nvPr>
        </p:nvSpPr>
        <p:spPr>
          <a:xfrm>
            <a:off x="545450" y="1218751"/>
            <a:ext cx="23043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490" name="Google Shape;490;p49"/>
          <p:cNvSpPr txBox="1"/>
          <p:nvPr>
            <p:ph idx="2" type="body"/>
          </p:nvPr>
        </p:nvSpPr>
        <p:spPr>
          <a:xfrm>
            <a:off x="60659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491" name="Google Shape;491;p49"/>
          <p:cNvSpPr txBox="1"/>
          <p:nvPr>
            <p:ph idx="3" type="body"/>
          </p:nvPr>
        </p:nvSpPr>
        <p:spPr>
          <a:xfrm>
            <a:off x="60615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492" name="Google Shape;492;p49"/>
          <p:cNvSpPr txBox="1"/>
          <p:nvPr>
            <p:ph idx="4" type="body"/>
          </p:nvPr>
        </p:nvSpPr>
        <p:spPr>
          <a:xfrm>
            <a:off x="330570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493" name="Google Shape;493;p49"/>
          <p:cNvSpPr txBox="1"/>
          <p:nvPr>
            <p:ph idx="5" type="body"/>
          </p:nvPr>
        </p:nvSpPr>
        <p:spPr>
          <a:xfrm>
            <a:off x="330130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494" name="Google Shape;494;p49"/>
          <p:cNvSpPr txBox="1"/>
          <p:nvPr>
            <p:ph idx="6" type="body"/>
          </p:nvPr>
        </p:nvSpPr>
        <p:spPr>
          <a:xfrm>
            <a:off x="330350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495" name="Google Shape;495;p49"/>
          <p:cNvSpPr txBox="1"/>
          <p:nvPr>
            <p:ph idx="7" type="body"/>
          </p:nvPr>
        </p:nvSpPr>
        <p:spPr>
          <a:xfrm>
            <a:off x="329910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496" name="Google Shape;496;p49"/>
          <p:cNvSpPr txBox="1"/>
          <p:nvPr>
            <p:ph idx="8" type="body"/>
          </p:nvPr>
        </p:nvSpPr>
        <p:spPr>
          <a:xfrm>
            <a:off x="60615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497" name="Google Shape;497;p49"/>
          <p:cNvSpPr txBox="1"/>
          <p:nvPr>
            <p:ph idx="9" type="body"/>
          </p:nvPr>
        </p:nvSpPr>
        <p:spPr>
          <a:xfrm>
            <a:off x="60571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498" name="Google Shape;498;p49"/>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99" name="Google Shape;499;p49"/>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500" name="Google Shape;500;p49"/>
          <p:cNvSpPr txBox="1"/>
          <p:nvPr>
            <p:ph idx="13"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501" name="Google Shape;501;p49"/>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02" name="Google Shape;502;p49"/>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03" name="Google Shape;503;p49"/>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504" name="Google Shape;504;p49"/>
          <p:cNvCxnSpPr/>
          <p:nvPr/>
        </p:nvCxnSpPr>
        <p:spPr>
          <a:xfrm>
            <a:off x="3082950" y="842475"/>
            <a:ext cx="0" cy="3706800"/>
          </a:xfrm>
          <a:prstGeom prst="straightConnector1">
            <a:avLst/>
          </a:prstGeom>
          <a:noFill/>
          <a:ln cap="flat" cmpd="sng" w="9525">
            <a:solidFill>
              <a:srgbClr val="131313"/>
            </a:solidFill>
            <a:prstDash val="solid"/>
            <a:round/>
            <a:headEnd len="med" w="med" type="none"/>
            <a:tailEnd len="med" w="med" type="none"/>
          </a:ln>
        </p:spPr>
      </p:cxnSp>
      <p:pic>
        <p:nvPicPr>
          <p:cNvPr id="505" name="Google Shape;505;p49"/>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12">
  <p:cSld name="BLANK_1_1_1_1_1_1_1_1_1_1_3">
    <p:bg>
      <p:bgPr>
        <a:solidFill>
          <a:srgbClr val="FFFFFF"/>
        </a:solidFill>
      </p:bgPr>
    </p:bg>
    <p:spTree>
      <p:nvGrpSpPr>
        <p:cNvPr id="506" name="Shape 506"/>
        <p:cNvGrpSpPr/>
        <p:nvPr/>
      </p:nvGrpSpPr>
      <p:grpSpPr>
        <a:xfrm>
          <a:off x="0" y="0"/>
          <a:ext cx="0" cy="0"/>
          <a:chOff x="0" y="0"/>
          <a:chExt cx="0" cy="0"/>
        </a:xfrm>
      </p:grpSpPr>
      <p:sp>
        <p:nvSpPr>
          <p:cNvPr id="507" name="Google Shape;507;p50"/>
          <p:cNvSpPr txBox="1"/>
          <p:nvPr>
            <p:ph idx="1" type="body"/>
          </p:nvPr>
        </p:nvSpPr>
        <p:spPr>
          <a:xfrm>
            <a:off x="545450" y="1218751"/>
            <a:ext cx="23043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508" name="Google Shape;508;p50"/>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509" name="Google Shape;509;p50"/>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510" name="Google Shape;510;p50"/>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511" name="Google Shape;511;p50"/>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12" name="Google Shape;512;p50"/>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13" name="Google Shape;513;p50"/>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514" name="Google Shape;514;p50"/>
          <p:cNvCxnSpPr/>
          <p:nvPr/>
        </p:nvCxnSpPr>
        <p:spPr>
          <a:xfrm>
            <a:off x="3082950" y="842475"/>
            <a:ext cx="0" cy="3706800"/>
          </a:xfrm>
          <a:prstGeom prst="straightConnector1">
            <a:avLst/>
          </a:prstGeom>
          <a:noFill/>
          <a:ln cap="flat" cmpd="sng" w="9525">
            <a:solidFill>
              <a:srgbClr val="131313"/>
            </a:solidFill>
            <a:prstDash val="solid"/>
            <a:round/>
            <a:headEnd len="med" w="med" type="none"/>
            <a:tailEnd len="med" w="med" type="none"/>
          </a:ln>
        </p:spPr>
      </p:cxnSp>
      <p:pic>
        <p:nvPicPr>
          <p:cNvPr id="515" name="Google Shape;515;p50"/>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2 - black">
  <p:cSld name="BLANK_1_1_1_1_1_1_1_1_1_1_2">
    <p:bg>
      <p:bgPr>
        <a:solidFill>
          <a:srgbClr val="131313"/>
        </a:solidFill>
      </p:bgPr>
    </p:bg>
    <p:spTree>
      <p:nvGrpSpPr>
        <p:cNvPr id="516" name="Shape 516"/>
        <p:cNvGrpSpPr/>
        <p:nvPr/>
      </p:nvGrpSpPr>
      <p:grpSpPr>
        <a:xfrm>
          <a:off x="0" y="0"/>
          <a:ext cx="0" cy="0"/>
          <a:chOff x="0" y="0"/>
          <a:chExt cx="0" cy="0"/>
        </a:xfrm>
      </p:grpSpPr>
      <p:pic>
        <p:nvPicPr>
          <p:cNvPr id="517" name="Google Shape;517;p51"/>
          <p:cNvPicPr preferRelativeResize="0"/>
          <p:nvPr/>
        </p:nvPicPr>
        <p:blipFill>
          <a:blip r:embed="rId2">
            <a:alphaModFix/>
          </a:blip>
          <a:stretch>
            <a:fillRect/>
          </a:stretch>
        </p:blipFill>
        <p:spPr>
          <a:xfrm>
            <a:off x="547050" y="4639175"/>
            <a:ext cx="453574" cy="111625"/>
          </a:xfrm>
          <a:prstGeom prst="rect">
            <a:avLst/>
          </a:prstGeom>
          <a:noFill/>
          <a:ln>
            <a:noFill/>
          </a:ln>
        </p:spPr>
      </p:pic>
      <p:sp>
        <p:nvSpPr>
          <p:cNvPr id="518" name="Google Shape;518;p51"/>
          <p:cNvSpPr txBox="1"/>
          <p:nvPr>
            <p:ph idx="1" type="body"/>
          </p:nvPr>
        </p:nvSpPr>
        <p:spPr>
          <a:xfrm>
            <a:off x="60659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19" name="Google Shape;519;p51"/>
          <p:cNvSpPr txBox="1"/>
          <p:nvPr>
            <p:ph idx="2" type="body"/>
          </p:nvPr>
        </p:nvSpPr>
        <p:spPr>
          <a:xfrm>
            <a:off x="60615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520" name="Google Shape;520;p51"/>
          <p:cNvSpPr txBox="1"/>
          <p:nvPr>
            <p:ph idx="3" type="body"/>
          </p:nvPr>
        </p:nvSpPr>
        <p:spPr>
          <a:xfrm>
            <a:off x="330570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21" name="Google Shape;521;p51"/>
          <p:cNvSpPr txBox="1"/>
          <p:nvPr>
            <p:ph idx="4" type="body"/>
          </p:nvPr>
        </p:nvSpPr>
        <p:spPr>
          <a:xfrm>
            <a:off x="330130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522" name="Google Shape;522;p51"/>
          <p:cNvSpPr txBox="1"/>
          <p:nvPr>
            <p:ph idx="5" type="body"/>
          </p:nvPr>
        </p:nvSpPr>
        <p:spPr>
          <a:xfrm>
            <a:off x="330350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23" name="Google Shape;523;p51"/>
          <p:cNvSpPr txBox="1"/>
          <p:nvPr>
            <p:ph idx="6" type="body"/>
          </p:nvPr>
        </p:nvSpPr>
        <p:spPr>
          <a:xfrm>
            <a:off x="329910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524" name="Google Shape;524;p51"/>
          <p:cNvSpPr txBox="1"/>
          <p:nvPr>
            <p:ph idx="7" type="body"/>
          </p:nvPr>
        </p:nvSpPr>
        <p:spPr>
          <a:xfrm>
            <a:off x="60615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25" name="Google Shape;525;p51"/>
          <p:cNvSpPr txBox="1"/>
          <p:nvPr>
            <p:ph idx="8" type="body"/>
          </p:nvPr>
        </p:nvSpPr>
        <p:spPr>
          <a:xfrm>
            <a:off x="60571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cxnSp>
        <p:nvCxnSpPr>
          <p:cNvPr id="526" name="Google Shape;526;p51"/>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527" name="Google Shape;527;p51"/>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lvl1pPr lvl="0" rtl="0">
              <a:spcBef>
                <a:spcPts val="0"/>
              </a:spcBef>
              <a:spcAft>
                <a:spcPts val="0"/>
              </a:spcAft>
              <a:buClr>
                <a:srgbClr val="FFFFFF"/>
              </a:buClr>
              <a:buSzPts val="1800"/>
              <a:buNone/>
              <a:defRPr sz="1800">
                <a:solidFill>
                  <a:srgbClr val="FFFFFF"/>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28" name="Google Shape;528;p51"/>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529" name="Google Shape;529;p51"/>
          <p:cNvSpPr txBox="1"/>
          <p:nvPr>
            <p:ph idx="9" type="body"/>
          </p:nvPr>
        </p:nvSpPr>
        <p:spPr>
          <a:xfrm>
            <a:off x="545450" y="1218751"/>
            <a:ext cx="23043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cxnSp>
        <p:nvCxnSpPr>
          <p:cNvPr id="530" name="Google Shape;530;p51"/>
          <p:cNvCxnSpPr/>
          <p:nvPr/>
        </p:nvCxnSpPr>
        <p:spPr>
          <a:xfrm>
            <a:off x="3082950" y="842475"/>
            <a:ext cx="0" cy="3706800"/>
          </a:xfrm>
          <a:prstGeom prst="straightConnector1">
            <a:avLst/>
          </a:prstGeom>
          <a:noFill/>
          <a:ln cap="flat" cmpd="sng" w="9525">
            <a:solidFill>
              <a:srgbClr val="FFFFFF"/>
            </a:solidFill>
            <a:prstDash val="solid"/>
            <a:round/>
            <a:headEnd len="med" w="med" type="none"/>
            <a:tailEnd len="med" w="med" type="none"/>
          </a:ln>
        </p:spPr>
      </p:cxnSp>
      <p:cxnSp>
        <p:nvCxnSpPr>
          <p:cNvPr id="531" name="Google Shape;531;p51"/>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532" name="Google Shape;532;p51"/>
          <p:cNvSpPr txBox="1"/>
          <p:nvPr>
            <p:ph idx="13"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533" name="Google Shape;533;p5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12 black">
  <p:cSld name="BLANK_1_1_1_1_1_1_1_1_1_1_2_1">
    <p:bg>
      <p:bgPr>
        <a:solidFill>
          <a:srgbClr val="131313"/>
        </a:solidFill>
      </p:bgPr>
    </p:bg>
    <p:spTree>
      <p:nvGrpSpPr>
        <p:cNvPr id="534" name="Shape 534"/>
        <p:cNvGrpSpPr/>
        <p:nvPr/>
      </p:nvGrpSpPr>
      <p:grpSpPr>
        <a:xfrm>
          <a:off x="0" y="0"/>
          <a:ext cx="0" cy="0"/>
          <a:chOff x="0" y="0"/>
          <a:chExt cx="0" cy="0"/>
        </a:xfrm>
      </p:grpSpPr>
      <p:pic>
        <p:nvPicPr>
          <p:cNvPr id="535" name="Google Shape;535;p52"/>
          <p:cNvPicPr preferRelativeResize="0"/>
          <p:nvPr/>
        </p:nvPicPr>
        <p:blipFill>
          <a:blip r:embed="rId2">
            <a:alphaModFix/>
          </a:blip>
          <a:stretch>
            <a:fillRect/>
          </a:stretch>
        </p:blipFill>
        <p:spPr>
          <a:xfrm>
            <a:off x="547050" y="4639175"/>
            <a:ext cx="453574" cy="111625"/>
          </a:xfrm>
          <a:prstGeom prst="rect">
            <a:avLst/>
          </a:prstGeom>
          <a:noFill/>
          <a:ln>
            <a:noFill/>
          </a:ln>
        </p:spPr>
      </p:pic>
      <p:cxnSp>
        <p:nvCxnSpPr>
          <p:cNvPr id="536" name="Google Shape;536;p52"/>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537" name="Google Shape;537;p52"/>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lvl1pPr lvl="0" rtl="0">
              <a:spcBef>
                <a:spcPts val="0"/>
              </a:spcBef>
              <a:spcAft>
                <a:spcPts val="0"/>
              </a:spcAft>
              <a:buClr>
                <a:srgbClr val="FFFFFF"/>
              </a:buClr>
              <a:buSzPts val="1800"/>
              <a:buNone/>
              <a:defRPr sz="1800">
                <a:solidFill>
                  <a:srgbClr val="FFFFFF"/>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38" name="Google Shape;538;p52"/>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539" name="Google Shape;539;p52"/>
          <p:cNvSpPr txBox="1"/>
          <p:nvPr>
            <p:ph idx="1" type="body"/>
          </p:nvPr>
        </p:nvSpPr>
        <p:spPr>
          <a:xfrm>
            <a:off x="545450" y="1218751"/>
            <a:ext cx="23043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cxnSp>
        <p:nvCxnSpPr>
          <p:cNvPr id="540" name="Google Shape;540;p52"/>
          <p:cNvCxnSpPr/>
          <p:nvPr/>
        </p:nvCxnSpPr>
        <p:spPr>
          <a:xfrm>
            <a:off x="3082950" y="842475"/>
            <a:ext cx="0" cy="3706800"/>
          </a:xfrm>
          <a:prstGeom prst="straightConnector1">
            <a:avLst/>
          </a:prstGeom>
          <a:noFill/>
          <a:ln cap="flat" cmpd="sng" w="9525">
            <a:solidFill>
              <a:srgbClr val="FFFFFF"/>
            </a:solidFill>
            <a:prstDash val="solid"/>
            <a:round/>
            <a:headEnd len="med" w="med" type="none"/>
            <a:tailEnd len="med" w="med" type="none"/>
          </a:ln>
        </p:spPr>
      </p:cxnSp>
      <p:cxnSp>
        <p:nvCxnSpPr>
          <p:cNvPr id="541" name="Google Shape;541;p52"/>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542" name="Google Shape;542;p52"/>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543" name="Google Shape;543;p52"/>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3">
  <p:cSld name="BLANK_1_1_1_1_1_1_1_1_1_1_1">
    <p:bg>
      <p:bgPr>
        <a:solidFill>
          <a:srgbClr val="FFFFFF"/>
        </a:solidFill>
      </p:bgPr>
    </p:bg>
    <p:spTree>
      <p:nvGrpSpPr>
        <p:cNvPr id="544" name="Shape 544"/>
        <p:cNvGrpSpPr/>
        <p:nvPr/>
      </p:nvGrpSpPr>
      <p:grpSpPr>
        <a:xfrm>
          <a:off x="0" y="0"/>
          <a:ext cx="0" cy="0"/>
          <a:chOff x="0" y="0"/>
          <a:chExt cx="0" cy="0"/>
        </a:xfrm>
      </p:grpSpPr>
      <p:pic>
        <p:nvPicPr>
          <p:cNvPr id="545" name="Google Shape;545;p53"/>
          <p:cNvPicPr preferRelativeResize="0"/>
          <p:nvPr/>
        </p:nvPicPr>
        <p:blipFill>
          <a:blip r:embed="rId2">
            <a:alphaModFix/>
          </a:blip>
          <a:stretch>
            <a:fillRect/>
          </a:stretch>
        </p:blipFill>
        <p:spPr>
          <a:xfrm>
            <a:off x="547263" y="4639176"/>
            <a:ext cx="453571" cy="111625"/>
          </a:xfrm>
          <a:prstGeom prst="rect">
            <a:avLst/>
          </a:prstGeom>
          <a:noFill/>
          <a:ln>
            <a:noFill/>
          </a:ln>
        </p:spPr>
      </p:pic>
      <p:sp>
        <p:nvSpPr>
          <p:cNvPr id="546" name="Google Shape;546;p53"/>
          <p:cNvSpPr txBox="1"/>
          <p:nvPr>
            <p:ph idx="1" type="body"/>
          </p:nvPr>
        </p:nvSpPr>
        <p:spPr>
          <a:xfrm>
            <a:off x="331230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547" name="Google Shape;547;p53"/>
          <p:cNvSpPr txBox="1"/>
          <p:nvPr>
            <p:ph idx="2" type="body"/>
          </p:nvPr>
        </p:nvSpPr>
        <p:spPr>
          <a:xfrm>
            <a:off x="330790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548" name="Google Shape;548;p53"/>
          <p:cNvSpPr txBox="1"/>
          <p:nvPr>
            <p:ph idx="3" type="body"/>
          </p:nvPr>
        </p:nvSpPr>
        <p:spPr>
          <a:xfrm>
            <a:off x="5520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549" name="Google Shape;549;p53"/>
          <p:cNvSpPr txBox="1"/>
          <p:nvPr>
            <p:ph idx="4" type="body"/>
          </p:nvPr>
        </p:nvSpPr>
        <p:spPr>
          <a:xfrm>
            <a:off x="5476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550" name="Google Shape;550;p53"/>
          <p:cNvSpPr txBox="1"/>
          <p:nvPr>
            <p:ph idx="5" type="body"/>
          </p:nvPr>
        </p:nvSpPr>
        <p:spPr>
          <a:xfrm>
            <a:off x="5498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551" name="Google Shape;551;p53"/>
          <p:cNvSpPr txBox="1"/>
          <p:nvPr>
            <p:ph idx="6" type="body"/>
          </p:nvPr>
        </p:nvSpPr>
        <p:spPr>
          <a:xfrm>
            <a:off x="5454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552" name="Google Shape;552;p53"/>
          <p:cNvSpPr txBox="1"/>
          <p:nvPr>
            <p:ph idx="7" type="body"/>
          </p:nvPr>
        </p:nvSpPr>
        <p:spPr>
          <a:xfrm>
            <a:off x="330790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553" name="Google Shape;553;p53"/>
          <p:cNvSpPr txBox="1"/>
          <p:nvPr>
            <p:ph idx="8" type="body"/>
          </p:nvPr>
        </p:nvSpPr>
        <p:spPr>
          <a:xfrm>
            <a:off x="330350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554" name="Google Shape;554;p53"/>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555" name="Google Shape;555;p53"/>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556" name="Google Shape;556;p53"/>
          <p:cNvSpPr txBox="1"/>
          <p:nvPr>
            <p:ph idx="9"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557" name="Google Shape;557;p53"/>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58" name="Google Shape;558;p53"/>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59" name="Google Shape;559;p53"/>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560" name="Google Shape;560;p53"/>
          <p:cNvSpPr/>
          <p:nvPr/>
        </p:nvSpPr>
        <p:spPr>
          <a:xfrm>
            <a:off x="6061250" y="1069350"/>
            <a:ext cx="2537100" cy="325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3 - black">
  <p:cSld name="BLANK_1_1_1_1_1_1_1_1_1_1_1_2">
    <p:bg>
      <p:bgPr>
        <a:solidFill>
          <a:srgbClr val="131313"/>
        </a:solidFill>
      </p:bgPr>
    </p:bg>
    <p:spTree>
      <p:nvGrpSpPr>
        <p:cNvPr id="561" name="Shape 561"/>
        <p:cNvGrpSpPr/>
        <p:nvPr/>
      </p:nvGrpSpPr>
      <p:grpSpPr>
        <a:xfrm>
          <a:off x="0" y="0"/>
          <a:ext cx="0" cy="0"/>
          <a:chOff x="0" y="0"/>
          <a:chExt cx="0" cy="0"/>
        </a:xfrm>
      </p:grpSpPr>
      <p:pic>
        <p:nvPicPr>
          <p:cNvPr id="562" name="Google Shape;562;p54"/>
          <p:cNvPicPr preferRelativeResize="0"/>
          <p:nvPr/>
        </p:nvPicPr>
        <p:blipFill>
          <a:blip r:embed="rId2">
            <a:alphaModFix/>
          </a:blip>
          <a:stretch>
            <a:fillRect/>
          </a:stretch>
        </p:blipFill>
        <p:spPr>
          <a:xfrm>
            <a:off x="547050" y="4639175"/>
            <a:ext cx="453574" cy="111625"/>
          </a:xfrm>
          <a:prstGeom prst="rect">
            <a:avLst/>
          </a:prstGeom>
          <a:noFill/>
          <a:ln>
            <a:noFill/>
          </a:ln>
        </p:spPr>
      </p:pic>
      <p:sp>
        <p:nvSpPr>
          <p:cNvPr id="563" name="Google Shape;563;p54"/>
          <p:cNvSpPr txBox="1"/>
          <p:nvPr>
            <p:ph idx="1" type="body"/>
          </p:nvPr>
        </p:nvSpPr>
        <p:spPr>
          <a:xfrm>
            <a:off x="331230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64" name="Google Shape;564;p54"/>
          <p:cNvSpPr txBox="1"/>
          <p:nvPr>
            <p:ph idx="2" type="body"/>
          </p:nvPr>
        </p:nvSpPr>
        <p:spPr>
          <a:xfrm>
            <a:off x="330790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565" name="Google Shape;565;p54"/>
          <p:cNvSpPr txBox="1"/>
          <p:nvPr>
            <p:ph idx="3" type="body"/>
          </p:nvPr>
        </p:nvSpPr>
        <p:spPr>
          <a:xfrm>
            <a:off x="5520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66" name="Google Shape;566;p54"/>
          <p:cNvSpPr txBox="1"/>
          <p:nvPr>
            <p:ph idx="4" type="body"/>
          </p:nvPr>
        </p:nvSpPr>
        <p:spPr>
          <a:xfrm>
            <a:off x="5476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567" name="Google Shape;567;p54"/>
          <p:cNvSpPr txBox="1"/>
          <p:nvPr>
            <p:ph idx="5" type="body"/>
          </p:nvPr>
        </p:nvSpPr>
        <p:spPr>
          <a:xfrm>
            <a:off x="5498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68" name="Google Shape;568;p54"/>
          <p:cNvSpPr txBox="1"/>
          <p:nvPr>
            <p:ph idx="6" type="body"/>
          </p:nvPr>
        </p:nvSpPr>
        <p:spPr>
          <a:xfrm>
            <a:off x="5454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569" name="Google Shape;569;p54"/>
          <p:cNvSpPr txBox="1"/>
          <p:nvPr>
            <p:ph idx="7" type="body"/>
          </p:nvPr>
        </p:nvSpPr>
        <p:spPr>
          <a:xfrm>
            <a:off x="330790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70" name="Google Shape;570;p54"/>
          <p:cNvSpPr txBox="1"/>
          <p:nvPr>
            <p:ph idx="8" type="body"/>
          </p:nvPr>
        </p:nvSpPr>
        <p:spPr>
          <a:xfrm>
            <a:off x="330350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cxnSp>
        <p:nvCxnSpPr>
          <p:cNvPr id="571" name="Google Shape;571;p54"/>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572" name="Google Shape;572;p54"/>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Clr>
                <a:srgbClr val="FFFFFF"/>
              </a:buClr>
              <a:buSzPts val="1800"/>
              <a:buNone/>
              <a:defRPr sz="1800">
                <a:solidFill>
                  <a:srgbClr val="FFFFFF"/>
                </a:solidFill>
              </a:defRPr>
            </a:lvl1pPr>
            <a:lvl2pPr lvl="1" rtl="0">
              <a:spcBef>
                <a:spcPts val="0"/>
              </a:spcBef>
              <a:spcAft>
                <a:spcPts val="0"/>
              </a:spcAft>
              <a:buClr>
                <a:srgbClr val="FFFFFF"/>
              </a:buClr>
              <a:buSzPts val="1800"/>
              <a:buNone/>
              <a:defRPr sz="1800">
                <a:solidFill>
                  <a:srgbClr val="FFFFFF"/>
                </a:solidFill>
              </a:defRPr>
            </a:lvl2pPr>
            <a:lvl3pPr lvl="2" rtl="0">
              <a:spcBef>
                <a:spcPts val="0"/>
              </a:spcBef>
              <a:spcAft>
                <a:spcPts val="0"/>
              </a:spcAft>
              <a:buClr>
                <a:srgbClr val="FFFFFF"/>
              </a:buClr>
              <a:buSzPts val="1800"/>
              <a:buNone/>
              <a:defRPr sz="1800">
                <a:solidFill>
                  <a:srgbClr val="FFFFFF"/>
                </a:solidFill>
              </a:defRPr>
            </a:lvl3pPr>
            <a:lvl4pPr lvl="3" rtl="0">
              <a:spcBef>
                <a:spcPts val="0"/>
              </a:spcBef>
              <a:spcAft>
                <a:spcPts val="0"/>
              </a:spcAft>
              <a:buClr>
                <a:srgbClr val="FFFFFF"/>
              </a:buClr>
              <a:buSzPts val="1800"/>
              <a:buNone/>
              <a:defRPr sz="1800">
                <a:solidFill>
                  <a:srgbClr val="FFFFFF"/>
                </a:solidFill>
              </a:defRPr>
            </a:lvl4pPr>
            <a:lvl5pPr lvl="4" rtl="0">
              <a:spcBef>
                <a:spcPts val="0"/>
              </a:spcBef>
              <a:spcAft>
                <a:spcPts val="0"/>
              </a:spcAft>
              <a:buClr>
                <a:srgbClr val="FFFFFF"/>
              </a:buClr>
              <a:buSzPts val="1800"/>
              <a:buNone/>
              <a:defRPr sz="1800">
                <a:solidFill>
                  <a:srgbClr val="FFFFFF"/>
                </a:solidFill>
              </a:defRPr>
            </a:lvl5pPr>
            <a:lvl6pPr lvl="5" rtl="0">
              <a:spcBef>
                <a:spcPts val="0"/>
              </a:spcBef>
              <a:spcAft>
                <a:spcPts val="0"/>
              </a:spcAft>
              <a:buClr>
                <a:srgbClr val="FFFFFF"/>
              </a:buClr>
              <a:buSzPts val="1800"/>
              <a:buNone/>
              <a:defRPr sz="1800">
                <a:solidFill>
                  <a:srgbClr val="FFFFFF"/>
                </a:solidFill>
              </a:defRPr>
            </a:lvl6pPr>
            <a:lvl7pPr lvl="6" rtl="0">
              <a:spcBef>
                <a:spcPts val="0"/>
              </a:spcBef>
              <a:spcAft>
                <a:spcPts val="0"/>
              </a:spcAft>
              <a:buClr>
                <a:srgbClr val="FFFFFF"/>
              </a:buClr>
              <a:buSzPts val="1800"/>
              <a:buNone/>
              <a:defRPr sz="1800">
                <a:solidFill>
                  <a:srgbClr val="FFFFFF"/>
                </a:solidFill>
              </a:defRPr>
            </a:lvl7pPr>
            <a:lvl8pPr lvl="7" rtl="0">
              <a:spcBef>
                <a:spcPts val="0"/>
              </a:spcBef>
              <a:spcAft>
                <a:spcPts val="0"/>
              </a:spcAft>
              <a:buClr>
                <a:srgbClr val="FFFFFF"/>
              </a:buClr>
              <a:buSzPts val="1800"/>
              <a:buNone/>
              <a:defRPr sz="1800">
                <a:solidFill>
                  <a:srgbClr val="FFFFFF"/>
                </a:solidFill>
              </a:defRPr>
            </a:lvl8pPr>
            <a:lvl9pPr lvl="8" rtl="0">
              <a:spcBef>
                <a:spcPts val="0"/>
              </a:spcBef>
              <a:spcAft>
                <a:spcPts val="0"/>
              </a:spcAft>
              <a:buClr>
                <a:srgbClr val="FFFFFF"/>
              </a:buClr>
              <a:buSzPts val="1800"/>
              <a:buNone/>
              <a:defRPr sz="1800">
                <a:solidFill>
                  <a:srgbClr val="FFFFFF"/>
                </a:solidFill>
              </a:defRPr>
            </a:lvl9pPr>
          </a:lstStyle>
          <a:p/>
        </p:txBody>
      </p:sp>
      <p:cxnSp>
        <p:nvCxnSpPr>
          <p:cNvPr id="573" name="Google Shape;573;p54"/>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574" name="Google Shape;574;p54"/>
          <p:cNvSpPr/>
          <p:nvPr/>
        </p:nvSpPr>
        <p:spPr>
          <a:xfrm>
            <a:off x="6061250" y="1069350"/>
            <a:ext cx="2537100" cy="325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5" name="Google Shape;575;p54"/>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576" name="Google Shape;576;p54"/>
          <p:cNvSpPr txBox="1"/>
          <p:nvPr>
            <p:ph idx="9"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577" name="Google Shape;577;p54"/>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4">
  <p:cSld name="BLANK_1_1_1_1_1_1_1_1_1_1_1_1">
    <p:bg>
      <p:bgPr>
        <a:solidFill>
          <a:srgbClr val="FFFFFF"/>
        </a:solidFill>
      </p:bgPr>
    </p:bg>
    <p:spTree>
      <p:nvGrpSpPr>
        <p:cNvPr id="578" name="Shape 578"/>
        <p:cNvGrpSpPr/>
        <p:nvPr/>
      </p:nvGrpSpPr>
      <p:grpSpPr>
        <a:xfrm>
          <a:off x="0" y="0"/>
          <a:ext cx="0" cy="0"/>
          <a:chOff x="0" y="0"/>
          <a:chExt cx="0" cy="0"/>
        </a:xfrm>
      </p:grpSpPr>
      <p:pic>
        <p:nvPicPr>
          <p:cNvPr id="579" name="Google Shape;579;p55"/>
          <p:cNvPicPr preferRelativeResize="0"/>
          <p:nvPr/>
        </p:nvPicPr>
        <p:blipFill>
          <a:blip r:embed="rId2">
            <a:alphaModFix/>
          </a:blip>
          <a:stretch>
            <a:fillRect/>
          </a:stretch>
        </p:blipFill>
        <p:spPr>
          <a:xfrm>
            <a:off x="547263" y="4639176"/>
            <a:ext cx="453571" cy="111625"/>
          </a:xfrm>
          <a:prstGeom prst="rect">
            <a:avLst/>
          </a:prstGeom>
          <a:noFill/>
          <a:ln>
            <a:noFill/>
          </a:ln>
        </p:spPr>
      </p:pic>
      <p:sp>
        <p:nvSpPr>
          <p:cNvPr id="580" name="Google Shape;580;p55"/>
          <p:cNvSpPr txBox="1"/>
          <p:nvPr>
            <p:ph idx="1" type="body"/>
          </p:nvPr>
        </p:nvSpPr>
        <p:spPr>
          <a:xfrm>
            <a:off x="5520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581" name="Google Shape;581;p55"/>
          <p:cNvSpPr txBox="1"/>
          <p:nvPr>
            <p:ph idx="2" type="body"/>
          </p:nvPr>
        </p:nvSpPr>
        <p:spPr>
          <a:xfrm>
            <a:off x="5476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582" name="Google Shape;582;p55"/>
          <p:cNvSpPr txBox="1"/>
          <p:nvPr>
            <p:ph idx="3" type="body"/>
          </p:nvPr>
        </p:nvSpPr>
        <p:spPr>
          <a:xfrm>
            <a:off x="5498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583" name="Google Shape;583;p55"/>
          <p:cNvSpPr txBox="1"/>
          <p:nvPr>
            <p:ph idx="4" type="body"/>
          </p:nvPr>
        </p:nvSpPr>
        <p:spPr>
          <a:xfrm>
            <a:off x="5454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584" name="Google Shape;584;p55"/>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585" name="Google Shape;585;p55"/>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586" name="Google Shape;586;p55"/>
          <p:cNvSpPr txBox="1"/>
          <p:nvPr>
            <p:ph idx="5"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587" name="Google Shape;587;p5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88" name="Google Shape;588;p55"/>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89" name="Google Shape;589;p55"/>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590" name="Google Shape;590;p55"/>
          <p:cNvSpPr/>
          <p:nvPr/>
        </p:nvSpPr>
        <p:spPr>
          <a:xfrm>
            <a:off x="3303500" y="1069350"/>
            <a:ext cx="5295000" cy="325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5 - black">
  <p:cSld name="BLANK_1_1_1_1_1_1_1_1_1_1_1_1_1">
    <p:bg>
      <p:bgPr>
        <a:solidFill>
          <a:srgbClr val="131313"/>
        </a:solidFill>
      </p:bgPr>
    </p:bg>
    <p:spTree>
      <p:nvGrpSpPr>
        <p:cNvPr id="591" name="Shape 591"/>
        <p:cNvGrpSpPr/>
        <p:nvPr/>
      </p:nvGrpSpPr>
      <p:grpSpPr>
        <a:xfrm>
          <a:off x="0" y="0"/>
          <a:ext cx="0" cy="0"/>
          <a:chOff x="0" y="0"/>
          <a:chExt cx="0" cy="0"/>
        </a:xfrm>
      </p:grpSpPr>
      <p:pic>
        <p:nvPicPr>
          <p:cNvPr id="592" name="Google Shape;592;p56"/>
          <p:cNvPicPr preferRelativeResize="0"/>
          <p:nvPr/>
        </p:nvPicPr>
        <p:blipFill>
          <a:blip r:embed="rId2">
            <a:alphaModFix/>
          </a:blip>
          <a:stretch>
            <a:fillRect/>
          </a:stretch>
        </p:blipFill>
        <p:spPr>
          <a:xfrm>
            <a:off x="547050" y="4639175"/>
            <a:ext cx="453574" cy="111625"/>
          </a:xfrm>
          <a:prstGeom prst="rect">
            <a:avLst/>
          </a:prstGeom>
          <a:noFill/>
          <a:ln>
            <a:noFill/>
          </a:ln>
        </p:spPr>
      </p:pic>
      <p:sp>
        <p:nvSpPr>
          <p:cNvPr id="593" name="Google Shape;593;p56"/>
          <p:cNvSpPr txBox="1"/>
          <p:nvPr>
            <p:ph idx="1" type="body"/>
          </p:nvPr>
        </p:nvSpPr>
        <p:spPr>
          <a:xfrm>
            <a:off x="5520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chemeClr val="lt1"/>
              </a:buClr>
              <a:buSzPts val="4400"/>
              <a:buChar char="●"/>
              <a:defRPr b="1" sz="4400">
                <a:solidFill>
                  <a:schemeClr val="lt1"/>
                </a:solidFill>
              </a:defRPr>
            </a:lvl1pPr>
            <a:lvl2pPr indent="-508000" lvl="1" marL="914400" rtl="0">
              <a:lnSpc>
                <a:spcPct val="100000"/>
              </a:lnSpc>
              <a:spcBef>
                <a:spcPts val="0"/>
              </a:spcBef>
              <a:spcAft>
                <a:spcPts val="0"/>
              </a:spcAft>
              <a:buClr>
                <a:schemeClr val="lt1"/>
              </a:buClr>
              <a:buSzPts val="4400"/>
              <a:buChar char="○"/>
              <a:defRPr b="1" sz="4400">
                <a:solidFill>
                  <a:schemeClr val="lt1"/>
                </a:solidFill>
              </a:defRPr>
            </a:lvl2pPr>
            <a:lvl3pPr indent="-508000" lvl="2" marL="1371600" rtl="0">
              <a:lnSpc>
                <a:spcPct val="100000"/>
              </a:lnSpc>
              <a:spcBef>
                <a:spcPts val="0"/>
              </a:spcBef>
              <a:spcAft>
                <a:spcPts val="0"/>
              </a:spcAft>
              <a:buClr>
                <a:schemeClr val="lt1"/>
              </a:buClr>
              <a:buSzPts val="4400"/>
              <a:buChar char="■"/>
              <a:defRPr b="1" sz="4400">
                <a:solidFill>
                  <a:schemeClr val="lt1"/>
                </a:solidFill>
              </a:defRPr>
            </a:lvl3pPr>
            <a:lvl4pPr indent="-508000" lvl="3" marL="1828800" rtl="0">
              <a:lnSpc>
                <a:spcPct val="100000"/>
              </a:lnSpc>
              <a:spcBef>
                <a:spcPts val="0"/>
              </a:spcBef>
              <a:spcAft>
                <a:spcPts val="0"/>
              </a:spcAft>
              <a:buClr>
                <a:schemeClr val="lt1"/>
              </a:buClr>
              <a:buSzPts val="4400"/>
              <a:buChar char="●"/>
              <a:defRPr b="1" sz="4400">
                <a:solidFill>
                  <a:schemeClr val="lt1"/>
                </a:solidFill>
              </a:defRPr>
            </a:lvl4pPr>
            <a:lvl5pPr indent="-508000" lvl="4" marL="2286000" rtl="0">
              <a:lnSpc>
                <a:spcPct val="100000"/>
              </a:lnSpc>
              <a:spcBef>
                <a:spcPts val="0"/>
              </a:spcBef>
              <a:spcAft>
                <a:spcPts val="0"/>
              </a:spcAft>
              <a:buClr>
                <a:schemeClr val="lt1"/>
              </a:buClr>
              <a:buSzPts val="4400"/>
              <a:buChar char="○"/>
              <a:defRPr b="1" sz="4400">
                <a:solidFill>
                  <a:schemeClr val="lt1"/>
                </a:solidFill>
              </a:defRPr>
            </a:lvl5pPr>
            <a:lvl6pPr indent="-508000" lvl="5" marL="2743200" rtl="0">
              <a:lnSpc>
                <a:spcPct val="100000"/>
              </a:lnSpc>
              <a:spcBef>
                <a:spcPts val="0"/>
              </a:spcBef>
              <a:spcAft>
                <a:spcPts val="0"/>
              </a:spcAft>
              <a:buClr>
                <a:schemeClr val="lt1"/>
              </a:buClr>
              <a:buSzPts val="4400"/>
              <a:buChar char="■"/>
              <a:defRPr b="1" sz="4400">
                <a:solidFill>
                  <a:schemeClr val="lt1"/>
                </a:solidFill>
              </a:defRPr>
            </a:lvl6pPr>
            <a:lvl7pPr indent="-508000" lvl="6" marL="3200400" rtl="0">
              <a:lnSpc>
                <a:spcPct val="100000"/>
              </a:lnSpc>
              <a:spcBef>
                <a:spcPts val="0"/>
              </a:spcBef>
              <a:spcAft>
                <a:spcPts val="0"/>
              </a:spcAft>
              <a:buClr>
                <a:schemeClr val="lt1"/>
              </a:buClr>
              <a:buSzPts val="4400"/>
              <a:buChar char="●"/>
              <a:defRPr b="1" sz="4400">
                <a:solidFill>
                  <a:schemeClr val="lt1"/>
                </a:solidFill>
              </a:defRPr>
            </a:lvl7pPr>
            <a:lvl8pPr indent="-508000" lvl="7" marL="3657600" rtl="0">
              <a:lnSpc>
                <a:spcPct val="100000"/>
              </a:lnSpc>
              <a:spcBef>
                <a:spcPts val="0"/>
              </a:spcBef>
              <a:spcAft>
                <a:spcPts val="0"/>
              </a:spcAft>
              <a:buClr>
                <a:schemeClr val="lt1"/>
              </a:buClr>
              <a:buSzPts val="4400"/>
              <a:buChar char="○"/>
              <a:defRPr b="1" sz="4400">
                <a:solidFill>
                  <a:schemeClr val="lt1"/>
                </a:solidFill>
              </a:defRPr>
            </a:lvl8pPr>
            <a:lvl9pPr indent="-508000" lvl="8" marL="4114800" rtl="0">
              <a:lnSpc>
                <a:spcPct val="100000"/>
              </a:lnSpc>
              <a:spcBef>
                <a:spcPts val="0"/>
              </a:spcBef>
              <a:spcAft>
                <a:spcPts val="0"/>
              </a:spcAft>
              <a:buClr>
                <a:schemeClr val="lt1"/>
              </a:buClr>
              <a:buSzPts val="4400"/>
              <a:buChar char="■"/>
              <a:defRPr b="1" sz="4400">
                <a:solidFill>
                  <a:schemeClr val="lt1"/>
                </a:solidFill>
              </a:defRPr>
            </a:lvl9pPr>
          </a:lstStyle>
          <a:p/>
        </p:txBody>
      </p:sp>
      <p:sp>
        <p:nvSpPr>
          <p:cNvPr id="594" name="Google Shape;594;p56"/>
          <p:cNvSpPr txBox="1"/>
          <p:nvPr>
            <p:ph idx="2" type="body"/>
          </p:nvPr>
        </p:nvSpPr>
        <p:spPr>
          <a:xfrm>
            <a:off x="5476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chemeClr val="lt1"/>
              </a:buClr>
              <a:buSzPts val="800"/>
              <a:buChar char="●"/>
              <a:defRPr sz="800">
                <a:solidFill>
                  <a:schemeClr val="lt1"/>
                </a:solidFill>
              </a:defRPr>
            </a:lvl1pPr>
            <a:lvl2pPr indent="-279400" lvl="1" marL="914400" rtl="0">
              <a:lnSpc>
                <a:spcPct val="100000"/>
              </a:lnSpc>
              <a:spcBef>
                <a:spcPts val="0"/>
              </a:spcBef>
              <a:spcAft>
                <a:spcPts val="0"/>
              </a:spcAft>
              <a:buClr>
                <a:schemeClr val="lt1"/>
              </a:buClr>
              <a:buSzPts val="800"/>
              <a:buChar char="○"/>
              <a:defRPr sz="800">
                <a:solidFill>
                  <a:schemeClr val="lt1"/>
                </a:solidFill>
              </a:defRPr>
            </a:lvl2pPr>
            <a:lvl3pPr indent="-279400" lvl="2" marL="1371600" rtl="0">
              <a:lnSpc>
                <a:spcPct val="100000"/>
              </a:lnSpc>
              <a:spcBef>
                <a:spcPts val="0"/>
              </a:spcBef>
              <a:spcAft>
                <a:spcPts val="0"/>
              </a:spcAft>
              <a:buClr>
                <a:schemeClr val="lt1"/>
              </a:buClr>
              <a:buSzPts val="800"/>
              <a:buChar char="■"/>
              <a:defRPr sz="800">
                <a:solidFill>
                  <a:schemeClr val="lt1"/>
                </a:solidFill>
              </a:defRPr>
            </a:lvl3pPr>
            <a:lvl4pPr indent="-279400" lvl="3" marL="1828800" rtl="0">
              <a:lnSpc>
                <a:spcPct val="100000"/>
              </a:lnSpc>
              <a:spcBef>
                <a:spcPts val="0"/>
              </a:spcBef>
              <a:spcAft>
                <a:spcPts val="0"/>
              </a:spcAft>
              <a:buClr>
                <a:schemeClr val="lt1"/>
              </a:buClr>
              <a:buSzPts val="800"/>
              <a:buChar char="●"/>
              <a:defRPr sz="800">
                <a:solidFill>
                  <a:schemeClr val="lt1"/>
                </a:solidFill>
              </a:defRPr>
            </a:lvl4pPr>
            <a:lvl5pPr indent="-279400" lvl="4" marL="2286000" rtl="0">
              <a:lnSpc>
                <a:spcPct val="100000"/>
              </a:lnSpc>
              <a:spcBef>
                <a:spcPts val="0"/>
              </a:spcBef>
              <a:spcAft>
                <a:spcPts val="0"/>
              </a:spcAft>
              <a:buClr>
                <a:schemeClr val="lt1"/>
              </a:buClr>
              <a:buSzPts val="800"/>
              <a:buChar char="○"/>
              <a:defRPr sz="800">
                <a:solidFill>
                  <a:schemeClr val="lt1"/>
                </a:solidFill>
              </a:defRPr>
            </a:lvl5pPr>
            <a:lvl6pPr indent="-279400" lvl="5" marL="2743200" rtl="0">
              <a:lnSpc>
                <a:spcPct val="100000"/>
              </a:lnSpc>
              <a:spcBef>
                <a:spcPts val="0"/>
              </a:spcBef>
              <a:spcAft>
                <a:spcPts val="0"/>
              </a:spcAft>
              <a:buClr>
                <a:schemeClr val="lt1"/>
              </a:buClr>
              <a:buSzPts val="800"/>
              <a:buChar char="■"/>
              <a:defRPr sz="800">
                <a:solidFill>
                  <a:schemeClr val="lt1"/>
                </a:solidFill>
              </a:defRPr>
            </a:lvl6pPr>
            <a:lvl7pPr indent="-279400" lvl="6" marL="3200400" rtl="0">
              <a:lnSpc>
                <a:spcPct val="100000"/>
              </a:lnSpc>
              <a:spcBef>
                <a:spcPts val="0"/>
              </a:spcBef>
              <a:spcAft>
                <a:spcPts val="0"/>
              </a:spcAft>
              <a:buClr>
                <a:schemeClr val="lt1"/>
              </a:buClr>
              <a:buSzPts val="800"/>
              <a:buChar char="●"/>
              <a:defRPr sz="800">
                <a:solidFill>
                  <a:schemeClr val="lt1"/>
                </a:solidFill>
              </a:defRPr>
            </a:lvl7pPr>
            <a:lvl8pPr indent="-279400" lvl="7" marL="3657600" rtl="0">
              <a:lnSpc>
                <a:spcPct val="100000"/>
              </a:lnSpc>
              <a:spcBef>
                <a:spcPts val="0"/>
              </a:spcBef>
              <a:spcAft>
                <a:spcPts val="0"/>
              </a:spcAft>
              <a:buClr>
                <a:schemeClr val="lt1"/>
              </a:buClr>
              <a:buSzPts val="800"/>
              <a:buChar char="○"/>
              <a:defRPr sz="800">
                <a:solidFill>
                  <a:schemeClr val="lt1"/>
                </a:solidFill>
              </a:defRPr>
            </a:lvl8pPr>
            <a:lvl9pPr indent="-279400" lvl="8" marL="4114800" rtl="0">
              <a:lnSpc>
                <a:spcPct val="100000"/>
              </a:lnSpc>
              <a:spcBef>
                <a:spcPts val="0"/>
              </a:spcBef>
              <a:spcAft>
                <a:spcPts val="0"/>
              </a:spcAft>
              <a:buClr>
                <a:schemeClr val="lt1"/>
              </a:buClr>
              <a:buSzPts val="800"/>
              <a:buChar char="■"/>
              <a:defRPr sz="800">
                <a:solidFill>
                  <a:schemeClr val="lt1"/>
                </a:solidFill>
              </a:defRPr>
            </a:lvl9pPr>
          </a:lstStyle>
          <a:p/>
        </p:txBody>
      </p:sp>
      <p:sp>
        <p:nvSpPr>
          <p:cNvPr id="595" name="Google Shape;595;p56"/>
          <p:cNvSpPr txBox="1"/>
          <p:nvPr>
            <p:ph idx="3" type="body"/>
          </p:nvPr>
        </p:nvSpPr>
        <p:spPr>
          <a:xfrm>
            <a:off x="5498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chemeClr val="lt1"/>
              </a:buClr>
              <a:buSzPts val="4400"/>
              <a:buChar char="●"/>
              <a:defRPr b="1" sz="4400">
                <a:solidFill>
                  <a:schemeClr val="lt1"/>
                </a:solidFill>
              </a:defRPr>
            </a:lvl1pPr>
            <a:lvl2pPr indent="-508000" lvl="1" marL="914400" rtl="0">
              <a:lnSpc>
                <a:spcPct val="100000"/>
              </a:lnSpc>
              <a:spcBef>
                <a:spcPts val="0"/>
              </a:spcBef>
              <a:spcAft>
                <a:spcPts val="0"/>
              </a:spcAft>
              <a:buClr>
                <a:schemeClr val="lt1"/>
              </a:buClr>
              <a:buSzPts val="4400"/>
              <a:buChar char="○"/>
              <a:defRPr b="1" sz="4400">
                <a:solidFill>
                  <a:schemeClr val="lt1"/>
                </a:solidFill>
              </a:defRPr>
            </a:lvl2pPr>
            <a:lvl3pPr indent="-508000" lvl="2" marL="1371600" rtl="0">
              <a:lnSpc>
                <a:spcPct val="100000"/>
              </a:lnSpc>
              <a:spcBef>
                <a:spcPts val="0"/>
              </a:spcBef>
              <a:spcAft>
                <a:spcPts val="0"/>
              </a:spcAft>
              <a:buClr>
                <a:schemeClr val="lt1"/>
              </a:buClr>
              <a:buSzPts val="4400"/>
              <a:buChar char="■"/>
              <a:defRPr b="1" sz="4400">
                <a:solidFill>
                  <a:schemeClr val="lt1"/>
                </a:solidFill>
              </a:defRPr>
            </a:lvl3pPr>
            <a:lvl4pPr indent="-508000" lvl="3" marL="1828800" rtl="0">
              <a:lnSpc>
                <a:spcPct val="100000"/>
              </a:lnSpc>
              <a:spcBef>
                <a:spcPts val="0"/>
              </a:spcBef>
              <a:spcAft>
                <a:spcPts val="0"/>
              </a:spcAft>
              <a:buClr>
                <a:schemeClr val="lt1"/>
              </a:buClr>
              <a:buSzPts val="4400"/>
              <a:buChar char="●"/>
              <a:defRPr b="1" sz="4400">
                <a:solidFill>
                  <a:schemeClr val="lt1"/>
                </a:solidFill>
              </a:defRPr>
            </a:lvl4pPr>
            <a:lvl5pPr indent="-508000" lvl="4" marL="2286000" rtl="0">
              <a:lnSpc>
                <a:spcPct val="100000"/>
              </a:lnSpc>
              <a:spcBef>
                <a:spcPts val="0"/>
              </a:spcBef>
              <a:spcAft>
                <a:spcPts val="0"/>
              </a:spcAft>
              <a:buClr>
                <a:schemeClr val="lt1"/>
              </a:buClr>
              <a:buSzPts val="4400"/>
              <a:buChar char="○"/>
              <a:defRPr b="1" sz="4400">
                <a:solidFill>
                  <a:schemeClr val="lt1"/>
                </a:solidFill>
              </a:defRPr>
            </a:lvl5pPr>
            <a:lvl6pPr indent="-508000" lvl="5" marL="2743200" rtl="0">
              <a:lnSpc>
                <a:spcPct val="100000"/>
              </a:lnSpc>
              <a:spcBef>
                <a:spcPts val="0"/>
              </a:spcBef>
              <a:spcAft>
                <a:spcPts val="0"/>
              </a:spcAft>
              <a:buClr>
                <a:schemeClr val="lt1"/>
              </a:buClr>
              <a:buSzPts val="4400"/>
              <a:buChar char="■"/>
              <a:defRPr b="1" sz="4400">
                <a:solidFill>
                  <a:schemeClr val="lt1"/>
                </a:solidFill>
              </a:defRPr>
            </a:lvl6pPr>
            <a:lvl7pPr indent="-508000" lvl="6" marL="3200400" rtl="0">
              <a:lnSpc>
                <a:spcPct val="100000"/>
              </a:lnSpc>
              <a:spcBef>
                <a:spcPts val="0"/>
              </a:spcBef>
              <a:spcAft>
                <a:spcPts val="0"/>
              </a:spcAft>
              <a:buClr>
                <a:schemeClr val="lt1"/>
              </a:buClr>
              <a:buSzPts val="4400"/>
              <a:buChar char="●"/>
              <a:defRPr b="1" sz="4400">
                <a:solidFill>
                  <a:schemeClr val="lt1"/>
                </a:solidFill>
              </a:defRPr>
            </a:lvl7pPr>
            <a:lvl8pPr indent="-508000" lvl="7" marL="3657600" rtl="0">
              <a:lnSpc>
                <a:spcPct val="100000"/>
              </a:lnSpc>
              <a:spcBef>
                <a:spcPts val="0"/>
              </a:spcBef>
              <a:spcAft>
                <a:spcPts val="0"/>
              </a:spcAft>
              <a:buClr>
                <a:schemeClr val="lt1"/>
              </a:buClr>
              <a:buSzPts val="4400"/>
              <a:buChar char="○"/>
              <a:defRPr b="1" sz="4400">
                <a:solidFill>
                  <a:schemeClr val="lt1"/>
                </a:solidFill>
              </a:defRPr>
            </a:lvl8pPr>
            <a:lvl9pPr indent="-508000" lvl="8" marL="4114800" rtl="0">
              <a:lnSpc>
                <a:spcPct val="100000"/>
              </a:lnSpc>
              <a:spcBef>
                <a:spcPts val="0"/>
              </a:spcBef>
              <a:spcAft>
                <a:spcPts val="0"/>
              </a:spcAft>
              <a:buClr>
                <a:schemeClr val="lt1"/>
              </a:buClr>
              <a:buSzPts val="4400"/>
              <a:buChar char="■"/>
              <a:defRPr b="1" sz="4400">
                <a:solidFill>
                  <a:schemeClr val="lt1"/>
                </a:solidFill>
              </a:defRPr>
            </a:lvl9pPr>
          </a:lstStyle>
          <a:p/>
        </p:txBody>
      </p:sp>
      <p:sp>
        <p:nvSpPr>
          <p:cNvPr id="596" name="Google Shape;596;p56"/>
          <p:cNvSpPr txBox="1"/>
          <p:nvPr>
            <p:ph idx="4" type="body"/>
          </p:nvPr>
        </p:nvSpPr>
        <p:spPr>
          <a:xfrm>
            <a:off x="5454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chemeClr val="lt1"/>
              </a:buClr>
              <a:buSzPts val="800"/>
              <a:buChar char="●"/>
              <a:defRPr sz="800">
                <a:solidFill>
                  <a:schemeClr val="lt1"/>
                </a:solidFill>
              </a:defRPr>
            </a:lvl1pPr>
            <a:lvl2pPr indent="-279400" lvl="1" marL="914400" rtl="0">
              <a:lnSpc>
                <a:spcPct val="100000"/>
              </a:lnSpc>
              <a:spcBef>
                <a:spcPts val="0"/>
              </a:spcBef>
              <a:spcAft>
                <a:spcPts val="0"/>
              </a:spcAft>
              <a:buClr>
                <a:schemeClr val="lt1"/>
              </a:buClr>
              <a:buSzPts val="800"/>
              <a:buChar char="○"/>
              <a:defRPr sz="800">
                <a:solidFill>
                  <a:schemeClr val="lt1"/>
                </a:solidFill>
              </a:defRPr>
            </a:lvl2pPr>
            <a:lvl3pPr indent="-279400" lvl="2" marL="1371600" rtl="0">
              <a:lnSpc>
                <a:spcPct val="100000"/>
              </a:lnSpc>
              <a:spcBef>
                <a:spcPts val="0"/>
              </a:spcBef>
              <a:spcAft>
                <a:spcPts val="0"/>
              </a:spcAft>
              <a:buClr>
                <a:schemeClr val="lt1"/>
              </a:buClr>
              <a:buSzPts val="800"/>
              <a:buChar char="■"/>
              <a:defRPr sz="800">
                <a:solidFill>
                  <a:schemeClr val="lt1"/>
                </a:solidFill>
              </a:defRPr>
            </a:lvl3pPr>
            <a:lvl4pPr indent="-279400" lvl="3" marL="1828800" rtl="0">
              <a:lnSpc>
                <a:spcPct val="100000"/>
              </a:lnSpc>
              <a:spcBef>
                <a:spcPts val="0"/>
              </a:spcBef>
              <a:spcAft>
                <a:spcPts val="0"/>
              </a:spcAft>
              <a:buClr>
                <a:schemeClr val="lt1"/>
              </a:buClr>
              <a:buSzPts val="800"/>
              <a:buChar char="●"/>
              <a:defRPr sz="800">
                <a:solidFill>
                  <a:schemeClr val="lt1"/>
                </a:solidFill>
              </a:defRPr>
            </a:lvl4pPr>
            <a:lvl5pPr indent="-279400" lvl="4" marL="2286000" rtl="0">
              <a:lnSpc>
                <a:spcPct val="100000"/>
              </a:lnSpc>
              <a:spcBef>
                <a:spcPts val="0"/>
              </a:spcBef>
              <a:spcAft>
                <a:spcPts val="0"/>
              </a:spcAft>
              <a:buClr>
                <a:schemeClr val="lt1"/>
              </a:buClr>
              <a:buSzPts val="800"/>
              <a:buChar char="○"/>
              <a:defRPr sz="800">
                <a:solidFill>
                  <a:schemeClr val="lt1"/>
                </a:solidFill>
              </a:defRPr>
            </a:lvl5pPr>
            <a:lvl6pPr indent="-279400" lvl="5" marL="2743200" rtl="0">
              <a:lnSpc>
                <a:spcPct val="100000"/>
              </a:lnSpc>
              <a:spcBef>
                <a:spcPts val="0"/>
              </a:spcBef>
              <a:spcAft>
                <a:spcPts val="0"/>
              </a:spcAft>
              <a:buClr>
                <a:schemeClr val="lt1"/>
              </a:buClr>
              <a:buSzPts val="800"/>
              <a:buChar char="■"/>
              <a:defRPr sz="800">
                <a:solidFill>
                  <a:schemeClr val="lt1"/>
                </a:solidFill>
              </a:defRPr>
            </a:lvl6pPr>
            <a:lvl7pPr indent="-279400" lvl="6" marL="3200400" rtl="0">
              <a:lnSpc>
                <a:spcPct val="100000"/>
              </a:lnSpc>
              <a:spcBef>
                <a:spcPts val="0"/>
              </a:spcBef>
              <a:spcAft>
                <a:spcPts val="0"/>
              </a:spcAft>
              <a:buClr>
                <a:schemeClr val="lt1"/>
              </a:buClr>
              <a:buSzPts val="800"/>
              <a:buChar char="●"/>
              <a:defRPr sz="800">
                <a:solidFill>
                  <a:schemeClr val="lt1"/>
                </a:solidFill>
              </a:defRPr>
            </a:lvl7pPr>
            <a:lvl8pPr indent="-279400" lvl="7" marL="3657600" rtl="0">
              <a:lnSpc>
                <a:spcPct val="100000"/>
              </a:lnSpc>
              <a:spcBef>
                <a:spcPts val="0"/>
              </a:spcBef>
              <a:spcAft>
                <a:spcPts val="0"/>
              </a:spcAft>
              <a:buClr>
                <a:schemeClr val="lt1"/>
              </a:buClr>
              <a:buSzPts val="800"/>
              <a:buChar char="○"/>
              <a:defRPr sz="800">
                <a:solidFill>
                  <a:schemeClr val="lt1"/>
                </a:solidFill>
              </a:defRPr>
            </a:lvl8pPr>
            <a:lvl9pPr indent="-279400" lvl="8" marL="4114800" rtl="0">
              <a:lnSpc>
                <a:spcPct val="100000"/>
              </a:lnSpc>
              <a:spcBef>
                <a:spcPts val="0"/>
              </a:spcBef>
              <a:spcAft>
                <a:spcPts val="0"/>
              </a:spcAft>
              <a:buClr>
                <a:schemeClr val="lt1"/>
              </a:buClr>
              <a:buSzPts val="800"/>
              <a:buChar char="■"/>
              <a:defRPr sz="800">
                <a:solidFill>
                  <a:schemeClr val="lt1"/>
                </a:solidFill>
              </a:defRPr>
            </a:lvl9pPr>
          </a:lstStyle>
          <a:p/>
        </p:txBody>
      </p:sp>
      <p:cxnSp>
        <p:nvCxnSpPr>
          <p:cNvPr id="597" name="Google Shape;597;p56"/>
          <p:cNvCxnSpPr/>
          <p:nvPr/>
        </p:nvCxnSpPr>
        <p:spPr>
          <a:xfrm flipH="1" rot="10800000">
            <a:off x="545450" y="361350"/>
            <a:ext cx="8053200" cy="6900"/>
          </a:xfrm>
          <a:prstGeom prst="straightConnector1">
            <a:avLst/>
          </a:prstGeom>
          <a:noFill/>
          <a:ln cap="flat" cmpd="sng" w="9525">
            <a:solidFill>
              <a:schemeClr val="lt1"/>
            </a:solidFill>
            <a:prstDash val="solid"/>
            <a:round/>
            <a:headEnd len="med" w="med" type="none"/>
            <a:tailEnd len="med" w="med" type="none"/>
          </a:ln>
        </p:spPr>
      </p:cxnSp>
      <p:sp>
        <p:nvSpPr>
          <p:cNvPr id="598" name="Google Shape;598;p56"/>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800"/>
              <a:buNone/>
              <a:defRPr sz="1800">
                <a:solidFill>
                  <a:schemeClr val="lt1"/>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99" name="Google Shape;599;p56"/>
          <p:cNvCxnSpPr/>
          <p:nvPr/>
        </p:nvCxnSpPr>
        <p:spPr>
          <a:xfrm flipH="1" rot="10800000">
            <a:off x="545450" y="842850"/>
            <a:ext cx="8053200" cy="6900"/>
          </a:xfrm>
          <a:prstGeom prst="straightConnector1">
            <a:avLst/>
          </a:prstGeom>
          <a:noFill/>
          <a:ln cap="flat" cmpd="sng" w="9525">
            <a:solidFill>
              <a:schemeClr val="lt1"/>
            </a:solidFill>
            <a:prstDash val="solid"/>
            <a:round/>
            <a:headEnd len="med" w="med" type="none"/>
            <a:tailEnd len="med" w="med" type="none"/>
          </a:ln>
        </p:spPr>
      </p:cxnSp>
      <p:sp>
        <p:nvSpPr>
          <p:cNvPr id="600" name="Google Shape;600;p56"/>
          <p:cNvSpPr/>
          <p:nvPr/>
        </p:nvSpPr>
        <p:spPr>
          <a:xfrm>
            <a:off x="3303500" y="1069350"/>
            <a:ext cx="5295000" cy="325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1" name="Google Shape;601;p56"/>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602" name="Google Shape;602;p56"/>
          <p:cNvSpPr txBox="1"/>
          <p:nvPr>
            <p:ph idx="5"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603" name="Google Shape;603;p5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Masters/_rels/slideMaster1.xml.rels><?xml version="1.0" encoding="UTF-8"?><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5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0" spcFirstLastPara="1" rIns="0" wrap="square" tIns="91425">
            <a:noAutofit/>
          </a:bodyPr>
          <a:lstStyle>
            <a:lvl1pPr lvl="0">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1pPr>
            <a:lvl2pPr lvl="1">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2pPr>
            <a:lvl3pPr lvl="2">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3pPr>
            <a:lvl4pPr lvl="3">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4pPr>
            <a:lvl5pPr lvl="4">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5pPr>
            <a:lvl6pPr lvl="5">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6pPr>
            <a:lvl7pPr lvl="6">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7pPr>
            <a:lvl8pPr lvl="7">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8pPr>
            <a:lvl9pPr lvl="8">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rgbClr val="131313"/>
              </a:buClr>
              <a:buSzPts val="1800"/>
              <a:buFont typeface="Inter"/>
              <a:buChar char="●"/>
              <a:defRPr sz="1800">
                <a:solidFill>
                  <a:srgbClr val="131313"/>
                </a:solidFill>
                <a:latin typeface="Inter"/>
                <a:ea typeface="Inter"/>
                <a:cs typeface="Inter"/>
                <a:sym typeface="Inter"/>
              </a:defRPr>
            </a:lvl1pPr>
            <a:lvl2pPr indent="-317500" lvl="1" marL="9144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2pPr>
            <a:lvl3pPr indent="-317500" lvl="2" marL="13716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3pPr>
            <a:lvl4pPr indent="-317500" lvl="3" marL="18288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4pPr>
            <a:lvl5pPr indent="-317500" lvl="4" marL="22860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5pPr>
            <a:lvl6pPr indent="-317500" lvl="5" marL="27432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6pPr>
            <a:lvl7pPr indent="-317500" lvl="6" marL="32004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7pPr>
            <a:lvl8pPr indent="-317500" lvl="7" marL="36576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8pPr>
            <a:lvl9pPr indent="-317500" lvl="8" marL="4114800">
              <a:lnSpc>
                <a:spcPct val="115000"/>
              </a:lnSpc>
              <a:spcBef>
                <a:spcPts val="1600"/>
              </a:spcBef>
              <a:spcAft>
                <a:spcPts val="1600"/>
              </a:spcAft>
              <a:buClr>
                <a:srgbClr val="131313"/>
              </a:buClr>
              <a:buSzPts val="1400"/>
              <a:buFont typeface="Inter"/>
              <a:buChar char="■"/>
              <a:defRPr>
                <a:solidFill>
                  <a:srgbClr val="131313"/>
                </a:solidFill>
                <a:latin typeface="Inter"/>
                <a:ea typeface="Inter"/>
                <a:cs typeface="Inter"/>
                <a:sym typeface="Inter"/>
              </a:defRPr>
            </a:lvl9pPr>
          </a:lstStyle>
          <a:p/>
        </p:txBody>
      </p:sp>
      <p:sp>
        <p:nvSpPr>
          <p:cNvPr id="8" name="Google Shape;8;p1"/>
          <p:cNvSpPr txBox="1"/>
          <p:nvPr>
            <p:ph idx="12" type="sldNum"/>
          </p:nvPr>
        </p:nvSpPr>
        <p:spPr>
          <a:xfrm>
            <a:off x="8472450" y="4703625"/>
            <a:ext cx="548700" cy="264300"/>
          </a:xfrm>
          <a:prstGeom prst="rect">
            <a:avLst/>
          </a:prstGeom>
          <a:noFill/>
          <a:ln>
            <a:noFill/>
          </a:ln>
        </p:spPr>
        <p:txBody>
          <a:bodyPr anchorCtr="0" anchor="ctr" bIns="0" lIns="0" spcFirstLastPara="1" rIns="0" wrap="square" tIns="0">
            <a:noAutofit/>
          </a:bodyPr>
          <a:lstStyle>
            <a:lvl1pPr lvl="0" algn="r">
              <a:buNone/>
              <a:defRPr b="1" sz="600">
                <a:solidFill>
                  <a:schemeClr val="dk2"/>
                </a:solidFill>
                <a:latin typeface="Inter"/>
                <a:ea typeface="Inter"/>
                <a:cs typeface="Inter"/>
                <a:sym typeface="Inter"/>
              </a:defRPr>
            </a:lvl1pPr>
            <a:lvl2pPr lvl="1" algn="r">
              <a:buNone/>
              <a:defRPr b="1" sz="600">
                <a:solidFill>
                  <a:schemeClr val="dk2"/>
                </a:solidFill>
                <a:latin typeface="Inter"/>
                <a:ea typeface="Inter"/>
                <a:cs typeface="Inter"/>
                <a:sym typeface="Inter"/>
              </a:defRPr>
            </a:lvl2pPr>
            <a:lvl3pPr lvl="2" algn="r">
              <a:buNone/>
              <a:defRPr b="1" sz="600">
                <a:solidFill>
                  <a:schemeClr val="dk2"/>
                </a:solidFill>
                <a:latin typeface="Inter"/>
                <a:ea typeface="Inter"/>
                <a:cs typeface="Inter"/>
                <a:sym typeface="Inter"/>
              </a:defRPr>
            </a:lvl3pPr>
            <a:lvl4pPr lvl="3" algn="r">
              <a:buNone/>
              <a:defRPr b="1" sz="600">
                <a:solidFill>
                  <a:schemeClr val="dk2"/>
                </a:solidFill>
                <a:latin typeface="Inter"/>
                <a:ea typeface="Inter"/>
                <a:cs typeface="Inter"/>
                <a:sym typeface="Inter"/>
              </a:defRPr>
            </a:lvl4pPr>
            <a:lvl5pPr lvl="4" algn="r">
              <a:buNone/>
              <a:defRPr b="1" sz="600">
                <a:solidFill>
                  <a:schemeClr val="dk2"/>
                </a:solidFill>
                <a:latin typeface="Inter"/>
                <a:ea typeface="Inter"/>
                <a:cs typeface="Inter"/>
                <a:sym typeface="Inter"/>
              </a:defRPr>
            </a:lvl5pPr>
            <a:lvl6pPr lvl="5" algn="r">
              <a:buNone/>
              <a:defRPr b="1" sz="600">
                <a:solidFill>
                  <a:schemeClr val="dk2"/>
                </a:solidFill>
                <a:latin typeface="Inter"/>
                <a:ea typeface="Inter"/>
                <a:cs typeface="Inter"/>
                <a:sym typeface="Inter"/>
              </a:defRPr>
            </a:lvl6pPr>
            <a:lvl7pPr lvl="6" algn="r">
              <a:buNone/>
              <a:defRPr b="1" sz="600">
                <a:solidFill>
                  <a:schemeClr val="dk2"/>
                </a:solidFill>
                <a:latin typeface="Inter"/>
                <a:ea typeface="Inter"/>
                <a:cs typeface="Inter"/>
                <a:sym typeface="Inter"/>
              </a:defRPr>
            </a:lvl7pPr>
            <a:lvl8pPr lvl="7" algn="r">
              <a:buNone/>
              <a:defRPr b="1" sz="600">
                <a:solidFill>
                  <a:schemeClr val="dk2"/>
                </a:solidFill>
                <a:latin typeface="Inter"/>
                <a:ea typeface="Inter"/>
                <a:cs typeface="Inter"/>
                <a:sym typeface="Inter"/>
              </a:defRPr>
            </a:lvl8pPr>
            <a:lvl9pPr lvl="8"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6.xml.rels><?xml version="1.0" encoding="UTF-8"?><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4.xml"/><Relationship Id="rId3" Type="http://schemas.openxmlformats.org/officeDocument/2006/relationships/image" Target="../media/cc_context.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5.xml"/><Relationship Id="rId3" Type="http://schemas.openxmlformats.org/officeDocument/2006/relationships/image" Target="../media/image13.jpg"/></Relationships>
</file>

<file path=ppt/slides/_rels/slide16.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3.jpg"/></Relationships>
</file>

<file path=ppt/slides/_rels/slide17.xml.rels><?xml version="1.0" encoding="UTF-8"?><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7.xml"/><Relationship Id="rId3" Type="http://schemas.openxmlformats.org/officeDocument/2006/relationships/image" Target="../media/cc_flow.png"/></Relationships>
</file>

<file path=ppt/slides/_rels/slide47.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hyperlink" Target="mailto:Ainize@lin3s.com" TargetMode="External"/><Relationship Id="rId4" Type="http://schemas.openxmlformats.org/officeDocument/2006/relationships/hyperlink" Target="mailto:Paula@lin3s.com" TargetMode="External"/><Relationship Id="rId5" Type="http://schemas.openxmlformats.org/officeDocument/2006/relationships/hyperlink" Target="https://twitter.com/lin3s" TargetMode="External"/><Relationship Id="rId6" Type="http://schemas.openxmlformats.org/officeDocument/2006/relationships/hyperlink" Target="https://www.instagram.com/_lin3s_/" TargetMode="External"/><Relationship Id="rId7" Type="http://schemas.openxmlformats.org/officeDocument/2006/relationships/hyperlink" Target="https://www.facebook.com/lin3s" TargetMode="External"/></Relationships>
</file>

<file path=ppt/slides/_rels/slide48.xml.rels><?xml version="1.0" encoding="UTF-8"?><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3.jpg"/></Relationships>
</file>

<file path=ppt/slides/_rels/slide49.xml.rels><?xml version="1.0" encoding="UTF-8"?><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3.jpg"/></Relationships>
</file>

<file path=ppt/slides/_rels/slide50.xml.rels><?xml version="1.0" encoding="UTF-8"?><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3.jpg"/></Relationships>
</file>

<file path=ppt/slides/_rels/slide51.xml.rels><?xml version="1.0" encoding="UTF-8"?><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3.jpg"/></Relationships>
</file>

<file path=ppt/slides/_rels/slide52.xml.rels><?xml version="1.0" encoding="UTF-8"?><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3.jpg"/></Relationships>
</file>

<file path=ppt/slides/_rels/slide53.xml.rels><?xml version="1.0" encoding="UTF-8"?><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3.jpg"/></Relationships>
</file>

<file path=ppt/slides/_rels/slide54.xml.rels><?xml version="1.0" encoding="UTF-8"?><Relationships xmlns="http://schemas.openxmlformats.org/package/2006/relationships"><Relationship Id="rId1" Type="http://schemas.openxmlformats.org/officeDocument/2006/relationships/slideLayout" Target="../slideLayouts/slideLayout30.xml"/><Relationship Id="rId3" Type="http://schemas.openxmlformats.org/officeDocument/2006/relationships/image" Target="../media/image16.jpg"/></Relationships>
</file>

<file path=ppt/slides/_rels/slide55.xml.rels><?xml version="1.0" encoding="UTF-8"?><Relationships xmlns="http://schemas.openxmlformats.org/package/2006/relationships"><Relationship Id="rId1" Type="http://schemas.openxmlformats.org/officeDocument/2006/relationships/slideLayout" Target="../slideLayouts/slideLayout30.xml"/><Relationship Id="rId3" Type="http://schemas.openxmlformats.org/officeDocument/2006/relationships/image" Target="../media/cc_init.png"/></Relationships>
</file>

<file path=ppt/slides/_rels/slide56.xml.rels><?xml version="1.0" encoding="UTF-8"?><Relationships xmlns="http://schemas.openxmlformats.org/package/2006/relationships"><Relationship Id="rId1" Type="http://schemas.openxmlformats.org/officeDocument/2006/relationships/slideLayout" Target="../slideLayouts/slideLayout30.xml"/><Relationship Id="rId3" Type="http://schemas.openxmlformats.org/officeDocument/2006/relationships/image" Target="../media/cc_claude_md.png"/></Relationships>
</file>

<file path=ppt/slides/_rels/slide57.xml.rels><?xml version="1.0" encoding="UTF-8"?><Relationships xmlns="http://schemas.openxmlformats.org/package/2006/relationships"><Relationship Id="rId1" Type="http://schemas.openxmlformats.org/officeDocument/2006/relationships/slideLayout" Target="../slideLayouts/slideLayout30.xml"/><Relationship Id="rId3" Type="http://schemas.openxmlformats.org/officeDocument/2006/relationships/image" Target="../media/image16.jpg"/></Relationships>
</file>

<file path=ppt/slides/_rels/slide58.xml.rels><?xml version="1.0" encoding="UTF-8"?><Relationships xmlns="http://schemas.openxmlformats.org/package/2006/relationships"><Relationship Id="rId1" Type="http://schemas.openxmlformats.org/officeDocument/2006/relationships/slideLayout" Target="../slideLayouts/slideLayout30.xml"/><Relationship Id="rId3" Type="http://schemas.openxmlformats.org/officeDocument/2006/relationships/image" Target="../media/image13.jpg"/></Relationships>
</file>

<file path=ppt/slides/_rels/slide59.xml.rels><?xml version="1.0" encoding="UTF-8"?><Relationships xmlns="http://schemas.openxmlformats.org/package/2006/relationships"><Relationship Id="rId1" Type="http://schemas.openxmlformats.org/officeDocument/2006/relationships/slideLayout" Target="../slideLayouts/slideLayout30.xml"/><Relationship Id="rId3" Type="http://schemas.openxmlformats.org/officeDocument/2006/relationships/image" Target="../media/image13.jpg"/></Relationships>
</file>

<file path=ppt/slides/_rels/slide60.xml.rels><?xml version="1.0" encoding="UTF-8"?><Relationships xmlns="http://schemas.openxmlformats.org/package/2006/relationships"><Relationship Id="rId1" Type="http://schemas.openxmlformats.org/officeDocument/2006/relationships/slideLayout" Target="../slideLayouts/slideLayout30.xml"/><Relationship Id="rId3" Type="http://schemas.openxmlformats.org/officeDocument/2006/relationships/image" Target="../media/image13.jpg"/></Relationships>
</file>

<file path=ppt/slides/_rels/slide61.xml.rels><?xml version="1.0" encoding="UTF-8"?><Relationships xmlns="http://schemas.openxmlformats.org/package/2006/relationships"><Relationship Id="rId1" Type="http://schemas.openxmlformats.org/officeDocument/2006/relationships/slideLayout" Target="../slideLayouts/slideLayout23.xml"/></Relationships>
</file>

<file path=ppt/slides/_rels/slide62.xml.rels><?xml version="1.0" encoding="UTF-8"?><Relationships xmlns="http://schemas.openxmlformats.org/package/2006/relationships"><Relationship Id="rId1" Type="http://schemas.openxmlformats.org/officeDocument/2006/relationships/slideLayout" Target="../slideLayouts/slideLayout23.xml"/></Relationships>
</file>

<file path=ppt/slides/_rels/slide63.xml.rels><?xml version="1.0" encoding="UTF-8"?><Relationships xmlns="http://schemas.openxmlformats.org/package/2006/relationships"><Relationship Id="rId1" Type="http://schemas.openxmlformats.org/officeDocument/2006/relationships/slideLayout" Target="../slideLayouts/slideLayout30.xml"/><Relationship Id="rId3"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7" name="Shape 607"/>
        <p:cNvGrpSpPr/>
        <p:nvPr/>
      </p:nvGrpSpPr>
      <p:grpSpPr>
        <a:xfrm>
          <a:off x="0" y="0"/>
          <a:ext cx="0" cy="0"/>
          <a:chOff x="0" y="0"/>
          <a:chExt cx="0" cy="0"/>
        </a:xfrm>
      </p:grpSpPr>
      <p:sp>
        <p:nvSpPr>
          <p:cNvPr id="608" name="Google Shape;608;p57"/>
          <p:cNvSpPr txBox="1"/>
          <p:nvPr>
            <p:ph type="ctrTitle"/>
          </p:nvPr>
        </p:nvSpPr>
        <p:spPr>
          <a:xfrm>
            <a:off x="545450" y="1448400"/>
            <a:ext cx="59817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Claude Code</a:t>
            </a:r>
            <a:endParaRPr/>
          </a:p>
          <a:p>
            <a:pPr indent="0" lvl="0" marL="0" rtl="0" algn="l">
              <a:spcBef>
                <a:spcPts val="0"/>
              </a:spcBef>
              <a:spcAft>
                <a:spcPts val="0"/>
              </a:spcAft>
              <a:buNone/>
            </a:pPr>
            <a:r>
              <a:rPr lang="en"/>
              <a:t>Fundamentals</a:t>
            </a:r>
            <a:endParaRPr/>
          </a:p>
        </p:txBody>
      </p:sp>
      <p:sp>
        <p:nvSpPr>
          <p:cNvPr id="609" name="Google Shape;609;p57"/>
          <p:cNvSpPr txBox="1"/>
          <p:nvPr>
            <p:ph idx="1" type="subTitle"/>
          </p:nvPr>
        </p:nvSpPr>
        <p:spPr>
          <a:xfrm>
            <a:off x="4688725" y="525600"/>
            <a:ext cx="39099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Claude Code Guide</a:t>
            </a:r>
            <a:endParaRPr/>
          </a:p>
        </p:txBody>
      </p:sp>
      <p:sp>
        <p:nvSpPr>
          <p:cNvPr id="610" name="Google Shape;610;p57"/>
          <p:cNvSpPr txBox="1"/>
          <p:nvPr>
            <p:ph idx="2" type="subTitle"/>
          </p:nvPr>
        </p:nvSpPr>
        <p:spPr>
          <a:xfrm>
            <a:off x="4688725" y="4614750"/>
            <a:ext cx="39099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From First Install to GitHub Integration</a:t>
            </a:r>
            <a:endParaRPr/>
          </a:p>
        </p:txBody>
      </p:sp>
      <p:sp>
        <p:nvSpPr>
          <p:cNvPr id="611" name="Google Shape;611;p57"/>
          <p:cNvSpPr txBox="1"/>
          <p:nvPr>
            <p:ph idx="3" type="subTitle"/>
          </p:nvPr>
        </p:nvSpPr>
        <p:spPr>
          <a:xfrm>
            <a:off x="545450" y="4614750"/>
            <a:ext cx="39099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Tool Use, Context, MCP &amp; Custom Commands</a:t>
            </a:r>
            <a:endParaRPr/>
          </a:p>
        </p:txBody>
      </p:sp>
      <p:sp>
        <p:nvSpPr>
          <p:cNvPr id="612" name="Google Shape;612;p57"/>
          <p:cNvSpPr txBox="1"/>
          <p:nvPr>
            <p:ph idx="4" type="subTitle"/>
          </p:nvPr>
        </p:nvSpPr>
        <p:spPr>
          <a:xfrm>
            <a:off x="545450" y="1287900"/>
            <a:ext cx="3909900" cy="160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Seven Fundamentals for Daily Use</a:t>
            </a:r>
            <a:endParaRPr/>
          </a:p>
        </p:txBody>
      </p:sp>
      <p:sp>
        <p:nvSpPr>
          <p:cNvPr id="613" name="Google Shape;613;p57"/>
          <p:cNvSpPr txBox="1"/>
          <p:nvPr>
            <p:ph idx="5" type="subTitle"/>
          </p:nvPr>
        </p:nvSpPr>
        <p:spPr>
          <a:xfrm>
            <a:off x="545450" y="44542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Topics</a:t>
            </a:r>
            <a:endParaRPr/>
          </a:p>
        </p:txBody>
      </p:sp>
      <p:sp>
        <p:nvSpPr>
          <p:cNvPr id="614" name="Google Shape;614;p57"/>
          <p:cNvSpPr txBox="1"/>
          <p:nvPr>
            <p:ph idx="6" type="subTitle"/>
          </p:nvPr>
        </p:nvSpPr>
        <p:spPr>
          <a:xfrm>
            <a:off x="4688725" y="44542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62"/>
          <p:cNvSpPr txBox="1"/>
          <p:nvPr>
            <p:ph type="ctrTitle"/>
          </p:nvPr>
        </p:nvSpPr>
        <p:spPr>
          <a:xfrm>
            <a:off x="545450" y="368250"/>
            <a:ext cx="3200000" cy="837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4000"/>
              <a:t>Agenda</a:t>
            </a:r>
            <a:endParaRPr sz="4800"/>
          </a:p>
        </p:txBody>
      </p:sp>
      <p:sp>
        <p:nvSpPr>
          <p:cNvPr id="668" name="Google Shape;668;p62"/>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sp>
        <p:nvSpPr>
          <p:cNvPr id="669" name="Google Shape;669;p62"/>
          <p:cNvSpPr txBox="1"/>
          <p:nvPr>
            <p:ph idx="2" type="subTitle"/>
          </p:nvPr>
        </p:nvSpPr>
        <p:spPr>
          <a:xfrm>
            <a:off x="552900" y="1334614"/>
            <a:ext cx="2304300" cy="5520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Claude Code Fundamentals.</a:t>
            </a:r>
            <a:endParaRPr/>
          </a:p>
        </p:txBody>
      </p:sp>
      <p:sp>
        <p:nvSpPr>
          <p:cNvPr id="670" name="Google Shape;670;p62"/>
          <p:cNvSpPr txBox="1"/>
          <p:nvPr>
            <p:ph idx="3" type="body"/>
          </p:nvPr>
        </p:nvSpPr>
        <p:spPr>
          <a:xfrm>
            <a:off x="3998175" y="580950"/>
            <a:ext cx="1844700" cy="914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en" sz="1400"/>
              <a:t>1</a:t>
            </a:r>
            <a:br>
              <a:rPr lang="en"/>
            </a:br>
            <a:r>
              <a:rPr lang="en"/>
              <a:t>―</a:t>
            </a:r>
            <a:br>
              <a:rPr lang="en"/>
            </a:br>
            <a:r>
              <a:rPr lang="en" sz="1400"/>
              <a:t>What Is a Coding Assistant?</a:t>
            </a:r>
            <a:endParaRPr sz="1400"/>
          </a:p>
        </p:txBody>
      </p:sp>
      <p:sp>
        <p:nvSpPr>
          <p:cNvPr id="671" name="Google Shape;671;p62"/>
          <p:cNvSpPr txBox="1"/>
          <p:nvPr>
            <p:ph idx="4" type="body"/>
          </p:nvPr>
        </p:nvSpPr>
        <p:spPr>
          <a:xfrm>
            <a:off x="6757950" y="580950"/>
            <a:ext cx="1844700" cy="914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en" sz="1400"/>
              <a:t>2</a:t>
            </a:r>
            <a:br>
              <a:rPr lang="en" sz="1400"/>
            </a:br>
            <a:r>
              <a:rPr lang="en"/>
              <a:t>―</a:t>
            </a:r>
            <a:br>
              <a:rPr lang="en" sz="1400"/>
            </a:br>
            <a:r>
              <a:rPr lang="en" sz="1400"/>
              <a:t>Claude Code Setup</a:t>
            </a:r>
            <a:endParaRPr sz="1400"/>
          </a:p>
        </p:txBody>
      </p:sp>
      <p:sp>
        <p:nvSpPr>
          <p:cNvPr id="672" name="Google Shape;672;p62"/>
          <p:cNvSpPr txBox="1"/>
          <p:nvPr>
            <p:ph idx="5" type="body"/>
          </p:nvPr>
        </p:nvSpPr>
        <p:spPr>
          <a:xfrm>
            <a:off x="3998175" y="1708050"/>
            <a:ext cx="1844700" cy="914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en" sz="1400"/>
              <a:t>3</a:t>
            </a:r>
            <a:br>
              <a:rPr lang="en" sz="1400"/>
            </a:br>
            <a:r>
              <a:rPr lang="en"/>
              <a:t>―</a:t>
            </a:r>
            <a:br>
              <a:rPr lang="en" sz="1400"/>
            </a:br>
            <a:r>
              <a:rPr lang="en" sz="1400"/>
              <a:t>Adding Context</a:t>
            </a:r>
            <a:endParaRPr sz="1400"/>
          </a:p>
        </p:txBody>
      </p:sp>
      <p:sp>
        <p:nvSpPr>
          <p:cNvPr id="673" name="Google Shape;673;p62"/>
          <p:cNvSpPr txBox="1"/>
          <p:nvPr>
            <p:ph idx="6" type="body"/>
          </p:nvPr>
        </p:nvSpPr>
        <p:spPr>
          <a:xfrm>
            <a:off x="6757950" y="1708050"/>
            <a:ext cx="1844700" cy="914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en" sz="1400"/>
              <a:t>4</a:t>
            </a:r>
            <a:br>
              <a:rPr lang="en" sz="1400"/>
            </a:br>
            <a:r>
              <a:rPr lang="en"/>
              <a:t>―</a:t>
            </a:r>
            <a:br>
              <a:rPr lang="en" sz="1400"/>
            </a:br>
            <a:r>
              <a:rPr lang="en" sz="1400"/>
              <a:t xml:space="preserve">Controlling </a:t>
            </a:r>
            <a:br>
              <a:rPr lang="en" sz="1400"/>
            </a:br>
            <a:r>
              <a:rPr lang="en" sz="1400"/>
              <a:t>Context</a:t>
            </a:r>
            <a:endParaRPr sz="1400"/>
          </a:p>
        </p:txBody>
      </p:sp>
      <p:sp>
        <p:nvSpPr>
          <p:cNvPr id="674" name="Google Shape;674;p62"/>
          <p:cNvSpPr txBox="1"/>
          <p:nvPr>
            <p:ph idx="7" type="body"/>
          </p:nvPr>
        </p:nvSpPr>
        <p:spPr>
          <a:xfrm>
            <a:off x="3998175" y="2842050"/>
            <a:ext cx="1844700" cy="914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en" sz="1400"/>
              <a:t>5</a:t>
            </a:r>
            <a:br>
              <a:rPr lang="en" sz="1400"/>
            </a:br>
            <a:r>
              <a:rPr lang="en"/>
              <a:t>―</a:t>
            </a:r>
            <a:br>
              <a:rPr lang="en" sz="1400"/>
            </a:br>
            <a:r>
              <a:rPr lang="en" sz="1400"/>
              <a:t>Custom Commands &amp; MCP Servers</a:t>
            </a:r>
            <a:endParaRPr sz="1400"/>
          </a:p>
        </p:txBody>
      </p:sp>
      <p:sp>
        <p:nvSpPr>
          <p:cNvPr id="675" name="Google Shape;675;p62"/>
          <p:cNvSpPr txBox="1"/>
          <p:nvPr>
            <p:ph idx="8" type="body"/>
          </p:nvPr>
        </p:nvSpPr>
        <p:spPr>
          <a:xfrm>
            <a:off x="6757950" y="2842050"/>
            <a:ext cx="1844700" cy="914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en" sz="1400"/>
              <a:t>6</a:t>
            </a:r>
            <a:br>
              <a:rPr lang="en" sz="1400"/>
            </a:br>
            <a:r>
              <a:rPr lang="en"/>
              <a:t>―</a:t>
            </a:r>
            <a:br>
              <a:rPr lang="en" sz="1400"/>
            </a:br>
            <a:r>
              <a:rPr lang="en" sz="1400"/>
              <a:t>GitHub Integration</a:t>
            </a:r>
            <a:br>
              <a:rPr lang="en" sz="1400"/>
            </a:br>
            <a:r>
              <a:rPr lang="en" sz="1400"/>
              <a:t/>
            </a:r>
            <a:endParaRPr sz="1400"/>
          </a:p>
        </p:txBody>
      </p:sp>
      <p:sp>
        <p:nvSpPr>
          <p:cNvPr id="676" name="Google Shape;676;p62"/>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66"/>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Language models alone can’t read your files.</a:t>
            </a:r>
            <a:endParaRPr/>
          </a:p>
        </p:txBody>
      </p:sp>
      <p:sp>
        <p:nvSpPr>
          <p:cNvPr id="707" name="Google Shape;707;p6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9101" name="problem"/>
          <p:cNvSpPr txBox="1"/>
          <p:nvPr/>
        </p:nvSpPr>
        <p:spPr>
          <a:xfrm>
            <a:off x="545450" y="1300000"/>
            <a:ext cx="3700000" cy="2900000"/>
          </a:xfrm>
          <a:prstGeom prst="rect">
            <a:avLst/>
          </a:prstGeom>
          <a:solidFill>
            <a:srgbClr val="F4F4F4"/>
          </a:solidFill>
          <a:ln>
            <a:noFill/>
          </a:ln>
        </p:spPr>
        <p:txBody>
          <a:bodyPr anchorCtr="0" anchor="t" bIns="280000" lIns="280000" spcFirstLastPara="1" rIns="280000" wrap="square" tIns="280000">
            <a:noAutofit/>
          </a:bodyPr>
          <a:lstStyle/>
          <a:p>
            <a:pPr indent="0" lvl="0" marL="0" rtl="0" algn="l">
              <a:spcBef>
                <a:spcPts val="0"/>
              </a:spcBef>
              <a:spcAft>
                <a:spcPts val="600"/>
              </a:spcAft>
              <a:buNone/>
            </a:pPr>
            <a:r>
              <a:rPr lang="en" sz="2400" b="1"/>
              <a:t>The Problem</a:t>
            </a:r>
          </a:p>
          <a:p>
            <a:pPr indent="0" lvl="0" marL="0" rtl="0" algn="l">
              <a:spcBef>
                <a:spcPts val="0"/>
              </a:spcBef>
              <a:spcAft>
                <a:spcPts val="600"/>
              </a:spcAft>
              <a:buNone/>
            </a:pPr>
            <a:r>
              <a:rPr lang="en" sz="1200"/>
              <a:t>Language models only process text and return text. Ask one to read a file directly and it’ll tell you it can’t.</a:t>
            </a:r>
          </a:p>
          <a:p>
            <a:pPr indent="0" lvl="0" marL="0" rtl="0" algn="l">
              <a:spcBef>
                <a:spcPts val="0"/>
              </a:spcBef>
              <a:spcAft>
                <a:spcPts val="0"/>
              </a:spcAft>
              <a:buNone/>
            </a:pPr>
            <a:r>
              <a:rPr lang="en" sz="1200" i="1"/>
              <a:t>So how does the assistant actually open your code?</a:t>
            </a:r>
          </a:p>
        </p:txBody>
      </p:sp>
      <p:sp>
        <p:nvSpPr>
          <p:cNvPr id="9102" name="solution"/>
          <p:cNvSpPr txBox="1"/>
          <p:nvPr/>
        </p:nvSpPr>
        <p:spPr>
          <a:xfrm>
            <a:off x="4898550" y="1300000"/>
            <a:ext cx="3700000" cy="2900000"/>
          </a:xfrm>
          <a:prstGeom prst="rect">
            <a:avLst/>
          </a:prstGeom>
          <a:solidFill>
            <a:srgbClr val="1A1A1A"/>
          </a:solidFill>
          <a:ln>
            <a:noFill/>
          </a:ln>
        </p:spPr>
        <p:txBody>
          <a:bodyPr anchorCtr="0" anchor="t" bIns="280000" lIns="280000" spcFirstLastPara="1" rIns="280000" wrap="square" tIns="280000">
            <a:noAutofit/>
          </a:bodyPr>
          <a:lstStyle/>
          <a:p>
            <a:pPr indent="0" lvl="0" marL="0" rtl="0" algn="l">
              <a:spcBef>
                <a:spcPts val="0"/>
              </a:spcBef>
              <a:spcAft>
                <a:spcPts val="600"/>
              </a:spcAft>
              <a:buNone/>
            </a:pPr>
            <a:r>
              <a:rPr lang="en" sz="2400" b="1">
                <a:solidFill>
                  <a:srgbClr val="FFFFFF"/>
                </a:solidFill>
              </a:rPr>
              <a:t>The Solution: Tool Use</a:t>
            </a:r>
          </a:p>
          <a:p>
            <a:pPr indent="0" lvl="0" marL="0" rtl="0" algn="l">
              <a:spcBef>
                <a:spcPts val="0"/>
              </a:spcBef>
              <a:spcAft>
                <a:spcPts val="600"/>
              </a:spcAft>
              <a:buNone/>
            </a:pPr>
            <a:r>
              <a:rPr lang="en" sz="1200">
                <a:solidFill>
                  <a:srgbClr val="FFFFFF"/>
                </a:solidFill>
              </a:rPr>
              <a:t>The assistant adds tool instructions to every request. The model emits a structured request like “ReadFile: main.go”.</a:t>
            </a:r>
          </a:p>
          <a:p>
            <a:pPr indent="0" lvl="0" marL="0" rtl="0" algn="l">
              <a:spcBef>
                <a:spcPts val="0"/>
              </a:spcBef>
              <a:spcAft>
                <a:spcPts val="0"/>
              </a:spcAft>
              <a:buNone/>
            </a:pPr>
            <a:r>
              <a:rPr lang="en" sz="1200" i="1">
                <a:solidFill>
                  <a:srgbClr val="FFFFFF"/>
                </a:solidFill>
              </a:rPr>
              <a:t>The assistant runs the action, returns the result, and the loop continues.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67"/>
          <p:cNvSpPr txBox="1"/>
          <p:nvPr>
            <p:ph idx="1" type="body"/>
          </p:nvPr>
        </p:nvSpPr>
        <p:spPr>
          <a:xfrm>
            <a:off x="545450"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Tackles harder tasks</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Claude can combine different tools to handle complex work — and will use tools it hasn’t seen before.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Strong tool use means the assistant adapts to new APIs, libraries, and frameworks without needing to be retrained on them.</a:t>
            </a:r>
            <a:endParaRPr/>
          </a:p>
        </p:txBody>
      </p:sp>
      <p:sp>
        <p:nvSpPr>
          <p:cNvPr id="714" name="Google Shape;714;p67"/>
          <p:cNvSpPr txBox="1"/>
          <p:nvPr>
            <p:ph idx="2" type="body"/>
          </p:nvPr>
        </p:nvSpPr>
        <p:spPr>
          <a:xfrm>
            <a:off x="3303418"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Extensible platform</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You can easily add new tools to Claude Code, and Claude will adapt to use them as your workflow evolves.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same model handles file editing, web search, shell commands, and any custom MCP server you connect, all from the same interface.</a:t>
            </a:r>
            <a:endParaRPr/>
          </a:p>
        </p:txBody>
      </p:sp>
      <p:sp>
        <p:nvSpPr>
          <p:cNvPr id="715" name="Google Shape;715;p67"/>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Why Claude’s Tool Use Matters</a:t>
            </a:r>
            <a:endParaRPr/>
          </a:p>
        </p:txBody>
      </p:sp>
      <p:sp>
        <p:nvSpPr>
          <p:cNvPr id="716" name="Google Shape;716;p67"/>
          <p:cNvSpPr txBox="1"/>
          <p:nvPr>
            <p:ph idx="4"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sp>
        <p:nvSpPr>
          <p:cNvPr id="717" name="Google Shape;717;p67"/>
          <p:cNvSpPr txBox="1"/>
          <p:nvPr>
            <p:ph idx="3" type="body"/>
          </p:nvPr>
        </p:nvSpPr>
        <p:spPr>
          <a:xfrm>
            <a:off x="6061399"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Better security</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Claude Code can navigate codebases without requiring indexing, which often means not sending your entire codebase to external servers.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Local-first tool use also gives you tighter control over which files and secrets ever leave your machine.</a:t>
            </a:r>
            <a:endParaRPr/>
          </a:p>
        </p:txBody>
      </p:sp>
      <p:sp>
        <p:nvSpPr>
          <p:cNvPr id="718" name="Google Shape;718;p6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70"/>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What Is a Coding Assistant?</a:t>
            </a:r>
            <a:endParaRPr/>
          </a:p>
        </p:txBody>
      </p:sp>
      <p:sp>
        <p:nvSpPr>
          <p:cNvPr id="741" name="Google Shape;741;p70"/>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sp>
        <p:nvSpPr>
          <p:cNvPr id="742" name="Google Shape;742;p70"/>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More Than a Tool That Writes Code</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A coding assistant is a sophisticated system that uses language models to tackle complex programming tasks. Understanding how it works behind the scenes reveals what makes a truly powerful coding companion.</a:t>
            </a:r>
            <a:endParaRPr/>
          </a:p>
          <a:p>
            <a:pPr indent="0" lvl="0" marL="0" rtl="0" algn="l">
              <a:spcBef>
                <a:spcPts val="0"/>
              </a:spcBef>
              <a:spcAft>
                <a:spcPts val="0"/>
              </a:spcAft>
              <a:buNone/>
            </a:pPr>
            <a:r>
              <a:rPr lang="en"/>
              <a:t>When you give it a task — like fixing a bug from an error message — it follows a process similar to how a human developer would: gather context, formulate a plan, then take action.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743" name="Google Shape;743;p70"/>
          <p:cNvPicPr preferRelativeResize="0"/>
          <p:nvPr/>
        </p:nvPicPr>
        <p:blipFill rotWithShape="1">
          <a:blip r:embed="rId3">
            <a:alphaModFix/>
          </a:blip>
          <a:stretch/>
        </p:blipFill>
        <p:spPr>
          <a:xfrm>
            <a:off x="4688750" y="1602138"/>
            <a:ext cx="3909905" cy="219932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71"/>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File Mentions with @</a:t>
            </a:r>
            <a:endParaRPr/>
          </a:p>
        </p:txBody>
      </p:sp>
      <p:sp>
        <p:nvSpPr>
          <p:cNvPr id="749" name="Google Shape;749;p71"/>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sp>
        <p:nvSpPr>
          <p:cNvPr id="750" name="Google Shape;750;p71"/>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When you need Claude to look at a specific file, type @ followed by the path. Claude shows you matching files and includes the one you pick in the conversation.</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rPr b="1" lang="en" sz="1200"/>
              <a:t>You can use the same @ syntax inside CLAUDE.md. Referenced files are pulled in automatically with every request, so Claude can answer questions about them without searching.</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t/>
            </a:r>
            <a:endParaRPr b="1" sz="1200"/>
          </a:p>
        </p:txBody>
      </p:sp>
      <p:sp>
        <p:nvSpPr>
          <p:cNvPr id="751" name="Google Shape;751;p7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9001" name="code"/>
          <p:cNvSpPr txBox="1"/>
          <p:nvPr/>
        </p:nvSpPr>
        <p:spPr>
          <a:xfrm>
            <a:off x="4688750" y="1068400"/>
            <a:ext cx="3909900" cy="3260448"/>
          </a:xfrm>
          <a:prstGeom prst="rect">
            <a:avLst/>
          </a:prstGeom>
          <a:solidFill>
            <a:srgbClr val="F4F4F4"/>
          </a:solidFill>
          <a:ln>
            <a:noFill/>
          </a:ln>
        </p:spPr>
        <p:txBody>
          <a:bodyPr anchorCtr="0" anchor="t" bIns="200000" lIns="200000" spcFirstLastPara="1" rIns="200000" wrap="square" tIns="200000">
            <a:noAutofit/>
          </a:bodyPr>
          <a:lstStyle/>
          <a:p>
            <a:pPr indent="0" lvl="0" marL="0" rtl="0" algn="l">
              <a:spcBef>
                <a:spcPts val="0"/>
              </a:spcBef>
              <a:spcAft>
                <a:spcPts val="0"/>
              </a:spcAft>
              <a:buNone/>
            </a:pPr>
            <a:r>
              <a:rPr lang="en" sz="900" b="1"/>
              <a:t>In a Claude Code prompt</a:t>
            </a:r>
          </a:p>
          <a:p>
            <a:pPr indent="0" lvl="0" marL="0" rtl="0" algn="l">
              <a:spcBef>
                <a:spcPts val="0"/>
              </a:spcBef>
              <a:spcAft>
                <a:spcPts val="0"/>
              </a:spcAft>
              <a:buNone/>
            </a:pPr>
            <a:r>
              <a:rPr lang="en" sz="900">
                <a:latin typeface="Courier New"/>
              </a:rPr>
              <a:t>How does the auth system</a:t>
            </a:r>
          </a:p>
          <a:p>
            <a:pPr indent="0" lvl="0" marL="0" rtl="0" algn="l">
              <a:spcBef>
                <a:spcPts val="0"/>
              </a:spcBef>
              <a:spcAft>
                <a:spcPts val="0"/>
              </a:spcAft>
              <a:buNone/>
            </a:pPr>
            <a:r>
              <a:rPr lang="en" sz="900">
                <a:latin typeface="Courier New"/>
              </a:rPr>
              <a:t xml:space="preserve"> work? @auth</a:t>
            </a:r>
          </a:p>
          <a:p>
            <a:pPr indent="0" lvl="0" marL="0" rtl="0" algn="l">
              <a:spcBef>
                <a:spcPts val="0"/>
              </a:spcBef>
              <a:spcAft>
                <a:spcPts val="0"/>
              </a:spcAft>
              <a:buNone/>
            </a:pPr>
            <a:r>
              <a:rPr lang="en" sz="900">
                <a:latin typeface="Courier New"/>
              </a:rPr>
              <a:t/>
            </a:r>
          </a:p>
          <a:p>
            <a:pPr indent="0" lvl="0" marL="0" rtl="0" algn="l">
              <a:spcBef>
                <a:spcPts val="0"/>
              </a:spcBef>
              <a:spcAft>
                <a:spcPts val="0"/>
              </a:spcAft>
              <a:buNone/>
            </a:pPr>
            <a:r>
              <a:rPr lang="en" sz="900" b="1"/>
              <a:t>Inside your CLAUDE.md</a:t>
            </a:r>
          </a:p>
          <a:p>
            <a:pPr indent="0" lvl="0" marL="0" rtl="0" algn="l">
              <a:spcBef>
                <a:spcPts val="0"/>
              </a:spcBef>
              <a:spcAft>
                <a:spcPts val="0"/>
              </a:spcAft>
              <a:buNone/>
            </a:pPr>
            <a:r>
              <a:rPr lang="en" sz="900">
                <a:latin typeface="Courier New"/>
              </a:rPr>
              <a:t>The database schema is</a:t>
            </a:r>
          </a:p>
          <a:p>
            <a:pPr indent="0" lvl="0" marL="0" rtl="0" algn="l">
              <a:spcBef>
                <a:spcPts val="0"/>
              </a:spcBef>
              <a:spcAft>
                <a:spcPts val="0"/>
              </a:spcAft>
              <a:buNone/>
            </a:pPr>
            <a:r>
              <a:rPr lang="en" sz="900">
                <a:latin typeface="Courier New"/>
              </a:rPr>
              <a:t>defined in</a:t>
            </a:r>
          </a:p>
          <a:p>
            <a:pPr indent="0" lvl="0" marL="0" rtl="0" algn="l">
              <a:spcBef>
                <a:spcPts val="0"/>
              </a:spcBef>
              <a:spcAft>
                <a:spcPts val="0"/>
              </a:spcAft>
              <a:buNone/>
            </a:pPr>
            <a:r>
              <a:rPr lang="en" sz="900">
                <a:latin typeface="Courier New"/>
              </a:rPr>
              <a:t xml:space="preserve"> @prisma/schema.prisma.</a:t>
            </a:r>
          </a:p>
          <a:p>
            <a:pPr indent="0" lvl="0" marL="0" rtl="0" algn="l">
              <a:spcBef>
                <a:spcPts val="0"/>
              </a:spcBef>
              <a:spcAft>
                <a:spcPts val="0"/>
              </a:spcAft>
              <a:buNone/>
            </a:pPr>
            <a:r>
              <a:rPr lang="en" sz="900">
                <a:latin typeface="Courier New"/>
              </a:rPr>
              <a:t>Reference it anytime you</a:t>
            </a:r>
          </a:p>
          <a:p>
            <a:pPr indent="0" lvl="0" marL="0" rtl="0" algn="l">
              <a:spcBef>
                <a:spcPts val="0"/>
              </a:spcBef>
              <a:spcAft>
                <a:spcPts val="0"/>
              </a:spcAft>
              <a:buNone/>
            </a:pPr>
            <a:r>
              <a:rPr lang="en" sz="900">
                <a:latin typeface="Courier New"/>
              </a:rPr>
              <a:t>need to understand the</a:t>
            </a:r>
          </a:p>
          <a:p>
            <a:pPr indent="0" lvl="0" marL="0" rtl="0" algn="l">
              <a:spcBef>
                <a:spcPts val="0"/>
              </a:spcBef>
              <a:spcAft>
                <a:spcPts val="0"/>
              </a:spcAft>
              <a:buNone/>
            </a:pPr>
            <a:r>
              <a:rPr lang="en" sz="900">
                <a:latin typeface="Courier New"/>
              </a:rPr>
              <a:t>structure of stored data.</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2"/>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What Is a Coding Assistant?</a:t>
            </a:r>
            <a:endParaRPr/>
          </a:p>
        </p:txBody>
      </p:sp>
      <p:sp>
        <p:nvSpPr>
          <p:cNvPr id="758" name="Google Shape;758;p72"/>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01 ― 07</a:t>
            </a:r>
            <a:endParaRPr/>
          </a:p>
        </p:txBody>
      </p:sp>
      <p:sp>
        <p:nvSpPr>
          <p:cNvPr id="759" name="Google Shape;759;p72"/>
          <p:cNvSpPr txBox="1"/>
          <p:nvPr>
            <p:ph idx="2" type="subTitle"/>
          </p:nvPr>
        </p:nvSpPr>
        <p:spPr>
          <a:xfrm>
            <a:off x="4688725"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pic>
        <p:nvPicPr>
          <p:cNvPr id="760" name="Google Shape;760;p72"/>
          <p:cNvPicPr preferRelativeResize="0"/>
          <p:nvPr/>
        </p:nvPicPr>
        <p:blipFill rotWithShape="1">
          <a:blip r:embed="rId3">
            <a:alphaModFix/>
          </a:blip>
          <a:srcRect b="3832" l="0" r="0" t="3832"/>
          <a:stretch/>
        </p:blipFill>
        <p:spPr>
          <a:xfrm>
            <a:off x="0" y="0"/>
            <a:ext cx="4456455" cy="514350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73"/>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How Coding Assistants Work</a:t>
            </a:r>
            <a:endParaRPr/>
          </a:p>
        </p:txBody>
      </p:sp>
      <p:sp>
        <p:nvSpPr>
          <p:cNvPr id="766" name="Google Shape;766;p73"/>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767" name="Google Shape;767;p73"/>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sp>
        <p:nvSpPr>
          <p:cNvPr id="768" name="Google Shape;768;p73"/>
          <p:cNvSpPr txBox="1"/>
          <p:nvPr>
            <p:ph idx="2" type="body"/>
          </p:nvPr>
        </p:nvSpPr>
        <p:spPr>
          <a:xfrm>
            <a:off x="545450" y="1217900"/>
            <a:ext cx="2537100" cy="2874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A Three-Step Loop, Powered by Tools</a:t>
            </a:r>
            <a:endParaRPr/>
          </a:p>
          <a:p>
            <a:pPr indent="0" lvl="0" marL="0" rtl="0" algn="l">
              <a:spcBef>
                <a:spcPts val="0"/>
              </a:spcBef>
              <a:spcAft>
                <a:spcPts val="0"/>
              </a:spcAft>
              <a:buNone/>
            </a:pPr>
            <a:br>
              <a:rPr lang="en"/>
            </a:br>
            <a:r>
              <a:rPr lang="en"/>
              <a:t>The assistant follows the same loop a human developer would: Gather context (which files matter, what the error refers to), Formulate a plan (decide how to fix it and how to verify), and Take action (edit files, run commands, iterate).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first and last steps require interacting with the outside world. Most coding assistants use remotely hosted language models. Claude Code uses the Claude series of models hosted at Anthropic, AWS, or Google Cloud.</a:t>
            </a:r>
            <a:endParaRPr/>
          </a:p>
          <a:p>
            <a:pPr indent="0" lvl="0" marL="0" rtl="0" algn="l">
              <a:spcBef>
                <a:spcPts val="0"/>
              </a:spcBef>
              <a:spcAft>
                <a:spcPts val="0"/>
              </a:spcAft>
              <a:buNone/>
            </a:pPr>
            <a:r>
              <a:t/>
            </a:r>
            <a:endParaRPr/>
          </a:p>
        </p:txBody>
      </p:sp>
      <p:pic>
        <p:nvPicPr>
          <p:cNvPr id="769" name="Google Shape;769;p73"/>
          <p:cNvPicPr preferRelativeResize="0"/>
          <p:nvPr/>
        </p:nvPicPr>
        <p:blipFill rotWithShape="1">
          <a:blip r:embed="rId3">
            <a:alphaModFix/>
          </a:blip>
          <a:stretch/>
        </p:blipFill>
        <p:spPr>
          <a:xfrm>
            <a:off x="3303500" y="1212567"/>
            <a:ext cx="5295050" cy="297846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103"/>
          <p:cNvSpPr txBox="1"/>
          <p:nvPr>
            <p:ph idx="1" type="body"/>
          </p:nvPr>
        </p:nvSpPr>
        <p:spPr>
          <a:xfrm>
            <a:off x="6760350" y="1526688"/>
            <a:ext cx="1838100" cy="234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Get started:</a:t>
            </a:r>
            <a:endParaRPr/>
          </a:p>
          <a:p>
            <a:pPr indent="0" lvl="0" marL="0" rtl="0" algn="l">
              <a:spcBef>
                <a:spcPts val="1000"/>
              </a:spcBef>
              <a:spcAft>
                <a:spcPts val="0"/>
              </a:spcAft>
              <a:buNone/>
            </a:pPr>
            <a:r>
              <a:rPr b="1" lang="en" u="sng">
                <a:solidFill>
                  <a:schemeClr val="lt1"/>
                </a:solidFill>
                <a:hlinkClick r:id="rId3">
                  <a:extLst>
                    <a:ext uri="{A12FA001-AC4F-418D-AE19-62706E023703}">
                      <ahyp:hlinkClr val="tx"/>
                    </a:ext>
                  </a:extLst>
                </a:hlinkClick>
              </a:rPr>
              <a:t>code.claude.com/docs</a:t>
            </a:r>
            <a:br>
              <a:rPr lang="en">
                <a:solidFill>
                  <a:schemeClr val="lt1"/>
                </a:solidFill>
              </a:rPr>
            </a:br>
            <a:br>
              <a:rPr lang="en">
                <a:solidFill>
                  <a:schemeClr val="lt1"/>
                </a:solidFill>
              </a:rPr>
            </a:br>
            <a:r>
              <a:rPr b="1" lang="en" u="sng">
                <a:solidFill>
                  <a:schemeClr val="lt1"/>
                </a:solidFill>
                <a:hlinkClick r:id="rId4">
                  <a:extLst>
                    <a:ext uri="{A12FA001-AC4F-418D-AE19-62706E023703}">
                      <ahyp:hlinkClr val="tx"/>
                    </a:ext>
                  </a:extLst>
                </a:hlinkClick>
              </a:rPr>
              <a:t>claude.ai/install.sh</a:t>
            </a:r>
            <a:endParaRPr b="1">
              <a:solidFill>
                <a:schemeClr val="lt1"/>
              </a:solidFill>
            </a:endParaRPr>
          </a:p>
          <a:p>
            <a:pPr indent="0" lvl="0" marL="0" rtl="0" algn="l">
              <a:spcBef>
                <a:spcPts val="1000"/>
              </a:spcBef>
              <a:spcAft>
                <a:spcPts val="0"/>
              </a:spcAft>
              <a:buNone/>
            </a:pPr>
            <a:r>
              <a:t/>
            </a:r>
            <a:endParaRPr b="1"/>
          </a:p>
          <a:p>
            <a:pPr indent="0" lvl="0" marL="0" rtl="0" algn="l">
              <a:spcBef>
                <a:spcPts val="1000"/>
              </a:spcBef>
              <a:spcAft>
                <a:spcPts val="0"/>
              </a:spcAft>
              <a:buNone/>
            </a:pPr>
            <a:r>
              <a:rPr lang="en"/>
              <a:t>Learn more:</a:t>
            </a:r>
            <a:endParaRPr/>
          </a:p>
          <a:p>
            <a:pPr indent="0" lvl="0" marL="0" marR="91440" rtl="0" algn="l">
              <a:spcBef>
                <a:spcPts val="1000"/>
              </a:spcBef>
              <a:spcAft>
                <a:spcPts val="0"/>
              </a:spcAft>
              <a:buNone/>
            </a:pPr>
            <a:r>
              <a:rPr b="1" lang="en" u="sng">
                <a:solidFill>
                  <a:schemeClr val="lt1"/>
                </a:solidFill>
                <a:hlinkClick r:id="rId5">
                  <a:extLst>
                    <a:ext uri="{A12FA001-AC4F-418D-AE19-62706E023703}">
                      <ahyp:hlinkClr val="tx"/>
                    </a:ext>
                  </a:extLst>
                </a:hlinkClick>
              </a:rPr>
              <a:t>MCP server registry</a:t>
            </a:r>
            <a:br>
              <a:rPr b="1" lang="en" u="sng">
                <a:solidFill>
                  <a:schemeClr val="lt1"/>
                </a:solidFill>
              </a:rPr>
            </a:br>
            <a:br>
              <a:rPr b="1" lang="en" u="sng">
                <a:solidFill>
                  <a:schemeClr val="lt1"/>
                </a:solidFill>
              </a:rPr>
            </a:br>
            <a:r>
              <a:rPr b="1" lang="en" u="sng">
                <a:solidFill>
                  <a:schemeClr val="lt1"/>
                </a:solidFill>
                <a:hlinkClick r:id="rId6">
                  <a:extLst>
                    <a:ext uri="{A12FA001-AC4F-418D-AE19-62706E023703}">
                      <ahyp:hlinkClr val="tx"/>
                    </a:ext>
                  </a:extLst>
                </a:hlinkClick>
              </a:rPr>
              <a:t>Custom commands guide</a:t>
            </a:r>
            <a:br>
              <a:rPr b="1" lang="en" u="sng">
                <a:solidFill>
                  <a:schemeClr val="lt1"/>
                </a:solidFill>
              </a:rPr>
            </a:br>
            <a:br>
              <a:rPr b="1" lang="en" u="sng">
                <a:solidFill>
                  <a:schemeClr val="lt1"/>
                </a:solidFill>
              </a:rPr>
            </a:br>
            <a:r>
              <a:rPr b="1" lang="en" u="sng">
                <a:solidFill>
                  <a:schemeClr val="lt1"/>
                </a:solidFill>
                <a:hlinkClick r:id="rId7">
                  <a:extLst>
                    <a:ext uri="{A12FA001-AC4F-418D-AE19-62706E023703}">
                      <ahyp:hlinkClr val="tx"/>
                    </a:ext>
                  </a:extLst>
                </a:hlinkClick>
              </a:rPr>
              <a:t>GitHub integration</a:t>
            </a:r>
            <a:endParaRPr b="1" u="sng">
              <a:solidFill>
                <a:schemeClr val="lt1"/>
              </a:solidFill>
            </a:endParaRPr>
          </a:p>
          <a:p>
            <a:pPr indent="0" lvl="0" marL="0" rtl="0" algn="l">
              <a:spcBef>
                <a:spcPts val="1000"/>
              </a:spcBef>
              <a:spcAft>
                <a:spcPts val="0"/>
              </a:spcAft>
              <a:buNone/>
            </a:pPr>
            <a:r>
              <a:t/>
            </a:r>
            <a:endParaRPr b="1"/>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049" name="Google Shape;1049;p103"/>
          <p:cNvSpPr txBox="1"/>
          <p:nvPr>
            <p:ph type="ctrTitle"/>
          </p:nvPr>
        </p:nvSpPr>
        <p:spPr>
          <a:xfrm>
            <a:off x="545450" y="1448400"/>
            <a:ext cx="52953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Thank You</a:t>
            </a:r>
            <a:endParaRPr/>
          </a:p>
          <a:p>
            <a:pPr indent="0" lvl="0" marL="0" rtl="0" algn="l">
              <a:spcBef>
                <a:spcPts val="0"/>
              </a:spcBef>
              <a:spcAft>
                <a:spcPts val="0"/>
              </a:spcAft>
              <a:buNone/>
            </a:pPr>
            <a:r>
              <a:rPr lang="en"/>
              <a:t>For Watching</a:t>
            </a:r>
            <a:endParaRPr/>
          </a:p>
        </p:txBody>
      </p:sp>
      <p:sp>
        <p:nvSpPr>
          <p:cNvPr id="1050" name="Google Shape;1050;p103"/>
          <p:cNvSpPr txBox="1"/>
          <p:nvPr>
            <p:ph idx="2" type="subTitle"/>
          </p:nvPr>
        </p:nvSpPr>
        <p:spPr>
          <a:xfrm>
            <a:off x="4688725" y="525600"/>
            <a:ext cx="39099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Claude Code Guide</a:t>
            </a:r>
            <a:endParaRPr/>
          </a:p>
        </p:txBody>
      </p:sp>
      <p:sp>
        <p:nvSpPr>
          <p:cNvPr id="1051" name="Google Shape;1051;p103"/>
          <p:cNvSpPr txBox="1"/>
          <p:nvPr>
            <p:ph idx="3" type="subTitle"/>
          </p:nvPr>
        </p:nvSpPr>
        <p:spPr>
          <a:xfrm>
            <a:off x="4688725" y="4614750"/>
            <a:ext cx="39099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From First Install to GitHub</a:t>
            </a:r>
            <a:endParaRPr/>
          </a:p>
        </p:txBody>
      </p:sp>
      <p:sp>
        <p:nvSpPr>
          <p:cNvPr id="1052" name="Google Shape;1052;p103"/>
          <p:cNvSpPr txBox="1"/>
          <p:nvPr>
            <p:ph idx="4" type="subTitle"/>
          </p:nvPr>
        </p:nvSpPr>
        <p:spPr>
          <a:xfrm>
            <a:off x="545450" y="4614750"/>
            <a:ext cx="39099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Tool Use, Context, MCP &amp; Commands</a:t>
            </a:r>
            <a:endParaRPr/>
          </a:p>
        </p:txBody>
      </p:sp>
      <p:sp>
        <p:nvSpPr>
          <p:cNvPr id="1053" name="Google Shape;1053;p103"/>
          <p:cNvSpPr txBox="1"/>
          <p:nvPr>
            <p:ph idx="5" type="subTitle"/>
          </p:nvPr>
        </p:nvSpPr>
        <p:spPr>
          <a:xfrm>
            <a:off x="545450" y="44542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Topics</a:t>
            </a:r>
            <a:endParaRPr/>
          </a:p>
        </p:txBody>
      </p:sp>
      <p:sp>
        <p:nvSpPr>
          <p:cNvPr id="1054" name="Google Shape;1054;p103"/>
          <p:cNvSpPr txBox="1"/>
          <p:nvPr>
            <p:ph idx="6" type="subTitle"/>
          </p:nvPr>
        </p:nvSpPr>
        <p:spPr>
          <a:xfrm>
            <a:off x="4688725" y="44542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2"/>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Claude Code Setup</a:t>
            </a:r>
            <a:endParaRPr/>
          </a:p>
        </p:txBody>
      </p:sp>
      <p:sp>
        <p:nvSpPr>
          <p:cNvPr id="758" name="Google Shape;758;p72"/>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02 ― 07</a:t>
            </a:r>
            <a:endParaRPr/>
          </a:p>
        </p:txBody>
      </p:sp>
      <p:sp>
        <p:nvSpPr>
          <p:cNvPr id="759" name="Google Shape;759;p72"/>
          <p:cNvSpPr txBox="1"/>
          <p:nvPr>
            <p:ph idx="2" type="subTitle"/>
          </p:nvPr>
        </p:nvSpPr>
        <p:spPr>
          <a:xfrm>
            <a:off x="4688725"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pic>
        <p:nvPicPr>
          <p:cNvPr id="760" name="Google Shape;760;p72"/>
          <p:cNvPicPr preferRelativeResize="0"/>
          <p:nvPr/>
        </p:nvPicPr>
        <p:blipFill rotWithShape="1">
          <a:blip r:embed="rId3">
            <a:alphaModFix/>
          </a:blip>
          <a:srcRect b="3832" l="0" r="0" t="3832"/>
          <a:stretch/>
        </p:blipFill>
        <p:spPr>
          <a:xfrm>
            <a:off x="0" y="0"/>
            <a:ext cx="4456455" cy="5143506"/>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2"/>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Adding Context</a:t>
            </a:r>
            <a:endParaRPr/>
          </a:p>
        </p:txBody>
      </p:sp>
      <p:sp>
        <p:nvSpPr>
          <p:cNvPr id="758" name="Google Shape;758;p72"/>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03 ― 07</a:t>
            </a:r>
            <a:endParaRPr/>
          </a:p>
        </p:txBody>
      </p:sp>
      <p:sp>
        <p:nvSpPr>
          <p:cNvPr id="759" name="Google Shape;759;p72"/>
          <p:cNvSpPr txBox="1"/>
          <p:nvPr>
            <p:ph idx="2" type="subTitle"/>
          </p:nvPr>
        </p:nvSpPr>
        <p:spPr>
          <a:xfrm>
            <a:off x="4688725"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pic>
        <p:nvPicPr>
          <p:cNvPr id="760" name="Google Shape;760;p72"/>
          <p:cNvPicPr preferRelativeResize="0"/>
          <p:nvPr/>
        </p:nvPicPr>
        <p:blipFill rotWithShape="1">
          <a:blip r:embed="rId3">
            <a:alphaModFix/>
          </a:blip>
          <a:srcRect b="3832" l="0" r="0" t="3832"/>
          <a:stretch/>
        </p:blipFill>
        <p:spPr>
          <a:xfrm>
            <a:off x="0" y="0"/>
            <a:ext cx="4456455" cy="514350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2"/>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Controlling Context</a:t>
            </a:r>
            <a:endParaRPr/>
          </a:p>
        </p:txBody>
      </p:sp>
      <p:sp>
        <p:nvSpPr>
          <p:cNvPr id="758" name="Google Shape;758;p72"/>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04 ― 07</a:t>
            </a:r>
            <a:endParaRPr/>
          </a:p>
        </p:txBody>
      </p:sp>
      <p:sp>
        <p:nvSpPr>
          <p:cNvPr id="759" name="Google Shape;759;p72"/>
          <p:cNvSpPr txBox="1"/>
          <p:nvPr>
            <p:ph idx="2" type="subTitle"/>
          </p:nvPr>
        </p:nvSpPr>
        <p:spPr>
          <a:xfrm>
            <a:off x="4688725"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pic>
        <p:nvPicPr>
          <p:cNvPr id="760" name="Google Shape;760;p72"/>
          <p:cNvPicPr preferRelativeResize="0"/>
          <p:nvPr/>
        </p:nvPicPr>
        <p:blipFill rotWithShape="1">
          <a:blip r:embed="rId3">
            <a:alphaModFix/>
          </a:blip>
          <a:srcRect b="3832" l="0" r="0" t="3832"/>
          <a:stretch/>
        </p:blipFill>
        <p:spPr>
          <a:xfrm>
            <a:off x="0" y="0"/>
            <a:ext cx="4456455" cy="514350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2"/>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Custom Commands</a:t>
            </a:r>
            <a:endParaRPr/>
          </a:p>
        </p:txBody>
      </p:sp>
      <p:sp>
        <p:nvSpPr>
          <p:cNvPr id="758" name="Google Shape;758;p72"/>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05 ― 07</a:t>
            </a:r>
            <a:endParaRPr/>
          </a:p>
        </p:txBody>
      </p:sp>
      <p:sp>
        <p:nvSpPr>
          <p:cNvPr id="759" name="Google Shape;759;p72"/>
          <p:cNvSpPr txBox="1"/>
          <p:nvPr>
            <p:ph idx="2" type="subTitle"/>
          </p:nvPr>
        </p:nvSpPr>
        <p:spPr>
          <a:xfrm>
            <a:off x="4688725"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pic>
        <p:nvPicPr>
          <p:cNvPr id="760" name="Google Shape;760;p72"/>
          <p:cNvPicPr preferRelativeResize="0"/>
          <p:nvPr/>
        </p:nvPicPr>
        <p:blipFill rotWithShape="1">
          <a:blip r:embed="rId3">
            <a:alphaModFix/>
          </a:blip>
          <a:srcRect b="3832" l="0" r="0" t="3832"/>
          <a:stretch/>
        </p:blipFill>
        <p:spPr>
          <a:xfrm>
            <a:off x="0" y="0"/>
            <a:ext cx="4456455" cy="5143506"/>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2"/>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MCP Servers</a:t>
            </a:r>
            <a:endParaRPr/>
          </a:p>
        </p:txBody>
      </p:sp>
      <p:sp>
        <p:nvSpPr>
          <p:cNvPr id="758" name="Google Shape;758;p72"/>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06 ― 07</a:t>
            </a:r>
            <a:endParaRPr/>
          </a:p>
        </p:txBody>
      </p:sp>
      <p:sp>
        <p:nvSpPr>
          <p:cNvPr id="759" name="Google Shape;759;p72"/>
          <p:cNvSpPr txBox="1"/>
          <p:nvPr>
            <p:ph idx="2" type="subTitle"/>
          </p:nvPr>
        </p:nvSpPr>
        <p:spPr>
          <a:xfrm>
            <a:off x="4688725"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pic>
        <p:nvPicPr>
          <p:cNvPr id="760" name="Google Shape;760;p72"/>
          <p:cNvPicPr preferRelativeResize="0"/>
          <p:nvPr/>
        </p:nvPicPr>
        <p:blipFill rotWithShape="1">
          <a:blip r:embed="rId3">
            <a:alphaModFix/>
          </a:blip>
          <a:srcRect b="3832" l="0" r="0" t="3832"/>
          <a:stretch/>
        </p:blipFill>
        <p:spPr>
          <a:xfrm>
            <a:off x="0" y="0"/>
            <a:ext cx="4456455" cy="514350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2"/>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GitHub Integration</a:t>
            </a:r>
            <a:endParaRPr/>
          </a:p>
        </p:txBody>
      </p:sp>
      <p:sp>
        <p:nvSpPr>
          <p:cNvPr id="758" name="Google Shape;758;p72"/>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07 ― 07</a:t>
            </a:r>
            <a:endParaRPr/>
          </a:p>
        </p:txBody>
      </p:sp>
      <p:sp>
        <p:nvSpPr>
          <p:cNvPr id="759" name="Google Shape;759;p72"/>
          <p:cNvSpPr txBox="1"/>
          <p:nvPr>
            <p:ph idx="2" type="subTitle"/>
          </p:nvPr>
        </p:nvSpPr>
        <p:spPr>
          <a:xfrm>
            <a:off x="4688725"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pic>
        <p:nvPicPr>
          <p:cNvPr id="760" name="Google Shape;760;p72"/>
          <p:cNvPicPr preferRelativeResize="0"/>
          <p:nvPr/>
        </p:nvPicPr>
        <p:blipFill rotWithShape="1">
          <a:blip r:embed="rId3">
            <a:alphaModFix/>
          </a:blip>
          <a:srcRect b="3832" l="0" r="0" t="3832"/>
          <a:stretch/>
        </p:blipFill>
        <p:spPr>
          <a:xfrm>
            <a:off x="0" y="0"/>
            <a:ext cx="4456455" cy="5143506"/>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70"/>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Setup</a:t>
            </a:r>
            <a:endParaRPr/>
          </a:p>
        </p:txBody>
      </p:sp>
      <p:sp>
        <p:nvSpPr>
          <p:cNvPr id="741" name="Google Shape;741;p70"/>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sp>
        <p:nvSpPr>
          <p:cNvPr id="742" name="Google Shape;742;p70"/>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Install Locally in Under a Minute</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Claude Code runs in your terminal. Pick the install command for your platform and run it. The first time you launch claude, you’ll pick a color theme and authenticate with your claude.ai credentials.</a:t>
            </a:r>
            <a:endParaRPr/>
          </a:p>
          <a:p>
            <a:pPr indent="0" lvl="0" marL="0" rtl="0" algn="l">
              <a:spcBef>
                <a:spcPts val="0"/>
              </a:spcBef>
              <a:spcAft>
                <a:spcPts val="0"/>
              </a:spcAft>
              <a:buNone/>
            </a:pPr>
            <a:r>
              <a:rPr lang="en"/>
              <a:t>Full instructions: https://code.claude.com/docs/en/quickstart. Using Claude Code through Amazon Bedrock, Google Cloud Vertex AI, or Microsoft Foundry? See third-party provider setup for additional steps.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001" name="code"/>
          <p:cNvSpPr txBox="1"/>
          <p:nvPr/>
        </p:nvSpPr>
        <p:spPr>
          <a:xfrm>
            <a:off x="4688750" y="1068400"/>
            <a:ext cx="3909900" cy="3260448"/>
          </a:xfrm>
          <a:prstGeom prst="rect">
            <a:avLst/>
          </a:prstGeom>
          <a:solidFill>
            <a:srgbClr val="F4F4F4"/>
          </a:solidFill>
          <a:ln>
            <a:noFill/>
          </a:ln>
        </p:spPr>
        <p:txBody>
          <a:bodyPr anchorCtr="0" anchor="t" bIns="200000" lIns="200000" spcFirstLastPara="1" rIns="200000" wrap="square" tIns="200000">
            <a:noAutofit/>
          </a:bodyPr>
          <a:lstStyle/>
          <a:p>
            <a:pPr indent="0" lvl="0" marL="0" rtl="0" algn="l">
              <a:spcBef>
                <a:spcPts val="0"/>
              </a:spcBef>
              <a:spcAft>
                <a:spcPts val="0"/>
              </a:spcAft>
              <a:buNone/>
            </a:pPr>
            <a:r>
              <a:rPr lang="en" sz="800" b="1"/>
              <a:t>macOS, Linux, WSL</a:t>
            </a:r>
          </a:p>
          <a:p>
            <a:pPr indent="0" lvl="0" marL="0" rtl="0" algn="l">
              <a:spcBef>
                <a:spcPts val="0"/>
              </a:spcBef>
              <a:spcAft>
                <a:spcPts val="0"/>
              </a:spcAft>
              <a:buNone/>
            </a:pPr>
            <a:r>
              <a:rPr lang="en" sz="800">
                <a:latin typeface="Courier New"/>
              </a:rPr>
              <a:t>curl -fsSL https://claude.ai</a:t>
            </a:r>
          </a:p>
          <a:p>
            <a:pPr indent="0" lvl="0" marL="0" rtl="0" algn="l">
              <a:spcBef>
                <a:spcPts val="0"/>
              </a:spcBef>
              <a:spcAft>
                <a:spcPts val="0"/>
              </a:spcAft>
              <a:buNone/>
            </a:pPr>
            <a:r>
              <a:rPr lang="en" sz="800">
                <a:latin typeface="Courier New"/>
              </a:rPr>
              <a:t xml:space="preserve"> /install.sh | bash</a:t>
            </a:r>
          </a:p>
          <a:p>
            <a:pPr indent="0" lvl="0" marL="0" rtl="0" algn="l">
              <a:spcBef>
                <a:spcPts val="0"/>
              </a:spcBef>
              <a:spcAft>
                <a:spcPts val="0"/>
              </a:spcAft>
              <a:buNone/>
            </a:pPr>
            <a:r>
              <a:rPr lang="en" sz="800">
                <a:latin typeface="Courier New"/>
              </a:rPr>
              <a:t/>
            </a:r>
          </a:p>
          <a:p>
            <a:pPr indent="0" lvl="0" marL="0" rtl="0" algn="l">
              <a:spcBef>
                <a:spcPts val="0"/>
              </a:spcBef>
              <a:spcAft>
                <a:spcPts val="0"/>
              </a:spcAft>
              <a:buNone/>
            </a:pPr>
            <a:r>
              <a:rPr lang="en" sz="800" b="1"/>
              <a:t>Windows PowerShell</a:t>
            </a:r>
          </a:p>
          <a:p>
            <a:pPr indent="0" lvl="0" marL="0" rtl="0" algn="l">
              <a:spcBef>
                <a:spcPts val="0"/>
              </a:spcBef>
              <a:spcAft>
                <a:spcPts val="0"/>
              </a:spcAft>
              <a:buNone/>
            </a:pPr>
            <a:r>
              <a:rPr lang="en" sz="800">
                <a:latin typeface="Courier New"/>
              </a:rPr>
              <a:t>irm https://claude.ai/install</a:t>
            </a:r>
          </a:p>
          <a:p>
            <a:pPr indent="0" lvl="0" marL="0" rtl="0" algn="l">
              <a:spcBef>
                <a:spcPts val="0"/>
              </a:spcBef>
              <a:spcAft>
                <a:spcPts val="0"/>
              </a:spcAft>
              <a:buNone/>
            </a:pPr>
            <a:r>
              <a:rPr lang="en" sz="800">
                <a:latin typeface="Courier New"/>
              </a:rPr>
              <a:t xml:space="preserve"> .ps1 | iex</a:t>
            </a:r>
          </a:p>
          <a:p>
            <a:pPr indent="0" lvl="0" marL="0" rtl="0" algn="l">
              <a:spcBef>
                <a:spcPts val="0"/>
              </a:spcBef>
              <a:spcAft>
                <a:spcPts val="0"/>
              </a:spcAft>
              <a:buNone/>
            </a:pPr>
            <a:r>
              <a:rPr lang="en" sz="800">
                <a:latin typeface="Courier New"/>
              </a:rPr>
              <a:t/>
            </a:r>
          </a:p>
          <a:p>
            <a:pPr indent="0" lvl="0" marL="0" rtl="0" algn="l">
              <a:spcBef>
                <a:spcPts val="0"/>
              </a:spcBef>
              <a:spcAft>
                <a:spcPts val="0"/>
              </a:spcAft>
              <a:buNone/>
            </a:pPr>
            <a:r>
              <a:rPr lang="en" sz="800" b="1"/>
              <a:t>macOS (Homebrew)</a:t>
            </a:r>
          </a:p>
          <a:p>
            <a:pPr indent="0" lvl="0" marL="0" rtl="0" algn="l">
              <a:spcBef>
                <a:spcPts val="0"/>
              </a:spcBef>
              <a:spcAft>
                <a:spcPts val="0"/>
              </a:spcAft>
              <a:buNone/>
            </a:pPr>
            <a:r>
              <a:rPr lang="en" sz="800">
                <a:latin typeface="Courier New"/>
              </a:rPr>
              <a:t>brew install --cask claude-code</a:t>
            </a:r>
          </a:p>
          <a:p>
            <a:pPr indent="0" lvl="0" marL="0" rtl="0" algn="l">
              <a:spcBef>
                <a:spcPts val="0"/>
              </a:spcBef>
              <a:spcAft>
                <a:spcPts val="0"/>
              </a:spcAft>
              <a:buNone/>
            </a:pPr>
            <a:r>
              <a:rPr lang="en" sz="800">
                <a:latin typeface="Courier New"/>
              </a:rPr>
              <a:t/>
            </a:r>
          </a:p>
          <a:p>
            <a:pPr indent="0" lvl="0" marL="0" rtl="0" algn="l">
              <a:spcBef>
                <a:spcPts val="0"/>
              </a:spcBef>
              <a:spcAft>
                <a:spcPts val="0"/>
              </a:spcAft>
              <a:buNone/>
            </a:pPr>
            <a:r>
              <a:rPr lang="en" sz="800" b="1"/>
              <a:t>Then launch:</a:t>
            </a:r>
          </a:p>
          <a:p>
            <a:pPr indent="0" lvl="0" marL="0" rtl="0" algn="l">
              <a:spcBef>
                <a:spcPts val="0"/>
              </a:spcBef>
              <a:spcAft>
                <a:spcPts val="0"/>
              </a:spcAft>
              <a:buNone/>
            </a:pPr>
            <a:r>
              <a:rPr lang="en" sz="800">
                <a:latin typeface="Courier New"/>
              </a:rPr>
              <a:t>claude</a:t>
            </a: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70"/>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The /init Command</a:t>
            </a:r>
            <a:endParaRPr/>
          </a:p>
        </p:txBody>
      </p:sp>
      <p:sp>
        <p:nvSpPr>
          <p:cNvPr id="741" name="Google Shape;741;p70"/>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sp>
        <p:nvSpPr>
          <p:cNvPr id="742" name="Google Shape;742;p70"/>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Teach Claude Your Codebase in One Command</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When you first start Claude in a new project, run /init. Claude scans the entire codebase to understand its purpose and architecture, important commands and critical files, and the coding patterns already in use.</a:t>
            </a:r>
            <a:endParaRPr/>
          </a:p>
          <a:p>
            <a:pPr indent="0" lvl="0" marL="0" rtl="0" algn="l">
              <a:spcBef>
                <a:spcPts val="0"/>
              </a:spcBef>
              <a:spcAft>
                <a:spcPts val="0"/>
              </a:spcAft>
              <a:buNone/>
            </a:pPr>
            <a:r>
              <a:rPr lang="en"/>
              <a:t>It then writes a summary to a CLAUDE.md file. Hit Enter to approve each write, or press Shift+Tab to let Claude write files freely for the rest of the session.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743" name="Google Shape;743;p70"/>
          <p:cNvPicPr preferRelativeResize="0"/>
          <p:nvPr/>
        </p:nvPicPr>
        <p:blipFill rotWithShape="1">
          <a:blip r:embed="rId3">
            <a:alphaModFix/>
          </a:blip>
          <a:stretch/>
        </p:blipFill>
        <p:spPr>
          <a:xfrm>
            <a:off x="4688750" y="1602138"/>
            <a:ext cx="3909905" cy="2199322"/>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70"/>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The CLAUDE.md File</a:t>
            </a:r>
            <a:endParaRPr/>
          </a:p>
        </p:txBody>
      </p:sp>
      <p:sp>
        <p:nvSpPr>
          <p:cNvPr id="741" name="Google Shape;741;p70"/>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sp>
        <p:nvSpPr>
          <p:cNvPr id="742" name="Google Shape;742;p70"/>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A Persistent System Prompt for Your Project</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CLAUDE.md guides Claude through your codebase and lets you give custom directions. It’s included in every request, so it acts like a persistent system prompt for your project.</a:t>
            </a:r>
            <a:endParaRPr/>
          </a:p>
          <a:p>
            <a:pPr indent="0" lvl="0" marL="0" rtl="0" algn="l">
              <a:spcBef>
                <a:spcPts val="0"/>
              </a:spcBef>
              <a:spcAft>
                <a:spcPts val="0"/>
              </a:spcAft>
              <a:buNone/>
            </a:pPr>
            <a:r>
              <a:rPr lang="en"/>
              <a:t>Three common locations: CLAUDE.md committed to source control, CLAUDE.local.md for personal customizations, and ~/.claude/CLAUDE.md for instructions Claude should follow across every project.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743" name="Google Shape;743;p70"/>
          <p:cNvPicPr preferRelativeResize="0"/>
          <p:nvPr/>
        </p:nvPicPr>
        <p:blipFill rotWithShape="1">
          <a:blip r:embed="rId3">
            <a:alphaModFix/>
          </a:blip>
          <a:stretch/>
        </p:blipFill>
        <p:spPr>
          <a:xfrm>
            <a:off x="4688750" y="1602138"/>
            <a:ext cx="3909905" cy="2199322"/>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70"/>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Creating Custom Commands</a:t>
            </a:r>
            <a:endParaRPr/>
          </a:p>
        </p:txBody>
      </p:sp>
      <p:sp>
        <p:nvSpPr>
          <p:cNvPr id="741" name="Google Shape;741;p70"/>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sp>
        <p:nvSpPr>
          <p:cNvPr id="742" name="Google Shape;742;p70"/>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Turn Repetitive Workflows Into One Slash Command</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Create a .claude/commands/ directory in your project, then add a markdown file. The filename becomes the command name: audit.md creates /audit. Claude Code picks it up automatically — no restart needed.</a:t>
            </a:r>
            <a:endParaRPr/>
          </a:p>
          <a:p>
            <a:pPr indent="0" lvl="0" marL="0" rtl="0" algn="l">
              <a:spcBef>
                <a:spcPts val="0"/>
              </a:spcBef>
              <a:spcAft>
                <a:spcPts val="0"/>
              </a:spcAft>
              <a:buNone/>
            </a:pPr>
            <a:r>
              <a:rPr lang="en"/>
              <a:t>Inside the file, describe the steps Claude should run. The example /audit command runs npm audit, applies fixes, and then runs tests to verify nothing broke.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001" name="code"/>
          <p:cNvSpPr txBox="1"/>
          <p:nvPr/>
        </p:nvSpPr>
        <p:spPr>
          <a:xfrm>
            <a:off x="4688750" y="1068400"/>
            <a:ext cx="3909900" cy="3260448"/>
          </a:xfrm>
          <a:prstGeom prst="rect">
            <a:avLst/>
          </a:prstGeom>
          <a:solidFill>
            <a:srgbClr val="F4F4F4"/>
          </a:solidFill>
          <a:ln>
            <a:noFill/>
          </a:ln>
        </p:spPr>
        <p:txBody>
          <a:bodyPr anchorCtr="0" anchor="t" bIns="200000" lIns="200000" spcFirstLastPara="1" rIns="200000" wrap="square" tIns="200000">
            <a:noAutofit/>
          </a:bodyPr>
          <a:lstStyle/>
          <a:p>
            <a:pPr indent="0" lvl="0" marL="0" rtl="0" algn="l">
              <a:spcBef>
                <a:spcPts val="0"/>
              </a:spcBef>
              <a:spcAft>
                <a:spcPts val="0"/>
              </a:spcAft>
              <a:buNone/>
            </a:pPr>
            <a:r>
              <a:rPr lang="en" sz="900" b="1"/>
              <a:t>.claude/commands/audit.md</a:t>
            </a:r>
          </a:p>
          <a:p>
            <a:pPr indent="0" lvl="0" marL="0" rtl="0" algn="l">
              <a:spcBef>
                <a:spcPts val="0"/>
              </a:spcBef>
              <a:spcAft>
                <a:spcPts val="0"/>
              </a:spcAft>
              <a:buNone/>
            </a:pPr>
            <a:r>
              <a:rPr lang="en" sz="900">
                <a:latin typeface="Courier New"/>
              </a:rPr>
              <a:t/>
            </a:r>
          </a:p>
          <a:p>
            <a:pPr indent="0" lvl="0" marL="0" rtl="0" algn="l">
              <a:spcBef>
                <a:spcPts val="0"/>
              </a:spcBef>
              <a:spcAft>
                <a:spcPts val="0"/>
              </a:spcAft>
              <a:buNone/>
            </a:pPr>
            <a:r>
              <a:rPr lang="en" sz="900">
                <a:latin typeface="Courier New"/>
              </a:rPr>
              <a:t>Run npm audit to find</a:t>
            </a:r>
          </a:p>
          <a:p>
            <a:pPr indent="0" lvl="0" marL="0" rtl="0" algn="l">
              <a:spcBef>
                <a:spcPts val="0"/>
              </a:spcBef>
              <a:spcAft>
                <a:spcPts val="0"/>
              </a:spcAft>
              <a:buNone/>
            </a:pPr>
            <a:r>
              <a:rPr lang="en" sz="900">
                <a:latin typeface="Courier New"/>
              </a:rPr>
              <a:t>vulnerable installed packages.</a:t>
            </a:r>
          </a:p>
          <a:p>
            <a:pPr indent="0" lvl="0" marL="0" rtl="0" algn="l">
              <a:spcBef>
                <a:spcPts val="0"/>
              </a:spcBef>
              <a:spcAft>
                <a:spcPts val="0"/>
              </a:spcAft>
              <a:buNone/>
            </a:pPr>
            <a:r>
              <a:rPr lang="en" sz="900">
                <a:latin typeface="Courier New"/>
              </a:rPr>
              <a:t/>
            </a:r>
          </a:p>
          <a:p>
            <a:pPr indent="0" lvl="0" marL="0" rtl="0" algn="l">
              <a:spcBef>
                <a:spcPts val="0"/>
              </a:spcBef>
              <a:spcAft>
                <a:spcPts val="0"/>
              </a:spcAft>
              <a:buNone/>
            </a:pPr>
            <a:r>
              <a:rPr lang="en" sz="900">
                <a:latin typeface="Courier New"/>
              </a:rPr>
              <a:t>Run npm audit fix to apply</a:t>
            </a:r>
          </a:p>
          <a:p>
            <a:pPr indent="0" lvl="0" marL="0" rtl="0" algn="l">
              <a:spcBef>
                <a:spcPts val="0"/>
              </a:spcBef>
              <a:spcAft>
                <a:spcPts val="0"/>
              </a:spcAft>
              <a:buNone/>
            </a:pPr>
            <a:r>
              <a:rPr lang="en" sz="900">
                <a:latin typeface="Courier New"/>
              </a:rPr>
              <a:t>updates.</a:t>
            </a:r>
          </a:p>
          <a:p>
            <a:pPr indent="0" lvl="0" marL="0" rtl="0" algn="l">
              <a:spcBef>
                <a:spcPts val="0"/>
              </a:spcBef>
              <a:spcAft>
                <a:spcPts val="0"/>
              </a:spcAft>
              <a:buNone/>
            </a:pPr>
            <a:r>
              <a:rPr lang="en" sz="900">
                <a:latin typeface="Courier New"/>
              </a:rPr>
              <a:t/>
            </a:r>
          </a:p>
          <a:p>
            <a:pPr indent="0" lvl="0" marL="0" rtl="0" algn="l">
              <a:spcBef>
                <a:spcPts val="0"/>
              </a:spcBef>
              <a:spcAft>
                <a:spcPts val="0"/>
              </a:spcAft>
              <a:buNone/>
            </a:pPr>
            <a:r>
              <a:rPr lang="en" sz="900">
                <a:latin typeface="Courier New"/>
              </a:rPr>
              <a:t>Run the test suite to verify</a:t>
            </a:r>
          </a:p>
          <a:p>
            <a:pPr indent="0" lvl="0" marL="0" rtl="0" algn="l">
              <a:spcBef>
                <a:spcPts val="0"/>
              </a:spcBef>
              <a:spcAft>
                <a:spcPts val="0"/>
              </a:spcAft>
              <a:buNone/>
            </a:pPr>
            <a:r>
              <a:rPr lang="en" sz="900">
                <a:latin typeface="Courier New"/>
              </a:rPr>
              <a:t>nothing broke.</a:t>
            </a:r>
          </a:p>
          <a:p>
            <a:pPr indent="0" lvl="0" marL="0" rtl="0" algn="l">
              <a:spcBef>
                <a:spcPts val="0"/>
              </a:spcBef>
              <a:spcAft>
                <a:spcPts val="0"/>
              </a:spcAft>
              <a:buNone/>
            </a:pPr>
            <a:r>
              <a:rPr lang="en" sz="900">
                <a:latin typeface="Courier New"/>
              </a:rPr>
              <a:t/>
            </a:r>
          </a:p>
          <a:p>
            <a:pPr indent="0" lvl="0" marL="0" rtl="0" algn="l">
              <a:spcBef>
                <a:spcPts val="0"/>
              </a:spcBef>
              <a:spcAft>
                <a:spcPts val="0"/>
              </a:spcAft>
              <a:buNone/>
            </a:pPr>
            <a:r>
              <a:rPr lang="en" sz="900" b="1"/>
              <a:t>Trigger it with:</a:t>
            </a:r>
          </a:p>
          <a:p>
            <a:pPr indent="0" lvl="0" marL="0" rtl="0" algn="l">
              <a:spcBef>
                <a:spcPts val="0"/>
              </a:spcBef>
              <a:spcAft>
                <a:spcPts val="0"/>
              </a:spcAft>
              <a:buNone/>
            </a:pPr>
            <a:r>
              <a:rPr lang="en" sz="900">
                <a:latin typeface="Courier New"/>
              </a:rPr>
              <a:t>/audit</a:t>
            </a: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71"/>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Commands with Arguments</a:t>
            </a:r>
            <a:endParaRPr/>
          </a:p>
        </p:txBody>
      </p:sp>
      <p:sp>
        <p:nvSpPr>
          <p:cNvPr id="749" name="Google Shape;749;p71"/>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sp>
        <p:nvSpPr>
          <p:cNvPr id="750" name="Google Shape;750;p71"/>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Custom commands can accept arguments via the $ARGUMENTS placeholder. This makes them reusable across files, modules, and tasks — not locked to a single scenario.</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rPr b="1" lang="en" sz="1200"/>
              <a:t>Arguments don’t have to be file paths — any string works. Pair $ARGUMENTS with conventions and coverage rules to bake your team’s standards into every test you generate.</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t/>
            </a:r>
            <a:endParaRPr b="1" sz="1200"/>
          </a:p>
        </p:txBody>
      </p:sp>
      <p:sp>
        <p:nvSpPr>
          <p:cNvPr id="751" name="Google Shape;751;p7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9001" name="code"/>
          <p:cNvSpPr txBox="1"/>
          <p:nvPr/>
        </p:nvSpPr>
        <p:spPr>
          <a:xfrm>
            <a:off x="4688750" y="1068400"/>
            <a:ext cx="3909900" cy="3260448"/>
          </a:xfrm>
          <a:prstGeom prst="rect">
            <a:avLst/>
          </a:prstGeom>
          <a:solidFill>
            <a:srgbClr val="F4F4F4"/>
          </a:solidFill>
          <a:ln>
            <a:noFill/>
          </a:ln>
        </p:spPr>
        <p:txBody>
          <a:bodyPr anchorCtr="0" anchor="t" bIns="200000" lIns="200000" spcFirstLastPara="1" rIns="200000" wrap="square" tIns="200000">
            <a:noAutofit/>
          </a:bodyPr>
          <a:lstStyle/>
          <a:p>
            <a:pPr indent="0" lvl="0" marL="0" rtl="0" algn="l">
              <a:spcBef>
                <a:spcPts val="0"/>
              </a:spcBef>
              <a:spcAft>
                <a:spcPts val="0"/>
              </a:spcAft>
              <a:buNone/>
            </a:pPr>
            <a:r>
              <a:rPr lang="en" sz="800" b="1"/>
              <a:t>write_tests.md</a:t>
            </a:r>
          </a:p>
          <a:p>
            <a:pPr indent="0" lvl="0" marL="0" rtl="0" algn="l">
              <a:spcBef>
                <a:spcPts val="0"/>
              </a:spcBef>
              <a:spcAft>
                <a:spcPts val="0"/>
              </a:spcAft>
              <a:buNone/>
            </a:pPr>
            <a:r>
              <a:rPr lang="en" sz="800">
                <a:latin typeface="Courier New"/>
              </a:rPr>
              <a:t/>
            </a:r>
          </a:p>
          <a:p>
            <a:pPr indent="0" lvl="0" marL="0" rtl="0" algn="l">
              <a:spcBef>
                <a:spcPts val="0"/>
              </a:spcBef>
              <a:spcAft>
                <a:spcPts val="0"/>
              </a:spcAft>
              <a:buNone/>
            </a:pPr>
            <a:r>
              <a:rPr lang="en" sz="800">
                <a:latin typeface="Courier New"/>
              </a:rPr>
              <a:t>Write comprehensive tests</a:t>
            </a:r>
          </a:p>
          <a:p>
            <a:pPr indent="0" lvl="0" marL="0" rtl="0" algn="l">
              <a:spcBef>
                <a:spcPts val="0"/>
              </a:spcBef>
              <a:spcAft>
                <a:spcPts val="0"/>
              </a:spcAft>
              <a:buNone/>
            </a:pPr>
            <a:r>
              <a:rPr lang="en" sz="800">
                <a:latin typeface="Courier New"/>
              </a:rPr>
              <a:t>for: $ARGUMENTS</a:t>
            </a:r>
          </a:p>
          <a:p>
            <a:pPr indent="0" lvl="0" marL="0" rtl="0" algn="l">
              <a:spcBef>
                <a:spcPts val="0"/>
              </a:spcBef>
              <a:spcAft>
                <a:spcPts val="0"/>
              </a:spcAft>
              <a:buNone/>
            </a:pPr>
            <a:r>
              <a:rPr lang="en" sz="800">
                <a:latin typeface="Courier New"/>
              </a:rPr>
              <a:t/>
            </a:r>
          </a:p>
          <a:p>
            <a:pPr indent="0" lvl="0" marL="0" rtl="0" algn="l">
              <a:spcBef>
                <a:spcPts val="0"/>
              </a:spcBef>
              <a:spcAft>
                <a:spcPts val="0"/>
              </a:spcAft>
              <a:buNone/>
            </a:pPr>
            <a:r>
              <a:rPr lang="en" sz="800">
                <a:latin typeface="Courier New"/>
              </a:rPr>
              <a:t>Conventions:</a:t>
            </a:r>
          </a:p>
          <a:p>
            <a:pPr indent="0" lvl="0" marL="0" rtl="0" algn="l">
              <a:spcBef>
                <a:spcPts val="0"/>
              </a:spcBef>
              <a:spcAft>
                <a:spcPts val="0"/>
              </a:spcAft>
              <a:buNone/>
            </a:pPr>
            <a:r>
              <a:rPr lang="en" sz="800">
                <a:latin typeface="Courier New"/>
              </a:rPr>
              <a:t>- Use Vitest with React</a:t>
            </a:r>
          </a:p>
          <a:p>
            <a:pPr indent="0" lvl="0" marL="0" rtl="0" algn="l">
              <a:spcBef>
                <a:spcPts val="0"/>
              </a:spcBef>
              <a:spcAft>
                <a:spcPts val="0"/>
              </a:spcAft>
              <a:buNone/>
            </a:pPr>
            <a:r>
              <a:rPr lang="en" sz="800">
                <a:latin typeface="Courier New"/>
              </a:rPr>
              <a:t xml:space="preserve">  Testing Library</a:t>
            </a:r>
          </a:p>
          <a:p>
            <a:pPr indent="0" lvl="0" marL="0" rtl="0" algn="l">
              <a:spcBef>
                <a:spcPts val="0"/>
              </a:spcBef>
              <a:spcAft>
                <a:spcPts val="0"/>
              </a:spcAft>
              <a:buNone/>
            </a:pPr>
            <a:r>
              <a:rPr lang="en" sz="800">
                <a:latin typeface="Courier New"/>
              </a:rPr>
              <a:t>- Use @/ prefix for imports</a:t>
            </a:r>
          </a:p>
          <a:p>
            <a:pPr indent="0" lvl="0" marL="0" rtl="0" algn="l">
              <a:spcBef>
                <a:spcPts val="0"/>
              </a:spcBef>
              <a:spcAft>
                <a:spcPts val="0"/>
              </a:spcAft>
              <a:buNone/>
            </a:pPr>
            <a:r>
              <a:rPr lang="en" sz="800">
                <a:latin typeface="Courier New"/>
              </a:rPr>
              <a:t/>
            </a:r>
          </a:p>
          <a:p>
            <a:pPr indent="0" lvl="0" marL="0" rtl="0" algn="l">
              <a:spcBef>
                <a:spcPts val="0"/>
              </a:spcBef>
              <a:spcAft>
                <a:spcPts val="0"/>
              </a:spcAft>
              <a:buNone/>
            </a:pPr>
            <a:r>
              <a:rPr lang="en" sz="800">
                <a:latin typeface="Courier New"/>
              </a:rPr>
              <a:t>Coverage:</a:t>
            </a:r>
          </a:p>
          <a:p>
            <a:pPr indent="0" lvl="0" marL="0" rtl="0" algn="l">
              <a:spcBef>
                <a:spcPts val="0"/>
              </a:spcBef>
              <a:spcAft>
                <a:spcPts val="0"/>
              </a:spcAft>
              <a:buNone/>
            </a:pPr>
            <a:r>
              <a:rPr lang="en" sz="800">
                <a:latin typeface="Courier New"/>
              </a:rPr>
              <a:t>- Happy paths</a:t>
            </a:r>
          </a:p>
          <a:p>
            <a:pPr indent="0" lvl="0" marL="0" rtl="0" algn="l">
              <a:spcBef>
                <a:spcPts val="0"/>
              </a:spcBef>
              <a:spcAft>
                <a:spcPts val="0"/>
              </a:spcAft>
              <a:buNone/>
            </a:pPr>
            <a:r>
              <a:rPr lang="en" sz="800">
                <a:latin typeface="Courier New"/>
              </a:rPr>
              <a:t>- Edge cases</a:t>
            </a:r>
          </a:p>
          <a:p>
            <a:pPr indent="0" lvl="0" marL="0" rtl="0" algn="l">
              <a:spcBef>
                <a:spcPts val="0"/>
              </a:spcBef>
              <a:spcAft>
                <a:spcPts val="0"/>
              </a:spcAft>
              <a:buNone/>
            </a:pPr>
            <a:r>
              <a:rPr lang="en" sz="800">
                <a:latin typeface="Courier New"/>
              </a:rPr>
              <a:t>- Error states</a:t>
            </a:r>
          </a:p>
          <a:p>
            <a:pPr indent="0" lvl="0" marL="0" rtl="0" algn="l">
              <a:spcBef>
                <a:spcPts val="0"/>
              </a:spcBef>
              <a:spcAft>
                <a:spcPts val="0"/>
              </a:spcAft>
              <a:buNone/>
            </a:pPr>
            <a:r>
              <a:rPr lang="en" sz="800">
                <a:latin typeface="Courier New"/>
              </a:rPr>
              <a:t/>
            </a:r>
          </a:p>
          <a:p>
            <a:pPr indent="0" lvl="0" marL="0" rtl="0" algn="l">
              <a:spcBef>
                <a:spcPts val="0"/>
              </a:spcBef>
              <a:spcAft>
                <a:spcPts val="0"/>
              </a:spcAft>
              <a:buNone/>
            </a:pPr>
            <a:r>
              <a:rPr lang="en" sz="800" b="1"/>
              <a:t>Then run it:</a:t>
            </a:r>
          </a:p>
          <a:p>
            <a:pPr indent="0" lvl="0" marL="0" rtl="0" algn="l">
              <a:spcBef>
                <a:spcPts val="0"/>
              </a:spcBef>
              <a:spcAft>
                <a:spcPts val="0"/>
              </a:spcAft>
              <a:buNone/>
            </a:pPr>
            <a:r>
              <a:rPr lang="en" sz="800">
                <a:latin typeface="Courier New"/>
              </a:rPr>
              <a:t>/write_tests use-auth.ts</a:t>
            </a: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71"/>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MCP in Practice</a:t>
            </a:r>
            <a:endParaRPr/>
          </a:p>
        </p:txBody>
      </p:sp>
      <p:sp>
        <p:nvSpPr>
          <p:cNvPr id="749" name="Google Shape;749;p71"/>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sp>
        <p:nvSpPr>
          <p:cNvPr id="750" name="Google Shape;750;p71"/>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With Playwright MCP, you can ask Claude to open a browser, generate a component, look at the rendered output, and update its own generation prompt based on what it sees. The loop closes between code and visual result.</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rPr b="1" lang="en" sz="1200"/>
              <a:t>In practice, this means Claude can move past generic purple-to-blue gradients toward warm sunset palettes, ocean-depth themes, asymmetric layouts — because it sees the actual visual output, not just the code, and adapts accordingly.</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t/>
            </a:r>
            <a:endParaRPr b="1" sz="1200"/>
          </a:p>
        </p:txBody>
      </p:sp>
      <p:sp>
        <p:nvSpPr>
          <p:cNvPr id="751" name="Google Shape;751;p7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71"/>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Customizing GitHub Workflows</a:t>
            </a:r>
            <a:endParaRPr/>
          </a:p>
        </p:txBody>
      </p:sp>
      <p:sp>
        <p:nvSpPr>
          <p:cNvPr id="749" name="Google Shape;749;p71"/>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sp>
        <p:nvSpPr>
          <p:cNvPr id="750" name="Google Shape;750;p71"/>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Add a Project Setup step before Claude runs, custom_instructions to share project context (running server, log file location, available CLIs), and an mcp_config block to attach MCP servers like Playwright to the workflow.</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rPr b="1" lang="en" sz="1200"/>
              <a:t>Unlike local development, GitHub Actions requires you to list every allowed tool explicitly — there’s no shortcut. Each tool from each MCP server must be enumerated in allowed_tools.</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t/>
            </a:r>
            <a:endParaRPr b="1" sz="1200"/>
          </a:p>
        </p:txBody>
      </p:sp>
      <p:sp>
        <p:nvSpPr>
          <p:cNvPr id="751" name="Google Shape;751;p7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9001" name="code"/>
          <p:cNvSpPr txBox="1"/>
          <p:nvPr/>
        </p:nvSpPr>
        <p:spPr>
          <a:xfrm>
            <a:off x="4688750" y="1068400"/>
            <a:ext cx="3909900" cy="3260448"/>
          </a:xfrm>
          <a:prstGeom prst="rect">
            <a:avLst/>
          </a:prstGeom>
          <a:solidFill>
            <a:srgbClr val="F4F4F4"/>
          </a:solidFill>
          <a:ln>
            <a:noFill/>
          </a:ln>
        </p:spPr>
        <p:txBody>
          <a:bodyPr anchorCtr="0" anchor="t" bIns="200000" lIns="200000" spcFirstLastPara="1" rIns="200000" wrap="square" tIns="200000">
            <a:noAutofit/>
          </a:bodyPr>
          <a:lstStyle/>
          <a:p>
            <a:pPr indent="0" lvl="0" marL="0" rtl="0" algn="l">
              <a:spcBef>
                <a:spcPts val="0"/>
              </a:spcBef>
              <a:spcAft>
                <a:spcPts val="0"/>
              </a:spcAft>
              <a:buNone/>
            </a:pPr>
            <a:r>
              <a:rPr lang="en" sz="800" b="1"/>
              <a:t>Project setup step</a:t>
            </a:r>
          </a:p>
          <a:p>
            <a:pPr indent="0" lvl="0" marL="0" rtl="0" algn="l">
              <a:spcBef>
                <a:spcPts val="0"/>
              </a:spcBef>
              <a:spcAft>
                <a:spcPts val="0"/>
              </a:spcAft>
              <a:buNone/>
            </a:pPr>
            <a:r>
              <a:rPr lang="en" sz="800">
                <a:latin typeface="Courier New"/>
              </a:rPr>
              <a:t>- name: Project Setup</a:t>
            </a:r>
          </a:p>
          <a:p>
            <a:pPr indent="0" lvl="0" marL="0" rtl="0" algn="l">
              <a:spcBef>
                <a:spcPts val="0"/>
              </a:spcBef>
              <a:spcAft>
                <a:spcPts val="0"/>
              </a:spcAft>
              <a:buNone/>
            </a:pPr>
            <a:r>
              <a:rPr lang="en" sz="800">
                <a:latin typeface="Courier New"/>
              </a:rPr>
              <a:t xml:space="preserve">  run: |</a:t>
            </a:r>
          </a:p>
          <a:p>
            <a:pPr indent="0" lvl="0" marL="0" rtl="0" algn="l">
              <a:spcBef>
                <a:spcPts val="0"/>
              </a:spcBef>
              <a:spcAft>
                <a:spcPts val="0"/>
              </a:spcAft>
              <a:buNone/>
            </a:pPr>
            <a:r>
              <a:rPr lang="en" sz="800">
                <a:latin typeface="Courier New"/>
              </a:rPr>
              <a:t xml:space="preserve">    npm run setup</a:t>
            </a:r>
          </a:p>
          <a:p>
            <a:pPr indent="0" lvl="0" marL="0" rtl="0" algn="l">
              <a:spcBef>
                <a:spcPts val="0"/>
              </a:spcBef>
              <a:spcAft>
                <a:spcPts val="0"/>
              </a:spcAft>
              <a:buNone/>
            </a:pPr>
            <a:r>
              <a:rPr lang="en" sz="800">
                <a:latin typeface="Courier New"/>
              </a:rPr>
              <a:t xml:space="preserve">    npm run dev:daemon</a:t>
            </a:r>
          </a:p>
          <a:p>
            <a:pPr indent="0" lvl="0" marL="0" rtl="0" algn="l">
              <a:spcBef>
                <a:spcPts val="0"/>
              </a:spcBef>
              <a:spcAft>
                <a:spcPts val="0"/>
              </a:spcAft>
              <a:buNone/>
            </a:pPr>
            <a:r>
              <a:rPr lang="en" sz="800">
                <a:latin typeface="Courier New"/>
              </a:rPr>
              <a:t/>
            </a:r>
          </a:p>
          <a:p>
            <a:pPr indent="0" lvl="0" marL="0" rtl="0" algn="l">
              <a:spcBef>
                <a:spcPts val="0"/>
              </a:spcBef>
              <a:spcAft>
                <a:spcPts val="0"/>
              </a:spcAft>
              <a:buNone/>
            </a:pPr>
            <a:r>
              <a:rPr lang="en" sz="800" b="1"/>
              <a:t>Custom instructions</a:t>
            </a:r>
          </a:p>
          <a:p>
            <a:pPr indent="0" lvl="0" marL="0" rtl="0" algn="l">
              <a:spcBef>
                <a:spcPts val="0"/>
              </a:spcBef>
              <a:spcAft>
                <a:spcPts val="0"/>
              </a:spcAft>
              <a:buNone/>
            </a:pPr>
            <a:r>
              <a:rPr lang="en" sz="800">
                <a:latin typeface="Courier New"/>
              </a:rPr>
              <a:t>custom_instructions: |</a:t>
            </a:r>
          </a:p>
          <a:p>
            <a:pPr indent="0" lvl="0" marL="0" rtl="0" algn="l">
              <a:spcBef>
                <a:spcPts val="0"/>
              </a:spcBef>
              <a:spcAft>
                <a:spcPts val="0"/>
              </a:spcAft>
              <a:buNone/>
            </a:pPr>
            <a:r>
              <a:rPr lang="en" sz="800">
                <a:latin typeface="Courier New"/>
              </a:rPr>
              <a:t xml:space="preserve">  Server is running at</a:t>
            </a:r>
          </a:p>
          <a:p>
            <a:pPr indent="0" lvl="0" marL="0" rtl="0" algn="l">
              <a:spcBef>
                <a:spcPts val="0"/>
              </a:spcBef>
              <a:spcAft>
                <a:spcPts val="0"/>
              </a:spcAft>
              <a:buNone/>
            </a:pPr>
            <a:r>
              <a:rPr lang="en" sz="800">
                <a:latin typeface="Courier New"/>
              </a:rPr>
              <a:t xml:space="preserve">  localhost:3000. Logs go</a:t>
            </a:r>
          </a:p>
          <a:p>
            <a:pPr indent="0" lvl="0" marL="0" rtl="0" algn="l">
              <a:spcBef>
                <a:spcPts val="0"/>
              </a:spcBef>
              <a:spcAft>
                <a:spcPts val="0"/>
              </a:spcAft>
              <a:buNone/>
            </a:pPr>
            <a:r>
              <a:rPr lang="en" sz="800">
                <a:latin typeface="Courier New"/>
              </a:rPr>
              <a:t xml:space="preserve">  to logs.txt.</a:t>
            </a:r>
          </a:p>
          <a:p>
            <a:pPr indent="0" lvl="0" marL="0" rtl="0" algn="l">
              <a:spcBef>
                <a:spcPts val="0"/>
              </a:spcBef>
              <a:spcAft>
                <a:spcPts val="0"/>
              </a:spcAft>
              <a:buNone/>
            </a:pPr>
            <a:r>
              <a:rPr lang="en" sz="800">
                <a:latin typeface="Courier New"/>
              </a:rPr>
              <a:t/>
            </a:r>
          </a:p>
          <a:p>
            <a:pPr indent="0" lvl="0" marL="0" rtl="0" algn="l">
              <a:spcBef>
                <a:spcPts val="0"/>
              </a:spcBef>
              <a:spcAft>
                <a:spcPts val="0"/>
              </a:spcAft>
              <a:buNone/>
            </a:pPr>
            <a:r>
              <a:rPr lang="en" sz="800" b="1"/>
              <a:t>Allowed tools (explicit)</a:t>
            </a:r>
          </a:p>
          <a:p>
            <a:pPr indent="0" lvl="0" marL="0" rtl="0" algn="l">
              <a:spcBef>
                <a:spcPts val="0"/>
              </a:spcBef>
              <a:spcAft>
                <a:spcPts val="0"/>
              </a:spcAft>
              <a:buNone/>
            </a:pPr>
            <a:r>
              <a:rPr lang="en" sz="800">
                <a:latin typeface="Courier New"/>
              </a:rPr>
              <a:t>allowed_tools: "Bash(npm:*),</a:t>
            </a:r>
          </a:p>
          <a:p>
            <a:pPr indent="0" lvl="0" marL="0" rtl="0" algn="l">
              <a:spcBef>
                <a:spcPts val="0"/>
              </a:spcBef>
              <a:spcAft>
                <a:spcPts val="0"/>
              </a:spcAft>
              <a:buNone/>
            </a:pPr>
            <a:r>
              <a:rPr lang="en" sz="800">
                <a:latin typeface="Courier New"/>
              </a:rPr>
              <a:t xml:space="preserve"> mcp__playwright__..."</a:t>
            </a: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67"/>
          <p:cNvSpPr txBox="1"/>
          <p:nvPr>
            <p:ph idx="1" type="body"/>
          </p:nvPr>
        </p:nvSpPr>
        <p:spPr>
          <a:xfrm>
            <a:off x="545450"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Escape &amp; double-tap</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Press Escape to stop Claude mid-response and redirect. Press Escape twice (or type /rewind) to jump back to an earlier message.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Especially useful for fixing repetitive errors: stop Claude, run /memory to update CLAUDE.md, then continue. Future conversations won’t repeat the mistake.</a:t>
            </a:r>
            <a:endParaRPr/>
          </a:p>
        </p:txBody>
      </p:sp>
      <p:sp>
        <p:nvSpPr>
          <p:cNvPr id="714" name="Google Shape;714;p67"/>
          <p:cNvSpPr txBox="1"/>
          <p:nvPr>
            <p:ph idx="2" type="body"/>
          </p:nvPr>
        </p:nvSpPr>
        <p:spPr>
          <a:xfrm>
            <a:off x="3303418"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/compact</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/compact summarizes your entire conversation while preserving the key things Claude has learned. Best when Claude has gained valuable project knowledge and you want to keep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when the conversation has become long but contains important context you want to carry into the next related task.</a:t>
            </a:r>
            <a:endParaRPr/>
          </a:p>
        </p:txBody>
      </p:sp>
      <p:sp>
        <p:nvSpPr>
          <p:cNvPr id="715" name="Google Shape;715;p67"/>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Controlling Your Conversation</a:t>
            </a:r>
            <a:endParaRPr/>
          </a:p>
        </p:txBody>
      </p:sp>
      <p:sp>
        <p:nvSpPr>
          <p:cNvPr id="716" name="Google Shape;716;p67"/>
          <p:cNvSpPr txBox="1"/>
          <p:nvPr>
            <p:ph idx="4"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sp>
        <p:nvSpPr>
          <p:cNvPr id="717" name="Google Shape;717;p67"/>
          <p:cNvSpPr txBox="1"/>
          <p:nvPr>
            <p:ph idx="3" type="body"/>
          </p:nvPr>
        </p:nvSpPr>
        <p:spPr>
          <a:xfrm>
            <a:off x="6061399"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/clear</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/clear starts a fresh conversation with no context. Best when switching to a completely unrelated task and the current context might confuse Claude.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cleared conversation isn’t lost — /resume lets you return to it. /clear doesn’t remove it from your session history.</a:t>
            </a:r>
            <a:endParaRPr/>
          </a:p>
        </p:txBody>
      </p:sp>
      <p:sp>
        <p:nvSpPr>
          <p:cNvPr id="718" name="Google Shape;718;p6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67"/>
          <p:cNvSpPr txBox="1"/>
          <p:nvPr>
            <p:ph idx="1" type="body"/>
          </p:nvPr>
        </p:nvSpPr>
        <p:spPr>
          <a:xfrm>
            <a:off x="545450"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Setup</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Run /install-github-app inside Claude to start. It installs the Claude Code app on GitHub, adds your API key, and generates a PR that adds workflow files to .github/workflows.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Once you merge the generated PR, both workflows are active. You can customize them later to fit your project’s setup steps and tooling.</a:t>
            </a:r>
            <a:endParaRPr/>
          </a:p>
        </p:txBody>
      </p:sp>
      <p:sp>
        <p:nvSpPr>
          <p:cNvPr id="714" name="Google Shape;714;p67"/>
          <p:cNvSpPr txBox="1"/>
          <p:nvPr>
            <p:ph idx="2" type="body"/>
          </p:nvPr>
        </p:nvSpPr>
        <p:spPr>
          <a:xfrm>
            <a:off x="3303418"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Mention Action</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Mention Claude in any issue or pull request with @claude. Claude analyzes the request, creates a task plan, executes with full repo access, and responds directly in the issue or PR.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Works inside the conversation thread, so you stay in GitHub. Claude has access to your codebase via the workflow runner.</a:t>
            </a:r>
            <a:endParaRPr/>
          </a:p>
        </p:txBody>
      </p:sp>
      <p:sp>
        <p:nvSpPr>
          <p:cNvPr id="715" name="Google Shape;715;p67"/>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GitHub Integration</a:t>
            </a:r>
            <a:endParaRPr/>
          </a:p>
        </p:txBody>
      </p:sp>
      <p:sp>
        <p:nvSpPr>
          <p:cNvPr id="716" name="Google Shape;716;p67"/>
          <p:cNvSpPr txBox="1"/>
          <p:nvPr>
            <p:ph idx="4"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sp>
        <p:nvSpPr>
          <p:cNvPr id="717" name="Google Shape;717;p67"/>
          <p:cNvSpPr txBox="1"/>
          <p:nvPr>
            <p:ph idx="3" type="body"/>
          </p:nvPr>
        </p:nvSpPr>
        <p:spPr>
          <a:xfrm>
            <a:off x="6061399"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Pull Request Action</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Whenever a PR is created, Claude automatically reviews the proposed changes, analyzes the impact, and posts a detailed report on the pull request — no manual trigger required.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Catches issues automatically before review. You can disable or scope it down later if it’s too chatty on certain repos.</a:t>
            </a:r>
            <a:endParaRPr/>
          </a:p>
        </p:txBody>
      </p:sp>
      <p:sp>
        <p:nvSpPr>
          <p:cNvPr id="718" name="Google Shape;718;p6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70"/>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Adding MCP Servers</a:t>
            </a:r>
            <a:endParaRPr/>
          </a:p>
        </p:txBody>
      </p:sp>
      <p:sp>
        <p:nvSpPr>
          <p:cNvPr id="741" name="Google Shape;741;p70"/>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Claude Code Fundamentals</a:t>
            </a:r>
            <a:endParaRPr/>
          </a:p>
        </p:txBody>
      </p:sp>
      <p:sp>
        <p:nvSpPr>
          <p:cNvPr id="742" name="Google Shape;742;p70"/>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Extend Claude with New Tools</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MCP (Model Context Protocol) servers run locally or remotely and give Claude new tools — database access, browser control, API testing, cloud integrations. Run claude mcp add in your terminal to register one.</a:t>
            </a:r>
            <a:endParaRPr/>
          </a:p>
          <a:p>
            <a:pPr indent="0" lvl="0" marL="0" rtl="0" algn="l">
              <a:spcBef>
                <a:spcPts val="0"/>
              </a:spcBef>
              <a:spcAft>
                <a:spcPts val="0"/>
              </a:spcAft>
              <a:buNone/>
            </a:pPr>
            <a:r>
              <a:rPr lang="en"/>
              <a:t>To skip permission prompts every time, pre-approve the server in .claude/settings.local.json. Note the double underscore in mcp__playwright. Playwright is one of the most popular MCP servers — it gives Claude a real browser to drive.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001" name="code"/>
          <p:cNvSpPr txBox="1"/>
          <p:nvPr/>
        </p:nvSpPr>
        <p:spPr>
          <a:xfrm>
            <a:off x="4688750" y="1068400"/>
            <a:ext cx="3909900" cy="3260448"/>
          </a:xfrm>
          <a:prstGeom prst="rect">
            <a:avLst/>
          </a:prstGeom>
          <a:solidFill>
            <a:srgbClr val="F4F4F4"/>
          </a:solidFill>
          <a:ln>
            <a:noFill/>
          </a:ln>
        </p:spPr>
        <p:txBody>
          <a:bodyPr anchorCtr="0" anchor="t" bIns="200000" lIns="200000" spcFirstLastPara="1" rIns="200000" wrap="square" tIns="200000">
            <a:noAutofit/>
          </a:bodyPr>
          <a:lstStyle/>
          <a:p>
            <a:pPr indent="0" lvl="0" marL="0" rtl="0" algn="l">
              <a:spcBef>
                <a:spcPts val="0"/>
              </a:spcBef>
              <a:spcAft>
                <a:spcPts val="0"/>
              </a:spcAft>
              <a:buNone/>
            </a:pPr>
            <a:r>
              <a:rPr lang="en" sz="800" b="1"/>
              <a:t>Install Playwright MCP</a:t>
            </a:r>
          </a:p>
          <a:p>
            <a:pPr indent="0" lvl="0" marL="0" rtl="0" algn="l">
              <a:spcBef>
                <a:spcPts val="0"/>
              </a:spcBef>
              <a:spcAft>
                <a:spcPts val="0"/>
              </a:spcAft>
              <a:buNone/>
            </a:pPr>
            <a:r>
              <a:rPr lang="en" sz="800">
                <a:latin typeface="Courier New"/>
              </a:rPr>
              <a:t>claude mcp add playwright</a:t>
            </a:r>
          </a:p>
          <a:p>
            <a:pPr indent="0" lvl="0" marL="0" rtl="0" algn="l">
              <a:spcBef>
                <a:spcPts val="0"/>
              </a:spcBef>
              <a:spcAft>
                <a:spcPts val="0"/>
              </a:spcAft>
              <a:buNone/>
            </a:pPr>
            <a:r>
              <a:rPr lang="en" sz="800">
                <a:latin typeface="Courier New"/>
              </a:rPr>
              <a:t xml:space="preserve">  npx @playwright/mcp@latest</a:t>
            </a:r>
          </a:p>
          <a:p>
            <a:pPr indent="0" lvl="0" marL="0" rtl="0" algn="l">
              <a:spcBef>
                <a:spcPts val="0"/>
              </a:spcBef>
              <a:spcAft>
                <a:spcPts val="0"/>
              </a:spcAft>
              <a:buNone/>
            </a:pPr>
            <a:r>
              <a:rPr lang="en" sz="800">
                <a:latin typeface="Courier New"/>
              </a:rPr>
              <a:t/>
            </a:r>
          </a:p>
          <a:p>
            <a:pPr indent="0" lvl="0" marL="0" rtl="0" algn="l">
              <a:spcBef>
                <a:spcPts val="0"/>
              </a:spcBef>
              <a:spcAft>
                <a:spcPts val="0"/>
              </a:spcAft>
              <a:buNone/>
            </a:pPr>
            <a:r>
              <a:rPr lang="en" sz="800" b="1"/>
              <a:t>.claude/settings.local.json</a:t>
            </a:r>
          </a:p>
          <a:p>
            <a:pPr indent="0" lvl="0" marL="0" rtl="0" algn="l">
              <a:spcBef>
                <a:spcPts val="0"/>
              </a:spcBef>
              <a:spcAft>
                <a:spcPts val="0"/>
              </a:spcAft>
              <a:buNone/>
            </a:pPr>
            <a:r>
              <a:rPr lang="en" sz="800">
                <a:latin typeface="Courier New"/>
              </a:rPr>
              <a:t>{</a:t>
            </a:r>
          </a:p>
          <a:p>
            <a:pPr indent="0" lvl="0" marL="0" rtl="0" algn="l">
              <a:spcBef>
                <a:spcPts val="0"/>
              </a:spcBef>
              <a:spcAft>
                <a:spcPts val="0"/>
              </a:spcAft>
              <a:buNone/>
            </a:pPr>
            <a:r>
              <a:rPr lang="en" sz="800">
                <a:latin typeface="Courier New"/>
              </a:rPr>
              <a:t xml:space="preserve">  "permissions": {</a:t>
            </a:r>
          </a:p>
          <a:p>
            <a:pPr indent="0" lvl="0" marL="0" rtl="0" algn="l">
              <a:spcBef>
                <a:spcPts val="0"/>
              </a:spcBef>
              <a:spcAft>
                <a:spcPts val="0"/>
              </a:spcAft>
              <a:buNone/>
            </a:pPr>
            <a:r>
              <a:rPr lang="en" sz="800">
                <a:latin typeface="Courier New"/>
              </a:rPr>
              <a:t xml:space="preserve">    "allow": [</a:t>
            </a:r>
          </a:p>
          <a:p>
            <a:pPr indent="0" lvl="0" marL="0" rtl="0" algn="l">
              <a:spcBef>
                <a:spcPts val="0"/>
              </a:spcBef>
              <a:spcAft>
                <a:spcPts val="0"/>
              </a:spcAft>
              <a:buNone/>
            </a:pPr>
            <a:r>
              <a:rPr lang="en" sz="800">
                <a:latin typeface="Courier New"/>
              </a:rPr>
              <a:t xml:space="preserve">      "mcp__playwright"</a:t>
            </a:r>
          </a:p>
          <a:p>
            <a:pPr indent="0" lvl="0" marL="0" rtl="0" algn="l">
              <a:spcBef>
                <a:spcPts val="0"/>
              </a:spcBef>
              <a:spcAft>
                <a:spcPts val="0"/>
              </a:spcAft>
              <a:buNone/>
            </a:pPr>
            <a:r>
              <a:rPr lang="en" sz="800">
                <a:latin typeface="Courier New"/>
              </a:rPr>
              <a:t xml:space="preserve">    ],</a:t>
            </a:r>
          </a:p>
          <a:p>
            <a:pPr indent="0" lvl="0" marL="0" rtl="0" algn="l">
              <a:spcBef>
                <a:spcPts val="0"/>
              </a:spcBef>
              <a:spcAft>
                <a:spcPts val="0"/>
              </a:spcAft>
              <a:buNone/>
            </a:pPr>
            <a:r>
              <a:rPr lang="en" sz="800">
                <a:latin typeface="Courier New"/>
              </a:rPr>
              <a:t xml:space="preserve">    "deny": []</a:t>
            </a:r>
          </a:p>
          <a:p>
            <a:pPr indent="0" lvl="0" marL="0" rtl="0" algn="l">
              <a:spcBef>
                <a:spcPts val="0"/>
              </a:spcBef>
              <a:spcAft>
                <a:spcPts val="0"/>
              </a:spcAft>
              <a:buNone/>
            </a:pPr>
            <a:r>
              <a:rPr lang="en" sz="800">
                <a:latin typeface="Courier New"/>
              </a:rPr>
              <a:t xml:space="preserve">  }</a:t>
            </a:r>
          </a:p>
          <a:p>
            <a:pPr indent="0" lvl="0" marL="0" rtl="0" algn="l">
              <a:spcBef>
                <a:spcPts val="0"/>
              </a:spcBef>
              <a:spcAft>
                <a:spcPts val="0"/>
              </a:spcAft>
              <a:buNone/>
            </a:pPr>
            <a:r>
              <a:rPr lang="en" sz="800">
                <a:latin typeface="Courier New"/>
              </a:rPr>
              <a:t>}</a:t>
            </a:r>
          </a:p>
        </p:txBody>
      </p:sp>
    </p:spTree>
  </p:cSld>
  <p:clrMapOvr>
    <a:masterClrMapping/>
  </p:clrMapOvr>
</p:sld>
</file>

<file path=ppt/theme/theme1.xml><?xml version="1.0" encoding="utf-8"?>
<a:theme xmlns:a="http://schemas.openxmlformats.org/drawingml/2006/main" xmlns:r="http://schemas.openxmlformats.org/officeDocument/2006/relationships" name="LIN3S - TEMPLATE">
  <a:themeElements>
    <a:clrScheme name="Simple Light">
      <a:dk1>
        <a:srgbClr val="131313"/>
      </a:dk1>
      <a:lt1>
        <a:srgbClr val="FFFFFF"/>
      </a:lt1>
      <a:dk2>
        <a:srgbClr val="131313"/>
      </a:dk2>
      <a:lt2>
        <a:srgbClr val="FFFFFF"/>
      </a:lt2>
      <a:accent1>
        <a:srgbClr val="FF3535"/>
      </a:accent1>
      <a:accent2>
        <a:srgbClr val="003EFF"/>
      </a:accent2>
      <a:accent3>
        <a:srgbClr val="00F789"/>
      </a:accent3>
      <a:accent4>
        <a:srgbClr val="FFF527"/>
      </a:accent4>
      <a:accent5>
        <a:srgbClr val="B883F6"/>
      </a:accent5>
      <a:accent6>
        <a:srgbClr val="00D6FF"/>
      </a:accent6>
      <a:hlink>
        <a:srgbClr val="003E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