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3.xml"/>
  <Override ContentType="application/vnd.openxmlformats-officedocument.presentationml.slide+xml" PartName="/ppt/slides/slide47.xml"/>
  <Override ContentType="application/vnd.openxmlformats-officedocument.presentationml.slide+xml" PartName="/ppt/slides/slide16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5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5"/>
  </p:sldMasterIdLst>
  <p:notesMasterIdLst>
    <p:notesMasterId r:id="rId6"/>
  </p:notesMasterIdLst>
  <p:sldIdLst>
    <p:sldId id="256" r:id="rId7"/>
    <p:sldId id="261" r:id="rId12"/>
    <p:sldId id="271" r:id="rId22"/>
    <p:sldId id="270" r:id="rId21"/>
    <p:sldId id="266" r:id="rId17"/>
    <p:sldId id="269" r:id="rId20"/>
    <p:sldId id="268" r:id="rId19"/>
    <p:sldId id="303" r:id="rId58"/>
    <p:sldId id="307" r:id="rId62"/>
    <p:sldId id="308" r:id="rId63"/>
    <p:sldId id="313" r:id="rId68"/>
    <p:sldId id="304" r:id="rId59"/>
    <p:sldId id="310" r:id="rId65"/>
    <p:sldId id="314" r:id="rId69"/>
    <p:sldId id="315" r:id="rId70"/>
    <p:sldId id="305" r:id="rId60"/>
    <p:sldId id="316" r:id="rId71"/>
    <p:sldId id="311" r:id="rId66"/>
    <p:sldId id="306" r:id="rId61"/>
    <p:sldId id="317" r:id="rId72"/>
    <p:sldId id="312" r:id="rId67"/>
    <p:sldId id="309" r:id="rId64"/>
    <p:sldId id="302" r:id="rId53"/>
  </p:sldIdLst>
  <p:sldSz cy="5143500" cx="9144000"/>
  <p:notesSz cx="6858000" cy="9144000"/>
  <p:embeddedFontLst>
    <p:embeddedFont>
      <p:font typeface="Inter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B500A8-5D39-4616-942E-E305811629E9}">
  <a:tblStyle styleId="{DAB500A8-5D39-4616-942E-E305811629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975787F-176D-4D19-A15C-1BD4523DBC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53" Type="http://schemas.openxmlformats.org/officeDocument/2006/relationships/slide" Target="slides/slide47.xml"/><Relationship Id="rId55" Type="http://schemas.openxmlformats.org/officeDocument/2006/relationships/font" Target="fonts/Inter-bold.fntdata"/><Relationship Id="rId54" Type="http://schemas.openxmlformats.org/officeDocument/2006/relationships/font" Target="fonts/Inter-regular.fntdata"/><Relationship Id="rId57" Type="http://schemas.openxmlformats.org/officeDocument/2006/relationships/font" Target="fonts/Inter-boldItalic.fntdata"/><Relationship Id="rId12" Type="http://schemas.openxmlformats.org/officeDocument/2006/relationships/slide" Target="slides/slide6.xml"/><Relationship Id="rId56" Type="http://schemas.openxmlformats.org/officeDocument/2006/relationships/font" Target="fonts/Inter-italic.fntdata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9e12ac71b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9e12ac71b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9b7607228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9b7607228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9e5b6a1de9_6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9e5b6a1de9_6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9e5b6a1de9_6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9e5b6a1de9_6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9e5b6a1de9_6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9e5b6a1de9_6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9e5b6a1de9_6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9e5b6a1de9_6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9e5b6a1de9_6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9e5b6a1de9_6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9e12ac71b3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9e12ac71b3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OVER" type="blank">
  <p:cSld name="BLANK">
    <p:bg>
      <p:bgPr>
        <a:solidFill>
          <a:srgbClr val="13131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 rot="10800000">
            <a:off x="545450" y="43879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3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4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1" name="Google Shape;2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1 - black">
  <p:cSld name="BLANK_4">
    <p:bg>
      <p:bgPr>
        <a:solidFill>
          <a:srgbClr val="131313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5" name="Google Shape;25;p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" name="Google Shape;28;p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3"/>
          <p:cNvSpPr txBox="1"/>
          <p:nvPr>
            <p:ph idx="2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1">
  <p:cSld name="BLANK_4_1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33" name="Google Shape;33;p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" name="Google Shape;34;p4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2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8" name="Google Shape;3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X - END">
  <p:cSld name="BLANK_3">
    <p:bg>
      <p:bgPr>
        <a:solidFill>
          <a:srgbClr val="131313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>
            <p:ph type="ctrTitle"/>
          </p:nvPr>
        </p:nvSpPr>
        <p:spPr>
          <a:xfrm>
            <a:off x="545450" y="1448400"/>
            <a:ext cx="52953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2" name="Google Shape;42;p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5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5"/>
          <p:cNvCxnSpPr/>
          <p:nvPr/>
        </p:nvCxnSpPr>
        <p:spPr>
          <a:xfrm>
            <a:off x="6527025" y="846400"/>
            <a:ext cx="0" cy="3541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6760350" y="1526688"/>
            <a:ext cx="1838100" cy="23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6" name="Google Shape;46;p5"/>
          <p:cNvCxnSpPr/>
          <p:nvPr/>
        </p:nvCxnSpPr>
        <p:spPr>
          <a:xfrm flipH="1" rot="10800000">
            <a:off x="545450" y="43879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5"/>
          <p:cNvSpPr txBox="1"/>
          <p:nvPr>
            <p:ph idx="2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3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4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52" name="Google Shape;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COVER">
  <p:cSld name="BLANK_2">
    <p:bg>
      <p:bgPr>
        <a:solidFill>
          <a:srgbClr val="13131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ctrTitle"/>
          </p:nvPr>
        </p:nvSpPr>
        <p:spPr>
          <a:xfrm>
            <a:off x="545450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6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1926550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idx="2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9" name="Google Shape;59;p6"/>
          <p:cNvCxnSpPr/>
          <p:nvPr/>
        </p:nvCxnSpPr>
        <p:spPr>
          <a:xfrm>
            <a:off x="545450" y="4394822"/>
            <a:ext cx="39123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6"/>
          <p:cNvSpPr txBox="1"/>
          <p:nvPr>
            <p:ph idx="3" type="subTitle"/>
          </p:nvPr>
        </p:nvSpPr>
        <p:spPr>
          <a:xfrm>
            <a:off x="545450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4" type="subTitle"/>
          </p:nvPr>
        </p:nvSpPr>
        <p:spPr>
          <a:xfrm>
            <a:off x="545450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5" type="subTitle"/>
          </p:nvPr>
        </p:nvSpPr>
        <p:spPr>
          <a:xfrm>
            <a:off x="2617088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6" type="subTitle"/>
          </p:nvPr>
        </p:nvSpPr>
        <p:spPr>
          <a:xfrm>
            <a:off x="2617088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64" name="Google Shape;6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2 - black">
  <p:cSld name="BLANK_2_2">
    <p:bg>
      <p:bgPr>
        <a:solidFill>
          <a:srgbClr val="13131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ctrTitle"/>
          </p:nvPr>
        </p:nvSpPr>
        <p:spPr>
          <a:xfrm>
            <a:off x="545450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67" name="Google Shape;67;p7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7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1926550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0" name="Google Shape;70;p7"/>
          <p:cNvCxnSpPr/>
          <p:nvPr/>
        </p:nvCxnSpPr>
        <p:spPr>
          <a:xfrm>
            <a:off x="545450" y="4555322"/>
            <a:ext cx="391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7"/>
          <p:cNvSpPr txBox="1"/>
          <p:nvPr>
            <p:ph idx="2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72" name="Google Shape;7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3 - black">
  <p:cSld name="BLANK_2_2_2">
    <p:bg>
      <p:bgPr>
        <a:solidFill>
          <a:srgbClr val="13131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5" name="Google Shape;75;p8"/>
          <p:cNvCxnSpPr/>
          <p:nvPr/>
        </p:nvCxnSpPr>
        <p:spPr>
          <a:xfrm flipH="1" rot="10800000">
            <a:off x="4688725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8"/>
          <p:cNvCxnSpPr/>
          <p:nvPr/>
        </p:nvCxnSpPr>
        <p:spPr>
          <a:xfrm flipH="1" rot="10800000">
            <a:off x="4688725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8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8" name="Google Shape;78;p8"/>
          <p:cNvCxnSpPr/>
          <p:nvPr/>
        </p:nvCxnSpPr>
        <p:spPr>
          <a:xfrm>
            <a:off x="4688725" y="4555322"/>
            <a:ext cx="391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8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0" name="Google Shape;8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1325" y="525445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2">
  <p:cSld name="BLANK_2_2_1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type="ctrTitle"/>
          </p:nvPr>
        </p:nvSpPr>
        <p:spPr>
          <a:xfrm>
            <a:off x="545450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3" name="Google Shape;83;p9"/>
          <p:cNvCxnSpPr/>
          <p:nvPr/>
        </p:nvCxnSpPr>
        <p:spPr>
          <a:xfrm>
            <a:off x="545450" y="4555322"/>
            <a:ext cx="391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9"/>
          <p:cNvSpPr txBox="1"/>
          <p:nvPr>
            <p:ph idx="1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5" name="Google Shape;85;p9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9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9"/>
          <p:cNvSpPr txBox="1"/>
          <p:nvPr>
            <p:ph idx="2" type="subTitle"/>
          </p:nvPr>
        </p:nvSpPr>
        <p:spPr>
          <a:xfrm>
            <a:off x="1926550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3">
  <p:cSld name="BLANK_2_2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1" name="Google Shape;91;p10"/>
          <p:cNvCxnSpPr/>
          <p:nvPr/>
        </p:nvCxnSpPr>
        <p:spPr>
          <a:xfrm>
            <a:off x="4688725" y="4555322"/>
            <a:ext cx="391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0"/>
          <p:cNvSpPr txBox="1"/>
          <p:nvPr>
            <p:ph idx="1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3" name="Google Shape;93;p10"/>
          <p:cNvCxnSpPr/>
          <p:nvPr/>
        </p:nvCxnSpPr>
        <p:spPr>
          <a:xfrm flipH="1" rot="10800000">
            <a:off x="4688725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0"/>
          <p:cNvCxnSpPr/>
          <p:nvPr/>
        </p:nvCxnSpPr>
        <p:spPr>
          <a:xfrm flipH="1" rot="10800000">
            <a:off x="4688725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0"/>
          <p:cNvSpPr txBox="1"/>
          <p:nvPr>
            <p:ph idx="2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6" name="Google Shape;9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1338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COVER">
  <p:cSld name="BLANK_2_1">
    <p:bg>
      <p:bgPr>
        <a:solidFill>
          <a:srgbClr val="13131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99" name="Google Shape;99;p11"/>
          <p:cNvCxnSpPr/>
          <p:nvPr/>
        </p:nvCxnSpPr>
        <p:spPr>
          <a:xfrm flipH="1" rot="10800000">
            <a:off x="4688725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1"/>
          <p:cNvCxnSpPr/>
          <p:nvPr/>
        </p:nvCxnSpPr>
        <p:spPr>
          <a:xfrm flipH="1" rot="10800000">
            <a:off x="4688725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1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2" type="subTitle"/>
          </p:nvPr>
        </p:nvSpPr>
        <p:spPr>
          <a:xfrm>
            <a:off x="4688725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03" name="Google Shape;103;p11"/>
          <p:cNvCxnSpPr/>
          <p:nvPr/>
        </p:nvCxnSpPr>
        <p:spPr>
          <a:xfrm>
            <a:off x="4687525" y="4394822"/>
            <a:ext cx="39123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1"/>
          <p:cNvSpPr txBox="1"/>
          <p:nvPr>
            <p:ph idx="3" type="subTitle"/>
          </p:nvPr>
        </p:nvSpPr>
        <p:spPr>
          <a:xfrm>
            <a:off x="4687525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4" type="subTitle"/>
          </p:nvPr>
        </p:nvSpPr>
        <p:spPr>
          <a:xfrm>
            <a:off x="4687525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5" type="subTitle"/>
          </p:nvPr>
        </p:nvSpPr>
        <p:spPr>
          <a:xfrm>
            <a:off x="6759163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6" type="subTitle"/>
          </p:nvPr>
        </p:nvSpPr>
        <p:spPr>
          <a:xfrm>
            <a:off x="6759163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08" name="Google Shape;10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1325" y="525445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COVER">
  <p:cSld name="BLANK_1"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cxnSp>
        <p:nvCxnSpPr>
          <p:cNvPr id="111" name="Google Shape;111;p1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2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114" name="Google Shape;114;p12"/>
          <p:cNvSpPr txBox="1"/>
          <p:nvPr>
            <p:ph idx="2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115" name="Google Shape;115;p12"/>
          <p:cNvCxnSpPr/>
          <p:nvPr/>
        </p:nvCxnSpPr>
        <p:spPr>
          <a:xfrm flipH="1" rot="10800000">
            <a:off x="545450" y="43879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2"/>
          <p:cNvSpPr txBox="1"/>
          <p:nvPr>
            <p:ph idx="3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17" name="Google Shape;117;p12"/>
          <p:cNvSpPr txBox="1"/>
          <p:nvPr>
            <p:ph idx="4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18" name="Google Shape;118;p12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" name="Google Shape;119;p12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pic>
        <p:nvPicPr>
          <p:cNvPr id="120" name="Google Shape;12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COVER">
  <p:cSld name="BLANK_1_1"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ctrTitle"/>
          </p:nvPr>
        </p:nvSpPr>
        <p:spPr>
          <a:xfrm>
            <a:off x="545450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3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3"/>
          <p:cNvCxnSpPr/>
          <p:nvPr/>
        </p:nvCxnSpPr>
        <p:spPr>
          <a:xfrm>
            <a:off x="545450" y="4394822"/>
            <a:ext cx="391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3"/>
          <p:cNvSpPr txBox="1"/>
          <p:nvPr>
            <p:ph idx="1" type="subTitle"/>
          </p:nvPr>
        </p:nvSpPr>
        <p:spPr>
          <a:xfrm>
            <a:off x="1926550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2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545450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4" type="subTitle"/>
          </p:nvPr>
        </p:nvSpPr>
        <p:spPr>
          <a:xfrm>
            <a:off x="545450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5" type="subTitle"/>
          </p:nvPr>
        </p:nvSpPr>
        <p:spPr>
          <a:xfrm>
            <a:off x="2617088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6" type="subTitle"/>
          </p:nvPr>
        </p:nvSpPr>
        <p:spPr>
          <a:xfrm>
            <a:off x="2617088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2" name="Google Shape;1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COVER">
  <p:cSld name="BLANK_1_1_1"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cxnSp>
        <p:nvCxnSpPr>
          <p:cNvPr id="135" name="Google Shape;135;p14"/>
          <p:cNvCxnSpPr/>
          <p:nvPr/>
        </p:nvCxnSpPr>
        <p:spPr>
          <a:xfrm flipH="1" rot="10800000">
            <a:off x="4688725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4"/>
          <p:cNvCxnSpPr/>
          <p:nvPr/>
        </p:nvCxnSpPr>
        <p:spPr>
          <a:xfrm flipH="1" rot="10800000">
            <a:off x="4688725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4"/>
          <p:cNvCxnSpPr/>
          <p:nvPr/>
        </p:nvCxnSpPr>
        <p:spPr>
          <a:xfrm>
            <a:off x="4687525" y="4394822"/>
            <a:ext cx="391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2" type="subTitle"/>
          </p:nvPr>
        </p:nvSpPr>
        <p:spPr>
          <a:xfrm>
            <a:off x="4688725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3" type="subTitle"/>
          </p:nvPr>
        </p:nvSpPr>
        <p:spPr>
          <a:xfrm>
            <a:off x="4687525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4" type="subTitle"/>
          </p:nvPr>
        </p:nvSpPr>
        <p:spPr>
          <a:xfrm>
            <a:off x="4687525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5" type="subTitle"/>
          </p:nvPr>
        </p:nvSpPr>
        <p:spPr>
          <a:xfrm>
            <a:off x="6759163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6" type="subTitle"/>
          </p:nvPr>
        </p:nvSpPr>
        <p:spPr>
          <a:xfrm>
            <a:off x="6759163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44" name="Google Shape;14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1338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TITLE">
  <p:cSld name="BLANK_1_1_1_1"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47" name="Google Shape;147;p1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5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15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TITLE - 2">
  <p:cSld name="BLANK_1_1_1_1_8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1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56" name="Google Shape;156;p1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16"/>
          <p:cNvSpPr txBox="1"/>
          <p:nvPr>
            <p:ph type="ctrTitle"/>
          </p:nvPr>
        </p:nvSpPr>
        <p:spPr>
          <a:xfrm>
            <a:off x="545450" y="368250"/>
            <a:ext cx="8053200" cy="838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58" name="Google Shape;158;p16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6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0" name="Google Shape;16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INDEX">
  <p:cSld name="BLANK_1_1_1_1_6"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17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7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5" name="Google Shape;165;p17"/>
          <p:cNvCxnSpPr/>
          <p:nvPr/>
        </p:nvCxnSpPr>
        <p:spPr>
          <a:xfrm>
            <a:off x="545450" y="1205389"/>
            <a:ext cx="2537400" cy="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7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7"/>
          <p:cNvSpPr txBox="1"/>
          <p:nvPr>
            <p:ph type="ctrTitle"/>
          </p:nvPr>
        </p:nvSpPr>
        <p:spPr>
          <a:xfrm>
            <a:off x="545450" y="368250"/>
            <a:ext cx="2304300" cy="83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cxnSp>
        <p:nvCxnSpPr>
          <p:cNvPr id="168" name="Google Shape;168;p17"/>
          <p:cNvCxnSpPr/>
          <p:nvPr/>
        </p:nvCxnSpPr>
        <p:spPr>
          <a:xfrm>
            <a:off x="3082950" y="369400"/>
            <a:ext cx="0" cy="41826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552900" y="1334614"/>
            <a:ext cx="2304300" cy="5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3998175" y="5809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4" type="body"/>
          </p:nvPr>
        </p:nvSpPr>
        <p:spPr>
          <a:xfrm>
            <a:off x="6757950" y="5809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3998175" y="1708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6" type="body"/>
          </p:nvPr>
        </p:nvSpPr>
        <p:spPr>
          <a:xfrm>
            <a:off x="6757950" y="1708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998175" y="2842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8" type="body"/>
          </p:nvPr>
        </p:nvSpPr>
        <p:spPr>
          <a:xfrm>
            <a:off x="6757950" y="2842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76" name="Google Shape;17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TITLE BLACK">
  <p:cSld name="BLANK_1_1_1_1_5">
    <p:bg>
      <p:bgPr>
        <a:solidFill>
          <a:srgbClr val="131313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79" name="Google Shape;179;p18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8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8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TITLE BLACK - 2">
  <p:cSld name="BLANK_1_1_1_1_5_1">
    <p:bg>
      <p:bgPr>
        <a:solidFill>
          <a:srgbClr val="13131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19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8" name="Google Shape;188;p1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19"/>
          <p:cNvSpPr txBox="1"/>
          <p:nvPr>
            <p:ph type="ctrTitle"/>
          </p:nvPr>
        </p:nvSpPr>
        <p:spPr>
          <a:xfrm>
            <a:off x="545450" y="368250"/>
            <a:ext cx="8053200" cy="838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90" name="Google Shape;190;p19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9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BLANK - BLACK">
  <p:cSld name="BLANK_1_1_1_1_4">
    <p:bg>
      <p:bgPr>
        <a:solidFill>
          <a:srgbClr val="131313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20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0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BLANK">
  <p:cSld name="BLANK_1_1_1_1_4_1"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21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1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1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1 - 2">
  <p:cSld name="BLANK_1_1_1_1_3"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" type="body"/>
          </p:nvPr>
        </p:nvSpPr>
        <p:spPr>
          <a:xfrm>
            <a:off x="545450" y="1569224"/>
            <a:ext cx="3909900" cy="27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7" name="Google Shape;207;p22"/>
          <p:cNvSpPr txBox="1"/>
          <p:nvPr>
            <p:ph idx="2" type="body"/>
          </p:nvPr>
        </p:nvSpPr>
        <p:spPr>
          <a:xfrm>
            <a:off x="4688725" y="1569150"/>
            <a:ext cx="3909900" cy="27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8" name="Google Shape;208;p22"/>
          <p:cNvSpPr txBox="1"/>
          <p:nvPr>
            <p:ph type="ctrTitle"/>
          </p:nvPr>
        </p:nvSpPr>
        <p:spPr>
          <a:xfrm>
            <a:off x="545450" y="368250"/>
            <a:ext cx="8053200" cy="831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09" name="Google Shape;209;p2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2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2"/>
          <p:cNvSpPr txBox="1"/>
          <p:nvPr>
            <p:ph idx="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12" name="Google Shape;212;p2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3" name="Google Shape;213;p22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4" name="Google Shape;21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1">
  <p:cSld name="BLANK_1_1_1_1_3_3"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545450" y="1218750"/>
            <a:ext cx="39099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7" name="Google Shape;217;p23"/>
          <p:cNvSpPr txBox="1"/>
          <p:nvPr>
            <p:ph idx="2" type="body"/>
          </p:nvPr>
        </p:nvSpPr>
        <p:spPr>
          <a:xfrm>
            <a:off x="4688725" y="1218750"/>
            <a:ext cx="39099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19" name="Google Shape;219;p2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3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3"/>
          <p:cNvSpPr txBox="1"/>
          <p:nvPr>
            <p:ph idx="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23" name="Google Shape;223;p23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2">
  <p:cSld name="BLANK_1_1_1_1_3_2"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7" name="Google Shape;227;p24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8" name="Google Shape;228;p24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9" name="Google Shape;229;p24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30" name="Google Shape;230;p2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4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4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34" name="Google Shape;234;p24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2 - 2">
  <p:cSld name="BLANK_1_1_1_1_3_2_1"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545450" y="1569025"/>
            <a:ext cx="2537100" cy="27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38" name="Google Shape;238;p25"/>
          <p:cNvSpPr txBox="1"/>
          <p:nvPr>
            <p:ph idx="2" type="body"/>
          </p:nvPr>
        </p:nvSpPr>
        <p:spPr>
          <a:xfrm>
            <a:off x="3303419" y="1569025"/>
            <a:ext cx="2537100" cy="27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39" name="Google Shape;239;p25"/>
          <p:cNvSpPr txBox="1"/>
          <p:nvPr>
            <p:ph idx="3" type="body"/>
          </p:nvPr>
        </p:nvSpPr>
        <p:spPr>
          <a:xfrm>
            <a:off x="6061400" y="1569025"/>
            <a:ext cx="2537100" cy="27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40" name="Google Shape;240;p25"/>
          <p:cNvSpPr txBox="1"/>
          <p:nvPr>
            <p:ph type="ctrTitle"/>
          </p:nvPr>
        </p:nvSpPr>
        <p:spPr>
          <a:xfrm>
            <a:off x="545450" y="368250"/>
            <a:ext cx="8053200" cy="838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5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5" name="Google Shape;245;p25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6" name="Google Shape;24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01 - black">
  <p:cSld name="BLANK_1_1_1_1_3_2_1_1">
    <p:bg>
      <p:bgPr>
        <a:solidFill>
          <a:srgbClr val="131313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26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6"/>
          <p:cNvSpPr/>
          <p:nvPr/>
        </p:nvSpPr>
        <p:spPr>
          <a:xfrm>
            <a:off x="4688600" y="587850"/>
            <a:ext cx="3909900" cy="3740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"/>
          <p:cNvSpPr txBox="1"/>
          <p:nvPr>
            <p:ph type="title"/>
          </p:nvPr>
        </p:nvSpPr>
        <p:spPr>
          <a:xfrm>
            <a:off x="55085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51" name="Google Shape;251;p2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6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6"/>
          <p:cNvSpPr txBox="1"/>
          <p:nvPr>
            <p:ph idx="2" type="body"/>
          </p:nvPr>
        </p:nvSpPr>
        <p:spPr>
          <a:xfrm>
            <a:off x="53787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5" name="Google Shape;25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01">
  <p:cSld name="BLANK_1_1_1_1_3_2_1_1_4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/>
          <p:nvPr/>
        </p:nvSpPr>
        <p:spPr>
          <a:xfrm>
            <a:off x="4688600" y="587850"/>
            <a:ext cx="3909900" cy="3740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55085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27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27"/>
          <p:cNvSpPr txBox="1"/>
          <p:nvPr>
            <p:ph idx="2" type="body"/>
          </p:nvPr>
        </p:nvSpPr>
        <p:spPr>
          <a:xfrm>
            <a:off x="53787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2" name="Google Shape;262;p27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7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7"/>
          <p:cNvSpPr txBox="1"/>
          <p:nvPr>
            <p:ph idx="3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IMAGE - 01">
  <p:cSld name="BLANK_1_1_1_1_3_2_1_1_3">
    <p:bg>
      <p:bgPr>
        <a:solidFill>
          <a:srgbClr val="131313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8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28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8"/>
          <p:cNvSpPr txBox="1"/>
          <p:nvPr>
            <p:ph type="title"/>
          </p:nvPr>
        </p:nvSpPr>
        <p:spPr>
          <a:xfrm>
            <a:off x="55085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70" name="Google Shape;270;p28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8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2" name="Google Shape;272;p28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28"/>
          <p:cNvSpPr txBox="1"/>
          <p:nvPr>
            <p:ph idx="2" type="body"/>
          </p:nvPr>
        </p:nvSpPr>
        <p:spPr>
          <a:xfrm>
            <a:off x="53787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74" name="Google Shape;2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IMAGE - 01 - 2">
  <p:cSld name="BLANK_1_1_1_1_3_2_1_1_3_1">
    <p:bg>
      <p:bgPr>
        <a:solidFill>
          <a:srgbClr val="131313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9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9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9"/>
          <p:cNvSpPr txBox="1"/>
          <p:nvPr>
            <p:ph type="title"/>
          </p:nvPr>
        </p:nvSpPr>
        <p:spPr>
          <a:xfrm>
            <a:off x="468865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79" name="Google Shape;279;p29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9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1" name="Google Shape;281;p2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29"/>
          <p:cNvSpPr txBox="1"/>
          <p:nvPr>
            <p:ph idx="2" type="body"/>
          </p:nvPr>
        </p:nvSpPr>
        <p:spPr>
          <a:xfrm>
            <a:off x="467567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3" name="Google Shape;2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02">
  <p:cSld name="BLANK_1_1_1_1_3_2_1_1_1">
    <p:bg>
      <p:bgPr>
        <a:solidFill>
          <a:srgbClr val="131313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30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0"/>
          <p:cNvSpPr/>
          <p:nvPr/>
        </p:nvSpPr>
        <p:spPr>
          <a:xfrm>
            <a:off x="545450" y="587850"/>
            <a:ext cx="3909900" cy="3740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 txBox="1"/>
          <p:nvPr>
            <p:ph type="title"/>
          </p:nvPr>
        </p:nvSpPr>
        <p:spPr>
          <a:xfrm>
            <a:off x="470170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88" name="Google Shape;288;p30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30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" name="Google Shape;290;p30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0"/>
          <p:cNvSpPr txBox="1"/>
          <p:nvPr>
            <p:ph idx="2" type="body"/>
          </p:nvPr>
        </p:nvSpPr>
        <p:spPr>
          <a:xfrm>
            <a:off x="468872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92" name="Google Shape;29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3">
  <p:cSld name="BLANK_1_1_1_1_3_1"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95" name="Google Shape;295;p31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96" name="Google Shape;296;p31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1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1"/>
          <p:cNvSpPr/>
          <p:nvPr/>
        </p:nvSpPr>
        <p:spPr>
          <a:xfrm>
            <a:off x="4688600" y="1069350"/>
            <a:ext cx="3909900" cy="325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" name="Google Shape;299;p31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1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01" name="Google Shape;301;p3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2" name="Google Shape;30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3 - 2">
  <p:cSld name="BLANK_1_1_1_1_3_1_1"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/>
          <p:nvPr>
            <p:ph idx="1" type="body"/>
          </p:nvPr>
        </p:nvSpPr>
        <p:spPr>
          <a:xfrm>
            <a:off x="545450" y="1569150"/>
            <a:ext cx="3909900" cy="27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05" name="Google Shape;305;p32"/>
          <p:cNvSpPr txBox="1"/>
          <p:nvPr>
            <p:ph type="ctrTitle"/>
          </p:nvPr>
        </p:nvSpPr>
        <p:spPr>
          <a:xfrm>
            <a:off x="545450" y="368250"/>
            <a:ext cx="8053200" cy="831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06" name="Google Shape;306;p3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2"/>
          <p:cNvSpPr/>
          <p:nvPr/>
        </p:nvSpPr>
        <p:spPr>
          <a:xfrm>
            <a:off x="4688600" y="1410338"/>
            <a:ext cx="3909900" cy="291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" name="Google Shape;308;p32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2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1" name="Google Shape;311;p32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2" name="Google Shape;31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4">
  <p:cSld name="BLANK_1_1_1_1_2"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15" name="Google Shape;315;p3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3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3"/>
          <p:cNvSpPr/>
          <p:nvPr/>
        </p:nvSpPr>
        <p:spPr>
          <a:xfrm>
            <a:off x="3303500" y="1069350"/>
            <a:ext cx="5295000" cy="325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3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33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20" name="Google Shape;320;p33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33"/>
          <p:cNvSpPr txBox="1"/>
          <p:nvPr>
            <p:ph idx="2" type="body"/>
          </p:nvPr>
        </p:nvSpPr>
        <p:spPr>
          <a:xfrm>
            <a:off x="545450" y="1217900"/>
            <a:ext cx="2537100" cy="28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322" name="Google Shape;32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4 - 2">
  <p:cSld name="BLANK_1_1_1_1_2_2"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/>
          <p:nvPr>
            <p:ph type="ctrTitle"/>
          </p:nvPr>
        </p:nvSpPr>
        <p:spPr>
          <a:xfrm>
            <a:off x="545450" y="368250"/>
            <a:ext cx="8053200" cy="831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25" name="Google Shape;325;p3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34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28" name="Google Shape;328;p34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9" name="Google Shape;329;p34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4"/>
          <p:cNvSpPr txBox="1"/>
          <p:nvPr>
            <p:ph idx="2" type="body"/>
          </p:nvPr>
        </p:nvSpPr>
        <p:spPr>
          <a:xfrm>
            <a:off x="545450" y="1569150"/>
            <a:ext cx="2537100" cy="27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31" name="Google Shape;331;p34"/>
          <p:cNvSpPr/>
          <p:nvPr/>
        </p:nvSpPr>
        <p:spPr>
          <a:xfrm>
            <a:off x="3303500" y="1410350"/>
            <a:ext cx="5295000" cy="291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5">
  <p:cSld name="BLANK_1_1_1_1_2_1"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idx="1" type="body"/>
          </p:nvPr>
        </p:nvSpPr>
        <p:spPr>
          <a:xfrm>
            <a:off x="545450" y="1217900"/>
            <a:ext cx="2537100" cy="31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35" name="Google Shape;335;p35"/>
          <p:cNvSpPr txBox="1"/>
          <p:nvPr>
            <p:ph idx="2" type="body"/>
          </p:nvPr>
        </p:nvSpPr>
        <p:spPr>
          <a:xfrm>
            <a:off x="3303425" y="1217900"/>
            <a:ext cx="2537100" cy="31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36" name="Google Shape;336;p35"/>
          <p:cNvSpPr txBox="1"/>
          <p:nvPr>
            <p:ph type="ctrTitle"/>
          </p:nvPr>
        </p:nvSpPr>
        <p:spPr>
          <a:xfrm>
            <a:off x="545450" y="368250"/>
            <a:ext cx="52953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37" name="Google Shape;337;p35"/>
          <p:cNvCxnSpPr/>
          <p:nvPr/>
        </p:nvCxnSpPr>
        <p:spPr>
          <a:xfrm flipH="1" rot="10800000">
            <a:off x="545450" y="361350"/>
            <a:ext cx="52953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5"/>
          <p:cNvCxnSpPr/>
          <p:nvPr/>
        </p:nvCxnSpPr>
        <p:spPr>
          <a:xfrm flipH="1" rot="10800000">
            <a:off x="545450" y="842850"/>
            <a:ext cx="52953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35"/>
          <p:cNvSpPr/>
          <p:nvPr/>
        </p:nvSpPr>
        <p:spPr>
          <a:xfrm>
            <a:off x="6061400" y="361350"/>
            <a:ext cx="25371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" name="Google Shape;340;p3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5"/>
          <p:cNvSpPr txBox="1"/>
          <p:nvPr>
            <p:ph idx="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42" name="Google Shape;342;p3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5 - 2">
  <p:cSld name="BLANK_1_1_1_1_2_1_2"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idx="1" type="body"/>
          </p:nvPr>
        </p:nvSpPr>
        <p:spPr>
          <a:xfrm>
            <a:off x="545450" y="1572768"/>
            <a:ext cx="2537100" cy="27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46" name="Google Shape;346;p36"/>
          <p:cNvSpPr txBox="1"/>
          <p:nvPr>
            <p:ph idx="2" type="body"/>
          </p:nvPr>
        </p:nvSpPr>
        <p:spPr>
          <a:xfrm>
            <a:off x="3303425" y="1572768"/>
            <a:ext cx="2537100" cy="27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47" name="Google Shape;347;p36"/>
          <p:cNvSpPr txBox="1"/>
          <p:nvPr>
            <p:ph type="ctrTitle"/>
          </p:nvPr>
        </p:nvSpPr>
        <p:spPr>
          <a:xfrm>
            <a:off x="545450" y="368250"/>
            <a:ext cx="5295300" cy="840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48" name="Google Shape;348;p36"/>
          <p:cNvCxnSpPr/>
          <p:nvPr/>
        </p:nvCxnSpPr>
        <p:spPr>
          <a:xfrm flipH="1" rot="10800000">
            <a:off x="545450" y="361350"/>
            <a:ext cx="52953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36"/>
          <p:cNvSpPr/>
          <p:nvPr/>
        </p:nvSpPr>
        <p:spPr>
          <a:xfrm>
            <a:off x="6061400" y="361350"/>
            <a:ext cx="25371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3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36"/>
          <p:cNvSpPr txBox="1"/>
          <p:nvPr>
            <p:ph idx="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52" name="Google Shape;352;p3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3" name="Google Shape;353;p36"/>
          <p:cNvCxnSpPr/>
          <p:nvPr/>
        </p:nvCxnSpPr>
        <p:spPr>
          <a:xfrm>
            <a:off x="545450" y="1208850"/>
            <a:ext cx="5295600" cy="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4" name="Google Shape;3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6">
  <p:cSld name="BLANK_1_1_1_1_2_1_1"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>
            <p:ph type="ctrTitle"/>
          </p:nvPr>
        </p:nvSpPr>
        <p:spPr>
          <a:xfrm>
            <a:off x="545450" y="368250"/>
            <a:ext cx="39099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7" name="Google Shape;357;p37"/>
          <p:cNvSpPr txBox="1"/>
          <p:nvPr>
            <p:ph idx="1" type="body"/>
          </p:nvPr>
        </p:nvSpPr>
        <p:spPr>
          <a:xfrm>
            <a:off x="545450" y="1218750"/>
            <a:ext cx="39099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358" name="Google Shape;358;p37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7"/>
          <p:cNvSpPr/>
          <p:nvPr/>
        </p:nvSpPr>
        <p:spPr>
          <a:xfrm>
            <a:off x="4688600" y="361350"/>
            <a:ext cx="39099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37"/>
          <p:cNvCxnSpPr/>
          <p:nvPr/>
        </p:nvCxnSpPr>
        <p:spPr>
          <a:xfrm>
            <a:off x="545450" y="4555322"/>
            <a:ext cx="8054100" cy="6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37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62" name="Google Shape;362;p3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37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4" name="Google Shape;364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6 - 2">
  <p:cSld name="BLANK_1_1_1_1_2_1_1_2"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"/>
          <p:cNvSpPr txBox="1"/>
          <p:nvPr>
            <p:ph type="ctrTitle"/>
          </p:nvPr>
        </p:nvSpPr>
        <p:spPr>
          <a:xfrm>
            <a:off x="545450" y="368250"/>
            <a:ext cx="3909900" cy="840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67" name="Google Shape;367;p38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8"/>
          <p:cNvSpPr txBox="1"/>
          <p:nvPr>
            <p:ph idx="1" type="body"/>
          </p:nvPr>
        </p:nvSpPr>
        <p:spPr>
          <a:xfrm>
            <a:off x="545450" y="1572768"/>
            <a:ext cx="3909900" cy="27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369" name="Google Shape;369;p38"/>
          <p:cNvCxnSpPr/>
          <p:nvPr/>
        </p:nvCxnSpPr>
        <p:spPr>
          <a:xfrm flipH="1" rot="10800000">
            <a:off x="545450" y="12019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8"/>
          <p:cNvSpPr/>
          <p:nvPr/>
        </p:nvSpPr>
        <p:spPr>
          <a:xfrm>
            <a:off x="4688600" y="361350"/>
            <a:ext cx="39099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38"/>
          <p:cNvCxnSpPr/>
          <p:nvPr/>
        </p:nvCxnSpPr>
        <p:spPr>
          <a:xfrm>
            <a:off x="545450" y="4555322"/>
            <a:ext cx="8054100" cy="6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38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73" name="Google Shape;373;p38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4" name="Google Shape;374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7">
  <p:cSld name="BLANK_1_1_1_1_2_1_1_1"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/>
          <p:nvPr>
            <p:ph type="ctrTitle"/>
          </p:nvPr>
        </p:nvSpPr>
        <p:spPr>
          <a:xfrm>
            <a:off x="545450" y="368250"/>
            <a:ext cx="2537100" cy="8337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77" name="Google Shape;377;p39"/>
          <p:cNvCxnSpPr/>
          <p:nvPr/>
        </p:nvCxnSpPr>
        <p:spPr>
          <a:xfrm flipH="1" rot="10800000">
            <a:off x="545450" y="361350"/>
            <a:ext cx="25371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39"/>
          <p:cNvSpPr/>
          <p:nvPr/>
        </p:nvSpPr>
        <p:spPr>
          <a:xfrm>
            <a:off x="3303500" y="361350"/>
            <a:ext cx="52950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9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80" name="Google Shape;380;p3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1" name="Google Shape;381;p39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9"/>
          <p:cNvSpPr txBox="1"/>
          <p:nvPr>
            <p:ph idx="2" type="body"/>
          </p:nvPr>
        </p:nvSpPr>
        <p:spPr>
          <a:xfrm>
            <a:off x="545450" y="1572768"/>
            <a:ext cx="2537100" cy="27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383" name="Google Shape;383;p39"/>
          <p:cNvCxnSpPr/>
          <p:nvPr/>
        </p:nvCxnSpPr>
        <p:spPr>
          <a:xfrm flipH="1" rot="10800000">
            <a:off x="545450" y="1201950"/>
            <a:ext cx="25371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4" name="Google Shape;384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7 - 2">
  <p:cSld name="BLANK_1_1_1_1_2_1_1_1_1"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0"/>
          <p:cNvSpPr txBox="1"/>
          <p:nvPr>
            <p:ph idx="1" type="body"/>
          </p:nvPr>
        </p:nvSpPr>
        <p:spPr>
          <a:xfrm>
            <a:off x="545450" y="1821750"/>
            <a:ext cx="2537100" cy="250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87" name="Google Shape;387;p40"/>
          <p:cNvSpPr txBox="1"/>
          <p:nvPr>
            <p:ph type="ctrTitle"/>
          </p:nvPr>
        </p:nvSpPr>
        <p:spPr>
          <a:xfrm>
            <a:off x="545450" y="368250"/>
            <a:ext cx="2537100" cy="1084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88" name="Google Shape;388;p40"/>
          <p:cNvCxnSpPr/>
          <p:nvPr/>
        </p:nvCxnSpPr>
        <p:spPr>
          <a:xfrm flipH="1" rot="10800000">
            <a:off x="545450" y="361350"/>
            <a:ext cx="25371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0"/>
          <p:cNvCxnSpPr/>
          <p:nvPr/>
        </p:nvCxnSpPr>
        <p:spPr>
          <a:xfrm flipH="1" rot="10800000">
            <a:off x="545450" y="1452825"/>
            <a:ext cx="25371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0"/>
          <p:cNvSpPr/>
          <p:nvPr/>
        </p:nvSpPr>
        <p:spPr>
          <a:xfrm>
            <a:off x="3303500" y="361350"/>
            <a:ext cx="52950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92" name="Google Shape;392;p40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3" name="Google Shape;393;p40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" name="Google Shape;39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8">
  <p:cSld name="BLANK_1_1_1_1_1"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6" name="Google Shape;396;p41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1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41"/>
          <p:cNvSpPr txBox="1"/>
          <p:nvPr>
            <p:ph type="ctrTitle"/>
          </p:nvPr>
        </p:nvSpPr>
        <p:spPr>
          <a:xfrm>
            <a:off x="545450" y="842850"/>
            <a:ext cx="23043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399" name="Google Shape;399;p41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p41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01" name="Google Shape;401;p4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2" name="Google Shape;402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9">
  <p:cSld name="BLANK_1_1_1_1_1_1"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"/>
          <p:cNvSpPr txBox="1"/>
          <p:nvPr>
            <p:ph idx="1" type="body"/>
          </p:nvPr>
        </p:nvSpPr>
        <p:spPr>
          <a:xfrm>
            <a:off x="3303500" y="843275"/>
            <a:ext cx="25371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05" name="Google Shape;405;p42"/>
          <p:cNvSpPr txBox="1"/>
          <p:nvPr>
            <p:ph type="ctrTitle"/>
          </p:nvPr>
        </p:nvSpPr>
        <p:spPr>
          <a:xfrm>
            <a:off x="545450" y="843312"/>
            <a:ext cx="23043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406" name="Google Shape;406;p4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2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42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09" name="Google Shape;409;p4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10" name="Google Shape;410;p42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2"/>
          <p:cNvSpPr txBox="1"/>
          <p:nvPr>
            <p:ph idx="3" type="body"/>
          </p:nvPr>
        </p:nvSpPr>
        <p:spPr>
          <a:xfrm>
            <a:off x="6061150" y="843275"/>
            <a:ext cx="25371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412" name="Google Shape;41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9 - img">
  <p:cSld name="BLANK_1_1_1_1_1_1_3"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 txBox="1"/>
          <p:nvPr>
            <p:ph idx="1" type="body"/>
          </p:nvPr>
        </p:nvSpPr>
        <p:spPr>
          <a:xfrm>
            <a:off x="3303500" y="843275"/>
            <a:ext cx="25371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15" name="Google Shape;415;p43"/>
          <p:cNvSpPr txBox="1"/>
          <p:nvPr>
            <p:ph type="ctrTitle"/>
          </p:nvPr>
        </p:nvSpPr>
        <p:spPr>
          <a:xfrm>
            <a:off x="545450" y="843312"/>
            <a:ext cx="23043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416" name="Google Shape;416;p4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43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19" name="Google Shape;419;p43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0" name="Google Shape;420;p43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43"/>
          <p:cNvSpPr/>
          <p:nvPr/>
        </p:nvSpPr>
        <p:spPr>
          <a:xfrm>
            <a:off x="6061400" y="572063"/>
            <a:ext cx="2537100" cy="3756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0">
  <p:cSld name="BLANK_1_1_1_1_1_1_2"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>
            <p:ph idx="1" type="body"/>
          </p:nvPr>
        </p:nvSpPr>
        <p:spPr>
          <a:xfrm>
            <a:off x="3303500" y="843275"/>
            <a:ext cx="39099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25" name="Google Shape;425;p44"/>
          <p:cNvSpPr txBox="1"/>
          <p:nvPr>
            <p:ph type="ctrTitle"/>
          </p:nvPr>
        </p:nvSpPr>
        <p:spPr>
          <a:xfrm>
            <a:off x="545450" y="843312"/>
            <a:ext cx="23043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426" name="Google Shape;426;p4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4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44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29" name="Google Shape;429;p44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0" name="Google Shape;430;p44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1" name="Google Shape;43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1">
  <p:cSld name="BLANK_1_1_1_1_1_1_1"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4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45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36" name="Google Shape;436;p4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7" name="Google Shape;437;p45"/>
          <p:cNvCxnSpPr/>
          <p:nvPr/>
        </p:nvCxnSpPr>
        <p:spPr>
          <a:xfrm>
            <a:off x="6060813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45"/>
          <p:cNvSpPr txBox="1"/>
          <p:nvPr>
            <p:ph idx="2" type="body"/>
          </p:nvPr>
        </p:nvSpPr>
        <p:spPr>
          <a:xfrm>
            <a:off x="6298700" y="843275"/>
            <a:ext cx="23118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439" name="Google Shape;43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1 - 2">
  <p:cSld name="BLANK_1_1_1_1_1_1_1_1"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Google Shape;441;p46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4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46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44" name="Google Shape;444;p4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5" name="Google Shape;445;p46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46"/>
          <p:cNvSpPr txBox="1"/>
          <p:nvPr>
            <p:ph idx="2" type="body"/>
          </p:nvPr>
        </p:nvSpPr>
        <p:spPr>
          <a:xfrm>
            <a:off x="545450" y="843275"/>
            <a:ext cx="23118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447" name="Google Shape;44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1">
  <p:cSld name="BLANK_1_1_1_1_1_1_1_1_1"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7"/>
          <p:cNvSpPr txBox="1"/>
          <p:nvPr>
            <p:ph idx="1" type="body"/>
          </p:nvPr>
        </p:nvSpPr>
        <p:spPr>
          <a:xfrm>
            <a:off x="5454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1" name="Google Shape;451;p47"/>
          <p:cNvSpPr txBox="1"/>
          <p:nvPr>
            <p:ph idx="2" type="body"/>
          </p:nvPr>
        </p:nvSpPr>
        <p:spPr>
          <a:xfrm>
            <a:off x="5410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52" name="Google Shape;452;p47"/>
          <p:cNvSpPr txBox="1"/>
          <p:nvPr>
            <p:ph idx="3" type="body"/>
          </p:nvPr>
        </p:nvSpPr>
        <p:spPr>
          <a:xfrm>
            <a:off x="60659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3" name="Google Shape;453;p47"/>
          <p:cNvSpPr txBox="1"/>
          <p:nvPr>
            <p:ph idx="4" type="body"/>
          </p:nvPr>
        </p:nvSpPr>
        <p:spPr>
          <a:xfrm>
            <a:off x="60615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54" name="Google Shape;454;p47"/>
          <p:cNvSpPr txBox="1"/>
          <p:nvPr>
            <p:ph idx="5" type="body"/>
          </p:nvPr>
        </p:nvSpPr>
        <p:spPr>
          <a:xfrm>
            <a:off x="33057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5" name="Google Shape;455;p47"/>
          <p:cNvSpPr txBox="1"/>
          <p:nvPr>
            <p:ph idx="6" type="body"/>
          </p:nvPr>
        </p:nvSpPr>
        <p:spPr>
          <a:xfrm>
            <a:off x="33013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56" name="Google Shape;456;p47"/>
          <p:cNvSpPr txBox="1"/>
          <p:nvPr>
            <p:ph idx="7" type="body"/>
          </p:nvPr>
        </p:nvSpPr>
        <p:spPr>
          <a:xfrm>
            <a:off x="5454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7" name="Google Shape;457;p47"/>
          <p:cNvSpPr txBox="1"/>
          <p:nvPr>
            <p:ph idx="8" type="body"/>
          </p:nvPr>
        </p:nvSpPr>
        <p:spPr>
          <a:xfrm>
            <a:off x="5410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58" name="Google Shape;458;p47"/>
          <p:cNvSpPr txBox="1"/>
          <p:nvPr>
            <p:ph idx="9" type="body"/>
          </p:nvPr>
        </p:nvSpPr>
        <p:spPr>
          <a:xfrm>
            <a:off x="33035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9" name="Google Shape;459;p47"/>
          <p:cNvSpPr txBox="1"/>
          <p:nvPr>
            <p:ph idx="13" type="body"/>
          </p:nvPr>
        </p:nvSpPr>
        <p:spPr>
          <a:xfrm>
            <a:off x="32991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60" name="Google Shape;460;p47"/>
          <p:cNvSpPr txBox="1"/>
          <p:nvPr>
            <p:ph idx="14" type="body"/>
          </p:nvPr>
        </p:nvSpPr>
        <p:spPr>
          <a:xfrm>
            <a:off x="60615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61" name="Google Shape;461;p47"/>
          <p:cNvSpPr txBox="1"/>
          <p:nvPr>
            <p:ph idx="15" type="body"/>
          </p:nvPr>
        </p:nvSpPr>
        <p:spPr>
          <a:xfrm>
            <a:off x="60571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462" name="Google Shape;462;p47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47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47"/>
          <p:cNvSpPr txBox="1"/>
          <p:nvPr>
            <p:ph idx="16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65" name="Google Shape;465;p4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47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467" name="Google Shape;467;p47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1 - black">
  <p:cSld name="BLANK_1_1_1_1_1_1_1_1_1_2">
    <p:bg>
      <p:bgPr>
        <a:solidFill>
          <a:srgbClr val="131313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8"/>
          <p:cNvSpPr txBox="1"/>
          <p:nvPr>
            <p:ph idx="1" type="body"/>
          </p:nvPr>
        </p:nvSpPr>
        <p:spPr>
          <a:xfrm>
            <a:off x="5454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1" name="Google Shape;471;p48"/>
          <p:cNvSpPr txBox="1"/>
          <p:nvPr>
            <p:ph idx="2" type="body"/>
          </p:nvPr>
        </p:nvSpPr>
        <p:spPr>
          <a:xfrm>
            <a:off x="5410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2" name="Google Shape;472;p48"/>
          <p:cNvSpPr txBox="1"/>
          <p:nvPr>
            <p:ph idx="3" type="body"/>
          </p:nvPr>
        </p:nvSpPr>
        <p:spPr>
          <a:xfrm>
            <a:off x="60659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3" name="Google Shape;473;p48"/>
          <p:cNvSpPr txBox="1"/>
          <p:nvPr>
            <p:ph idx="4" type="body"/>
          </p:nvPr>
        </p:nvSpPr>
        <p:spPr>
          <a:xfrm>
            <a:off x="60615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4" name="Google Shape;474;p48"/>
          <p:cNvSpPr txBox="1"/>
          <p:nvPr>
            <p:ph idx="5" type="body"/>
          </p:nvPr>
        </p:nvSpPr>
        <p:spPr>
          <a:xfrm>
            <a:off x="33057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5" name="Google Shape;475;p48"/>
          <p:cNvSpPr txBox="1"/>
          <p:nvPr>
            <p:ph idx="6" type="body"/>
          </p:nvPr>
        </p:nvSpPr>
        <p:spPr>
          <a:xfrm>
            <a:off x="33013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6" name="Google Shape;476;p48"/>
          <p:cNvSpPr txBox="1"/>
          <p:nvPr>
            <p:ph idx="7" type="body"/>
          </p:nvPr>
        </p:nvSpPr>
        <p:spPr>
          <a:xfrm>
            <a:off x="5454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7" name="Google Shape;477;p48"/>
          <p:cNvSpPr txBox="1"/>
          <p:nvPr>
            <p:ph idx="8" type="body"/>
          </p:nvPr>
        </p:nvSpPr>
        <p:spPr>
          <a:xfrm>
            <a:off x="5410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8" name="Google Shape;478;p48"/>
          <p:cNvSpPr txBox="1"/>
          <p:nvPr>
            <p:ph idx="9" type="body"/>
          </p:nvPr>
        </p:nvSpPr>
        <p:spPr>
          <a:xfrm>
            <a:off x="33035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9" name="Google Shape;479;p48"/>
          <p:cNvSpPr txBox="1"/>
          <p:nvPr>
            <p:ph idx="13" type="body"/>
          </p:nvPr>
        </p:nvSpPr>
        <p:spPr>
          <a:xfrm>
            <a:off x="32991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0" name="Google Shape;480;p48"/>
          <p:cNvSpPr txBox="1"/>
          <p:nvPr>
            <p:ph idx="14" type="body"/>
          </p:nvPr>
        </p:nvSpPr>
        <p:spPr>
          <a:xfrm>
            <a:off x="60615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1" name="Google Shape;481;p48"/>
          <p:cNvSpPr txBox="1"/>
          <p:nvPr>
            <p:ph idx="15" type="body"/>
          </p:nvPr>
        </p:nvSpPr>
        <p:spPr>
          <a:xfrm>
            <a:off x="60571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82" name="Google Shape;482;p48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48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484" name="Google Shape;484;p48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8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8"/>
          <p:cNvSpPr txBox="1"/>
          <p:nvPr>
            <p:ph idx="16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7" name="Google Shape;487;p48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2">
  <p:cSld name="BLANK_1_1_1_1_1_1_1_1_1_1"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9"/>
          <p:cNvSpPr txBox="1"/>
          <p:nvPr>
            <p:ph idx="1" type="body"/>
          </p:nvPr>
        </p:nvSpPr>
        <p:spPr>
          <a:xfrm>
            <a:off x="545450" y="1218751"/>
            <a:ext cx="23043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90" name="Google Shape;490;p49"/>
          <p:cNvSpPr txBox="1"/>
          <p:nvPr>
            <p:ph idx="2" type="body"/>
          </p:nvPr>
        </p:nvSpPr>
        <p:spPr>
          <a:xfrm>
            <a:off x="60659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91" name="Google Shape;491;p49"/>
          <p:cNvSpPr txBox="1"/>
          <p:nvPr>
            <p:ph idx="3" type="body"/>
          </p:nvPr>
        </p:nvSpPr>
        <p:spPr>
          <a:xfrm>
            <a:off x="60615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92" name="Google Shape;492;p49"/>
          <p:cNvSpPr txBox="1"/>
          <p:nvPr>
            <p:ph idx="4" type="body"/>
          </p:nvPr>
        </p:nvSpPr>
        <p:spPr>
          <a:xfrm>
            <a:off x="33057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93" name="Google Shape;493;p49"/>
          <p:cNvSpPr txBox="1"/>
          <p:nvPr>
            <p:ph idx="5" type="body"/>
          </p:nvPr>
        </p:nvSpPr>
        <p:spPr>
          <a:xfrm>
            <a:off x="33013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94" name="Google Shape;494;p49"/>
          <p:cNvSpPr txBox="1"/>
          <p:nvPr>
            <p:ph idx="6" type="body"/>
          </p:nvPr>
        </p:nvSpPr>
        <p:spPr>
          <a:xfrm>
            <a:off x="33035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95" name="Google Shape;495;p49"/>
          <p:cNvSpPr txBox="1"/>
          <p:nvPr>
            <p:ph idx="7" type="body"/>
          </p:nvPr>
        </p:nvSpPr>
        <p:spPr>
          <a:xfrm>
            <a:off x="32991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96" name="Google Shape;496;p49"/>
          <p:cNvSpPr txBox="1"/>
          <p:nvPr>
            <p:ph idx="8" type="body"/>
          </p:nvPr>
        </p:nvSpPr>
        <p:spPr>
          <a:xfrm>
            <a:off x="60615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97" name="Google Shape;497;p49"/>
          <p:cNvSpPr txBox="1"/>
          <p:nvPr>
            <p:ph idx="9" type="body"/>
          </p:nvPr>
        </p:nvSpPr>
        <p:spPr>
          <a:xfrm>
            <a:off x="60571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498" name="Google Shape;498;p49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9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49"/>
          <p:cNvSpPr txBox="1"/>
          <p:nvPr>
            <p:ph idx="1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501" name="Google Shape;501;p4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49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03" name="Google Shape;503;p49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9"/>
          <p:cNvCxnSpPr/>
          <p:nvPr/>
        </p:nvCxnSpPr>
        <p:spPr>
          <a:xfrm>
            <a:off x="3082950" y="842475"/>
            <a:ext cx="0" cy="3706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5" name="Google Shape;50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2">
  <p:cSld name="BLANK_1_1_1_1_1_1_1_1_1_1_3"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"/>
          <p:cNvSpPr txBox="1"/>
          <p:nvPr>
            <p:ph idx="1" type="body"/>
          </p:nvPr>
        </p:nvSpPr>
        <p:spPr>
          <a:xfrm>
            <a:off x="545450" y="1218751"/>
            <a:ext cx="23043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508" name="Google Shape;508;p50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50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5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511" name="Google Shape;511;p50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50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13" name="Google Shape;513;p50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50"/>
          <p:cNvCxnSpPr/>
          <p:nvPr/>
        </p:nvCxnSpPr>
        <p:spPr>
          <a:xfrm>
            <a:off x="3082950" y="842475"/>
            <a:ext cx="0" cy="3706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5" name="Google Shape;51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2 - black">
  <p:cSld name="BLANK_1_1_1_1_1_1_1_1_1_1_2">
    <p:bg>
      <p:bgPr>
        <a:solidFill>
          <a:srgbClr val="131313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1"/>
          <p:cNvSpPr txBox="1"/>
          <p:nvPr>
            <p:ph idx="1" type="body"/>
          </p:nvPr>
        </p:nvSpPr>
        <p:spPr>
          <a:xfrm>
            <a:off x="60659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9" name="Google Shape;519;p51"/>
          <p:cNvSpPr txBox="1"/>
          <p:nvPr>
            <p:ph idx="2" type="body"/>
          </p:nvPr>
        </p:nvSpPr>
        <p:spPr>
          <a:xfrm>
            <a:off x="60615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0" name="Google Shape;520;p51"/>
          <p:cNvSpPr txBox="1"/>
          <p:nvPr>
            <p:ph idx="3" type="body"/>
          </p:nvPr>
        </p:nvSpPr>
        <p:spPr>
          <a:xfrm>
            <a:off x="33057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1" name="Google Shape;521;p51"/>
          <p:cNvSpPr txBox="1"/>
          <p:nvPr>
            <p:ph idx="4" type="body"/>
          </p:nvPr>
        </p:nvSpPr>
        <p:spPr>
          <a:xfrm>
            <a:off x="33013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2" name="Google Shape;522;p51"/>
          <p:cNvSpPr txBox="1"/>
          <p:nvPr>
            <p:ph idx="5" type="body"/>
          </p:nvPr>
        </p:nvSpPr>
        <p:spPr>
          <a:xfrm>
            <a:off x="33035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3" name="Google Shape;523;p51"/>
          <p:cNvSpPr txBox="1"/>
          <p:nvPr>
            <p:ph idx="6" type="body"/>
          </p:nvPr>
        </p:nvSpPr>
        <p:spPr>
          <a:xfrm>
            <a:off x="32991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4" name="Google Shape;524;p51"/>
          <p:cNvSpPr txBox="1"/>
          <p:nvPr>
            <p:ph idx="7" type="body"/>
          </p:nvPr>
        </p:nvSpPr>
        <p:spPr>
          <a:xfrm>
            <a:off x="60615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5" name="Google Shape;525;p51"/>
          <p:cNvSpPr txBox="1"/>
          <p:nvPr>
            <p:ph idx="8" type="body"/>
          </p:nvPr>
        </p:nvSpPr>
        <p:spPr>
          <a:xfrm>
            <a:off x="60571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26" name="Google Shape;526;p51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51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28" name="Google Shape;528;p51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51"/>
          <p:cNvSpPr txBox="1"/>
          <p:nvPr>
            <p:ph idx="9" type="body"/>
          </p:nvPr>
        </p:nvSpPr>
        <p:spPr>
          <a:xfrm>
            <a:off x="545450" y="1218751"/>
            <a:ext cx="23043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30" name="Google Shape;530;p51"/>
          <p:cNvCxnSpPr/>
          <p:nvPr/>
        </p:nvCxnSpPr>
        <p:spPr>
          <a:xfrm>
            <a:off x="3082950" y="842475"/>
            <a:ext cx="0" cy="370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51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51"/>
          <p:cNvSpPr txBox="1"/>
          <p:nvPr>
            <p:ph idx="1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3" name="Google Shape;533;p5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2 black">
  <p:cSld name="BLANK_1_1_1_1_1_1_1_1_1_1_2_1">
    <p:bg>
      <p:bgPr>
        <a:solidFill>
          <a:srgbClr val="131313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6" name="Google Shape;536;p5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52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38" name="Google Shape;538;p52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52"/>
          <p:cNvSpPr txBox="1"/>
          <p:nvPr>
            <p:ph idx="1" type="body"/>
          </p:nvPr>
        </p:nvSpPr>
        <p:spPr>
          <a:xfrm>
            <a:off x="545450" y="1218751"/>
            <a:ext cx="23043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40" name="Google Shape;540;p52"/>
          <p:cNvCxnSpPr/>
          <p:nvPr/>
        </p:nvCxnSpPr>
        <p:spPr>
          <a:xfrm>
            <a:off x="3082950" y="842475"/>
            <a:ext cx="0" cy="370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52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52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43" name="Google Shape;543;p5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3">
  <p:cSld name="BLANK_1_1_1_1_1_1_1_1_1_1_1"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3"/>
          <p:cNvSpPr txBox="1"/>
          <p:nvPr>
            <p:ph idx="1" type="body"/>
          </p:nvPr>
        </p:nvSpPr>
        <p:spPr>
          <a:xfrm>
            <a:off x="33123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47" name="Google Shape;547;p53"/>
          <p:cNvSpPr txBox="1"/>
          <p:nvPr>
            <p:ph idx="2" type="body"/>
          </p:nvPr>
        </p:nvSpPr>
        <p:spPr>
          <a:xfrm>
            <a:off x="33079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48" name="Google Shape;548;p53"/>
          <p:cNvSpPr txBox="1"/>
          <p:nvPr>
            <p:ph idx="3" type="body"/>
          </p:nvPr>
        </p:nvSpPr>
        <p:spPr>
          <a:xfrm>
            <a:off x="5520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49" name="Google Shape;549;p53"/>
          <p:cNvSpPr txBox="1"/>
          <p:nvPr>
            <p:ph idx="4" type="body"/>
          </p:nvPr>
        </p:nvSpPr>
        <p:spPr>
          <a:xfrm>
            <a:off x="5476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50" name="Google Shape;550;p53"/>
          <p:cNvSpPr txBox="1"/>
          <p:nvPr>
            <p:ph idx="5" type="body"/>
          </p:nvPr>
        </p:nvSpPr>
        <p:spPr>
          <a:xfrm>
            <a:off x="5498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51" name="Google Shape;551;p53"/>
          <p:cNvSpPr txBox="1"/>
          <p:nvPr>
            <p:ph idx="6" type="body"/>
          </p:nvPr>
        </p:nvSpPr>
        <p:spPr>
          <a:xfrm>
            <a:off x="5454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52" name="Google Shape;552;p53"/>
          <p:cNvSpPr txBox="1"/>
          <p:nvPr>
            <p:ph idx="7" type="body"/>
          </p:nvPr>
        </p:nvSpPr>
        <p:spPr>
          <a:xfrm>
            <a:off x="33079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53" name="Google Shape;553;p53"/>
          <p:cNvSpPr txBox="1"/>
          <p:nvPr>
            <p:ph idx="8" type="body"/>
          </p:nvPr>
        </p:nvSpPr>
        <p:spPr>
          <a:xfrm>
            <a:off x="33035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554" name="Google Shape;554;p5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5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53"/>
          <p:cNvSpPr txBox="1"/>
          <p:nvPr>
            <p:ph idx="9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557" name="Google Shape;557;p53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53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59" name="Google Shape;559;p53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" name="Google Shape;560;p53"/>
          <p:cNvSpPr/>
          <p:nvPr/>
        </p:nvSpPr>
        <p:spPr>
          <a:xfrm>
            <a:off x="6061250" y="1069350"/>
            <a:ext cx="2537100" cy="325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3 - black">
  <p:cSld name="BLANK_1_1_1_1_1_1_1_1_1_1_1_2">
    <p:bg>
      <p:bgPr>
        <a:solidFill>
          <a:srgbClr val="131313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4"/>
          <p:cNvSpPr txBox="1"/>
          <p:nvPr>
            <p:ph idx="1" type="body"/>
          </p:nvPr>
        </p:nvSpPr>
        <p:spPr>
          <a:xfrm>
            <a:off x="33123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4" name="Google Shape;564;p54"/>
          <p:cNvSpPr txBox="1"/>
          <p:nvPr>
            <p:ph idx="2" type="body"/>
          </p:nvPr>
        </p:nvSpPr>
        <p:spPr>
          <a:xfrm>
            <a:off x="33079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5" name="Google Shape;565;p54"/>
          <p:cNvSpPr txBox="1"/>
          <p:nvPr>
            <p:ph idx="3" type="body"/>
          </p:nvPr>
        </p:nvSpPr>
        <p:spPr>
          <a:xfrm>
            <a:off x="5520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6" name="Google Shape;566;p54"/>
          <p:cNvSpPr txBox="1"/>
          <p:nvPr>
            <p:ph idx="4" type="body"/>
          </p:nvPr>
        </p:nvSpPr>
        <p:spPr>
          <a:xfrm>
            <a:off x="5476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7" name="Google Shape;567;p54"/>
          <p:cNvSpPr txBox="1"/>
          <p:nvPr>
            <p:ph idx="5" type="body"/>
          </p:nvPr>
        </p:nvSpPr>
        <p:spPr>
          <a:xfrm>
            <a:off x="5498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8" name="Google Shape;568;p54"/>
          <p:cNvSpPr txBox="1"/>
          <p:nvPr>
            <p:ph idx="6" type="body"/>
          </p:nvPr>
        </p:nvSpPr>
        <p:spPr>
          <a:xfrm>
            <a:off x="5454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9" name="Google Shape;569;p54"/>
          <p:cNvSpPr txBox="1"/>
          <p:nvPr>
            <p:ph idx="7" type="body"/>
          </p:nvPr>
        </p:nvSpPr>
        <p:spPr>
          <a:xfrm>
            <a:off x="33079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0" name="Google Shape;570;p54"/>
          <p:cNvSpPr txBox="1"/>
          <p:nvPr>
            <p:ph idx="8" type="body"/>
          </p:nvPr>
        </p:nvSpPr>
        <p:spPr>
          <a:xfrm>
            <a:off x="33035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71" name="Google Shape;571;p5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54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73" name="Google Shape;573;p54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54"/>
          <p:cNvSpPr/>
          <p:nvPr/>
        </p:nvSpPr>
        <p:spPr>
          <a:xfrm>
            <a:off x="6061250" y="1069350"/>
            <a:ext cx="2537100" cy="325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5" name="Google Shape;575;p5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54"/>
          <p:cNvSpPr txBox="1"/>
          <p:nvPr>
            <p:ph idx="9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7" name="Google Shape;577;p54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4">
  <p:cSld name="BLANK_1_1_1_1_1_1_1_1_1_1_1_1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5"/>
          <p:cNvSpPr txBox="1"/>
          <p:nvPr>
            <p:ph idx="1" type="body"/>
          </p:nvPr>
        </p:nvSpPr>
        <p:spPr>
          <a:xfrm>
            <a:off x="5520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81" name="Google Shape;581;p55"/>
          <p:cNvSpPr txBox="1"/>
          <p:nvPr>
            <p:ph idx="2" type="body"/>
          </p:nvPr>
        </p:nvSpPr>
        <p:spPr>
          <a:xfrm>
            <a:off x="5476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82" name="Google Shape;582;p55"/>
          <p:cNvSpPr txBox="1"/>
          <p:nvPr>
            <p:ph idx="3" type="body"/>
          </p:nvPr>
        </p:nvSpPr>
        <p:spPr>
          <a:xfrm>
            <a:off x="5498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83" name="Google Shape;583;p55"/>
          <p:cNvSpPr txBox="1"/>
          <p:nvPr>
            <p:ph idx="4" type="body"/>
          </p:nvPr>
        </p:nvSpPr>
        <p:spPr>
          <a:xfrm>
            <a:off x="5454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584" name="Google Shape;584;p5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5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55"/>
          <p:cNvSpPr txBox="1"/>
          <p:nvPr>
            <p:ph idx="5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587" name="Google Shape;587;p5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55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89" name="Google Shape;589;p55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55"/>
          <p:cNvSpPr/>
          <p:nvPr/>
        </p:nvSpPr>
        <p:spPr>
          <a:xfrm>
            <a:off x="3303500" y="1069350"/>
            <a:ext cx="5295000" cy="325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5 - black">
  <p:cSld name="BLANK_1_1_1_1_1_1_1_1_1_1_1_1_1">
    <p:bg>
      <p:bgPr>
        <a:solidFill>
          <a:srgbClr val="131313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56"/>
          <p:cNvSpPr txBox="1"/>
          <p:nvPr>
            <p:ph idx="1" type="body"/>
          </p:nvPr>
        </p:nvSpPr>
        <p:spPr>
          <a:xfrm>
            <a:off x="5520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4" name="Google Shape;594;p56"/>
          <p:cNvSpPr txBox="1"/>
          <p:nvPr>
            <p:ph idx="2" type="body"/>
          </p:nvPr>
        </p:nvSpPr>
        <p:spPr>
          <a:xfrm>
            <a:off x="5476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5" name="Google Shape;595;p56"/>
          <p:cNvSpPr txBox="1"/>
          <p:nvPr>
            <p:ph idx="3" type="body"/>
          </p:nvPr>
        </p:nvSpPr>
        <p:spPr>
          <a:xfrm>
            <a:off x="5498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56"/>
          <p:cNvSpPr txBox="1"/>
          <p:nvPr>
            <p:ph idx="4" type="body"/>
          </p:nvPr>
        </p:nvSpPr>
        <p:spPr>
          <a:xfrm>
            <a:off x="5454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97" name="Google Shape;597;p56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56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99" name="Google Shape;599;p56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56"/>
          <p:cNvSpPr/>
          <p:nvPr/>
        </p:nvSpPr>
        <p:spPr>
          <a:xfrm>
            <a:off x="3303500" y="1069350"/>
            <a:ext cx="5295000" cy="325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1" name="Google Shape;601;p5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56"/>
          <p:cNvSpPr txBox="1"/>
          <p:nvPr>
            <p:ph idx="5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03" name="Google Shape;603;p5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5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Inter"/>
              <a:buChar char="●"/>
              <a:defRPr sz="1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○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■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●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○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■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●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○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31313"/>
              </a:buClr>
              <a:buSzPts val="1400"/>
              <a:buFont typeface="Inter"/>
              <a:buChar char="■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0" y="4703625"/>
            <a:ext cx="5487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at_diagram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hyperlink" Target="mailto:Ainize@lin3s.com" TargetMode="External"/><Relationship Id="rId4" Type="http://schemas.openxmlformats.org/officeDocument/2006/relationships/hyperlink" Target="mailto:Paula@lin3s.com" TargetMode="External"/><Relationship Id="rId5" Type="http://schemas.openxmlformats.org/officeDocument/2006/relationships/hyperlink" Target="https://twitter.com/lin3s" TargetMode="External"/><Relationship Id="rId6" Type="http://schemas.openxmlformats.org/officeDocument/2006/relationships/hyperlink" Target="https://www.instagram.com/_lin3s_/" TargetMode="External"/><Relationship Id="rId7" Type="http://schemas.openxmlformats.org/officeDocument/2006/relationships/hyperlink" Target="https://www.facebook.com/lin3s" TargetMode="Externa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3.jpg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3.jpg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3.jpg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3.jpg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3" Type="http://schemas.openxmlformats.org/officeDocument/2006/relationships/image" Target="../media/image16.jpg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3" Type="http://schemas.openxmlformats.org/officeDocument/2006/relationships/image" Target="../media/image16.jpg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3" Type="http://schemas.openxmlformats.org/officeDocument/2006/relationships/image" Target="../media/image13.jpg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7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</p:txBody>
      </p:sp>
      <p:sp>
        <p:nvSpPr>
          <p:cNvPr id="609" name="Google Shape;609;p57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 Guide</a:t>
            </a:r>
            <a:endParaRPr/>
          </a:p>
        </p:txBody>
      </p:sp>
      <p:sp>
        <p:nvSpPr>
          <p:cNvPr id="610" name="Google Shape;610;p57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Coordinating Parallel Claude Sessions</a:t>
            </a:r>
            <a:endParaRPr/>
          </a:p>
        </p:txBody>
      </p:sp>
      <p:sp>
        <p:nvSpPr>
          <p:cNvPr id="611" name="Google Shape;611;p57"/>
          <p:cNvSpPr txBox="1"/>
          <p:nvPr>
            <p:ph idx="3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Setup, Control &amp; Best Practices</a:t>
            </a:r>
            <a:endParaRPr/>
          </a:p>
        </p:txBody>
      </p:sp>
      <p:sp>
        <p:nvSpPr>
          <p:cNvPr id="612" name="Google Shape;612;p57"/>
          <p:cNvSpPr txBox="1"/>
          <p:nvPr>
            <p:ph idx="4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Claude Code Instances Working Together</a:t>
            </a:r>
            <a:endParaRPr/>
          </a:p>
        </p:txBody>
      </p:sp>
      <p:sp>
        <p:nvSpPr>
          <p:cNvPr id="613" name="Google Shape;613;p57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614" name="Google Shape;614;p57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2"/>
          <p:cNvSpPr txBox="1"/>
          <p:nvPr>
            <p:ph type="ctrTitle"/>
          </p:nvPr>
        </p:nvSpPr>
        <p:spPr>
          <a:xfrm>
            <a:off x="545450" y="368250"/>
            <a:ext cx="3200000" cy="83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Agenda</a:t>
            </a:r>
            <a:endParaRPr sz="4800"/>
          </a:p>
        </p:txBody>
      </p:sp>
      <p:sp>
        <p:nvSpPr>
          <p:cNvPr id="668" name="Google Shape;668;p62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669" name="Google Shape;669;p62"/>
          <p:cNvSpPr txBox="1"/>
          <p:nvPr>
            <p:ph idx="2" type="subTitle"/>
          </p:nvPr>
        </p:nvSpPr>
        <p:spPr>
          <a:xfrm>
            <a:off x="552900" y="1334614"/>
            <a:ext cx="2304300" cy="5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Agent Teams.</a:t>
            </a:r>
            <a:endParaRPr/>
          </a:p>
        </p:txBody>
      </p:sp>
      <p:sp>
        <p:nvSpPr>
          <p:cNvPr id="670" name="Google Shape;670;p62"/>
          <p:cNvSpPr txBox="1"/>
          <p:nvPr>
            <p:ph idx="3" type="body"/>
          </p:nvPr>
        </p:nvSpPr>
        <p:spPr>
          <a:xfrm>
            <a:off x="3998175" y="5809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1</a:t>
            </a:r>
            <a:br>
              <a:rPr lang="en"/>
            </a:br>
            <a:r>
              <a:rPr lang="en"/>
              <a:t>―</a:t>
            </a:r>
            <a:br>
              <a:rPr lang="en"/>
            </a:br>
            <a:r>
              <a:rPr lang="en" sz="1400"/>
              <a:t>What Are Agent Teams?</a:t>
            </a:r>
            <a:endParaRPr sz="1400"/>
          </a:p>
        </p:txBody>
      </p:sp>
      <p:sp>
        <p:nvSpPr>
          <p:cNvPr id="671" name="Google Shape;671;p62"/>
          <p:cNvSpPr txBox="1"/>
          <p:nvPr>
            <p:ph idx="4" type="body"/>
          </p:nvPr>
        </p:nvSpPr>
        <p:spPr>
          <a:xfrm>
            <a:off x="6757950" y="5809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2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>Setting Up Your First Team</a:t>
            </a:r>
            <a:endParaRPr sz="1400"/>
          </a:p>
        </p:txBody>
      </p:sp>
      <p:sp>
        <p:nvSpPr>
          <p:cNvPr id="672" name="Google Shape;672;p62"/>
          <p:cNvSpPr txBox="1"/>
          <p:nvPr>
            <p:ph idx="5" type="body"/>
          </p:nvPr>
        </p:nvSpPr>
        <p:spPr>
          <a:xfrm>
            <a:off x="3998175" y="1708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3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>Controlling Teammates</a:t>
            </a:r>
            <a:endParaRPr sz="1400"/>
          </a:p>
        </p:txBody>
      </p:sp>
      <p:sp>
        <p:nvSpPr>
          <p:cNvPr id="673" name="Google Shape;673;p62"/>
          <p:cNvSpPr txBox="1"/>
          <p:nvPr>
            <p:ph idx="6" type="body"/>
          </p:nvPr>
        </p:nvSpPr>
        <p:spPr>
          <a:xfrm>
            <a:off x="6757950" y="1708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4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 xml:space="preserve">How Agent Teams </a:t>
            </a:r>
            <a:br>
              <a:rPr lang="en" sz="1400"/>
            </a:br>
            <a:r>
              <a:rPr lang="en" sz="1400"/>
              <a:t>Work</a:t>
            </a:r>
            <a:endParaRPr sz="1400"/>
          </a:p>
        </p:txBody>
      </p:sp>
      <p:sp>
        <p:nvSpPr>
          <p:cNvPr id="674" name="Google Shape;674;p62"/>
          <p:cNvSpPr txBox="1"/>
          <p:nvPr>
            <p:ph idx="7" type="body"/>
          </p:nvPr>
        </p:nvSpPr>
        <p:spPr>
          <a:xfrm>
            <a:off x="3998175" y="2842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5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>Best Practices &amp; Examples</a:t>
            </a:r>
            <a:endParaRPr sz="1400"/>
          </a:p>
        </p:txBody>
      </p:sp>
      <p:sp>
        <p:nvSpPr>
          <p:cNvPr id="675" name="Google Shape;675;p62"/>
          <p:cNvSpPr txBox="1"/>
          <p:nvPr>
            <p:ph idx="8" type="body"/>
          </p:nvPr>
        </p:nvSpPr>
        <p:spPr>
          <a:xfrm>
            <a:off x="6757950" y="2842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6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>Limitations</a:t>
            </a:r>
            <a:br>
              <a:rPr lang="en" sz="1400"/>
            </a:br>
            <a:r>
              <a:rPr lang="en" sz="1400"/>
              <a:t/>
            </a:r>
            <a:endParaRPr sz="1400"/>
          </a:p>
        </p:txBody>
      </p:sp>
      <p:sp>
        <p:nvSpPr>
          <p:cNvPr id="676" name="Google Shape;676;p6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Research &amp; debugging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teammates investigate different aspects of a problem in parallel, then share and challenge each other’s findings. Especially powerful when root cause is unclear.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debugging with competing hypotheses, teammates test different theories in parallel and converge on the answer faster than a single agent that gets anchored on one explanation.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New modules or features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teammate owns a separate piece of the work without stepping on each other. Useful when scope can be split cleanly along module or component boundaries.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 for sequential tasks, same-file edits, or work with many dependencies — the coordination overhead outweighs the benefit.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Agent Teams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Cross-layer coordination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changes that span frontend, backend, and tests — each layer owned by a different teammate, so the work proceeds in parallel rather than sequentially.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Strongest when teammates can operate independently. Agent teams cost significantly more tokens than a single session, so reach for them when parallel work adds real value.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9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Choose based on whether your workers need to talk to each other.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Subagents fit quick, focused work where only the result matters. Agent teams fit complex work that needs discussion and collaboration.</a:t>
            </a:r>
            <a:endParaRPr b="1" sz="1200"/>
          </a:p>
        </p:txBody>
      </p:sp>
      <p:sp>
        <p:nvSpPr>
          <p:cNvPr id="731" name="Google Shape;731;p69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Subagents: own context, results return to caller. Report results to the main agent only. Main agent manages all work. Lower token cost — results summarized back to main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for: focused tasks where you only need the final result and the journey is noise.</a:t>
            </a:r>
            <a:endParaRPr/>
          </a:p>
        </p:txBody>
      </p:sp>
      <p:sp>
        <p:nvSpPr>
          <p:cNvPr id="732" name="Google Shape;732;p69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 vs Agent Teams: At a Glance</a:t>
            </a:r>
            <a:endParaRPr/>
          </a:p>
        </p:txBody>
      </p:sp>
      <p:sp>
        <p:nvSpPr>
          <p:cNvPr id="733" name="Google Shape;733;p69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34" name="Google Shape;734;p69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teams: own context, fully independent. Teammates message each other directly. Shared task list with self-coordination. Higher token cost — each teammate is a separate Claude instance.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for: complex work where teammates need to share findings, challenge each other, and coordinate on their own.</a:t>
            </a:r>
            <a:endParaRPr/>
          </a:p>
        </p:txBody>
      </p:sp>
      <p:sp>
        <p:nvSpPr>
          <p:cNvPr id="735" name="Google Shape;735;p6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 vs Agent Teams</a:t>
            </a:r>
            <a:endParaRPr/>
          </a:p>
        </p:txBody>
      </p:sp>
      <p:sp>
        <p:nvSpPr>
          <p:cNvPr id="741" name="Google Shape;741;p7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42" name="Google Shape;742;p70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Two Architectures, One Goal: Parallel Work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 are spawned by the main agent, do their work, and report results back. They never talk to each other — only to the agent that spawned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 coordinate through a shared task list. Teammates claim work themselves and communicate directly with each other, so they can share findings, challenge each other, and converge on answers.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70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4688750" y="1602138"/>
            <a:ext cx="3909905" cy="219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1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Agent Teams?</a:t>
            </a:r>
            <a:endParaRPr/>
          </a:p>
        </p:txBody>
      </p:sp>
      <p:sp>
        <p:nvSpPr>
          <p:cNvPr id="749" name="Google Shape;749;p71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50" name="Google Shape;750;p71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Agent teams coordinate multiple Claude Code instances working together. One session is the team lead — it spawns teammates, assigns work, and synthesizes results. Each teammate runs in its own context window and can talk directly to other teammates.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Agent teams are experimental, disabled by default, and require Claude Code v2.1.32 or later. Known limitations exist around session resumption, task coordination, and shutdown. Enable them via the CLAUDE_CODE_EXPERIMENTAL_AGENT_TEAMS flag.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751" name="Google Shape;751;p7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Agent Teams?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 ― 05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03"/>
          <p:cNvSpPr txBox="1"/>
          <p:nvPr>
            <p:ph idx="1" type="body"/>
          </p:nvPr>
        </p:nvSpPr>
        <p:spPr>
          <a:xfrm>
            <a:off x="6760350" y="1526688"/>
            <a:ext cx="1838100" cy="23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started: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 CLAUDE_CODE_EXPERIMENTAL_AGENT_TEAMS=1</a:t>
            </a:r>
            <a:br>
              <a:rPr lang="en">
                <a:solidFill>
                  <a:schemeClr val="lt1"/>
                </a:solidFill>
              </a:rPr>
            </a:br>
            <a:br>
              <a:rPr lang="en">
                <a:solidFill>
                  <a:schemeClr val="lt1"/>
                </a:solidFill>
              </a:rPr>
            </a:br>
            <a:r>
              <a:rPr b="1" lang="en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Requires Claude Code v2.1.32+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Learn more:</a:t>
            </a:r>
            <a:endParaRPr/>
          </a:p>
          <a:p>
            <a:pPr indent="0" lvl="0" marL="0" marR="9144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 teams docs</a:t>
            </a:r>
            <a:br>
              <a:rPr b="1" lang="en" u="sng">
                <a:solidFill>
                  <a:schemeClr val="lt1"/>
                </a:solidFill>
              </a:rPr>
            </a:br>
            <a:br>
              <a:rPr b="1" lang="en" u="sng">
                <a:solidFill>
                  <a:schemeClr val="lt1"/>
                </a:solidFill>
              </a:rPr>
            </a:br>
            <a:r>
              <a:rPr b="1" lang="en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Use case examples</a:t>
            </a:r>
            <a:br>
              <a:rPr b="1" lang="en" u="sng">
                <a:solidFill>
                  <a:schemeClr val="lt1"/>
                </a:solidFill>
              </a:rPr>
            </a:br>
            <a:br>
              <a:rPr b="1" lang="en" u="sng">
                <a:solidFill>
                  <a:schemeClr val="lt1"/>
                </a:solidFill>
              </a:rPr>
            </a:br>
            <a:r>
              <a:rPr b="1" lang="en" u="sng">
                <a:solidFill>
                  <a:schemeClr val="lt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Subagent definitions</a:t>
            </a:r>
            <a:endParaRPr b="1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03"/>
          <p:cNvSpPr txBox="1"/>
          <p:nvPr>
            <p:ph type="ctrTitle"/>
          </p:nvPr>
        </p:nvSpPr>
        <p:spPr>
          <a:xfrm>
            <a:off x="545450" y="1448400"/>
            <a:ext cx="52953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Watching</a:t>
            </a:r>
            <a:endParaRPr/>
          </a:p>
        </p:txBody>
      </p:sp>
      <p:sp>
        <p:nvSpPr>
          <p:cNvPr id="1050" name="Google Shape;1050;p103"/>
          <p:cNvSpPr txBox="1"/>
          <p:nvPr>
            <p:ph idx="2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 Guide</a:t>
            </a:r>
            <a:endParaRPr/>
          </a:p>
        </p:txBody>
      </p:sp>
      <p:sp>
        <p:nvSpPr>
          <p:cNvPr id="1051" name="Google Shape;1051;p103"/>
          <p:cNvSpPr txBox="1"/>
          <p:nvPr>
            <p:ph idx="3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Coordinating Parallel Sessions</a:t>
            </a:r>
            <a:endParaRPr/>
          </a:p>
        </p:txBody>
      </p:sp>
      <p:sp>
        <p:nvSpPr>
          <p:cNvPr id="1052" name="Google Shape;1052;p103"/>
          <p:cNvSpPr txBox="1"/>
          <p:nvPr>
            <p:ph idx="4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Setup, Control &amp; Best Practices</a:t>
            </a:r>
            <a:endParaRPr/>
          </a:p>
        </p:txBody>
      </p:sp>
      <p:sp>
        <p:nvSpPr>
          <p:cNvPr id="1053" name="Google Shape;1053;p103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1054" name="Google Shape;1054;p103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Your First Team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 ― 05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Controlling Teammates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 ― 05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Agent Teams Work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 ― 05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&amp; Examples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 ― 05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Agent Teams</a:t>
            </a:r>
            <a:endParaRPr/>
          </a:p>
        </p:txBody>
      </p:sp>
      <p:sp>
        <p:nvSpPr>
          <p:cNvPr id="741" name="Google Shape;741;p7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42" name="Google Shape;742;p70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Off by Default. One Flag to Turn On.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 are experimental and disabled by default. Enable them by setting CLAUDE_CODE_EXPERIMENTAL_AGENT_TEAMS to 1, either as a shell environment variable or in your settings.json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also need Claude Code v2.1.32 or later. Check your installed version with: claude --version. Once enabled, ask Claude to create an agent team and describe the task in natural language.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1" name="code"/>
          <p:cNvSpPr txBox="1"/>
          <p:nvPr/>
        </p:nvSpPr>
        <p:spPr>
          <a:xfrm>
            <a:off x="4688750" y="1068400"/>
            <a:ext cx="3909900" cy="32604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/>
              <a:t>settings.json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{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 xml:space="preserve">  "env": {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 xml:space="preserve">    "CLAUDE_CODE_EXPERIMENTAL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 xml:space="preserve">       _AGENT_TEAMS": "1"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 xml:space="preserve">  }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}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/>
              <a:t>Or set as env var: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export CLAUDE_CODE_EXPERI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MENTAL_AGENT_TEAMS=1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Your First Agent Team</a:t>
            </a:r>
            <a:endParaRPr/>
          </a:p>
        </p:txBody>
      </p:sp>
      <p:sp>
        <p:nvSpPr>
          <p:cNvPr id="741" name="Google Shape;741;p7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42" name="Google Shape;742;p70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Just Describe the Team You Want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Claude what task you want done and what structure the team should have. Claude creates the team, spawns each teammate, and coordinates the work based on your prompt — no manual configuration required.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example works well because the three roles are independent and can explore the problem without waiting on each other. Use Shift+Down to cycle through teammates and message them directly.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1" name="code"/>
          <p:cNvSpPr txBox="1"/>
          <p:nvPr/>
        </p:nvSpPr>
        <p:spPr>
          <a:xfrm>
            <a:off x="4688750" y="1068400"/>
            <a:ext cx="3909900" cy="32604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/>
              <a:t>Example prompt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I'm designing a CLI tool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that helps developers track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TODO comments across their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codebase.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Create an agent team to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explore this from different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angles: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- one teammate on UX,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- one on technical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 xml:space="preserve">  architecture,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>- one playing devil's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urier New"/>
              </a:rPr>
              <a:t xml:space="preserve">  advocate.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1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Known Limitations</a:t>
            </a:r>
            <a:endParaRPr/>
          </a:p>
        </p:txBody>
      </p:sp>
      <p:sp>
        <p:nvSpPr>
          <p:cNvPr id="749" name="Google Shape;749;p71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50" name="Google Shape;750;p71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Agent teams are experimental. /resume and /rewind do not restore in-process teammates. Task status can lag — if a task appears stuck, check whether the work is actually done. Shutdown can be slow because teammates finish their current request first.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One team at a time per lead. No nested teams. The lead is fixed for the team’s lifetime. Per-teammate permissions cannot be set at spawn time. Split-pane mode requires tmux or iTerm2 — it doesn’t work in VS Code’s integrated terminal, Windows Terminal, or Ghostty.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751" name="Google Shape;751;p7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9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Two levers for shaping how the team works.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Claude decides the team size by default, but you can override it — and gate risky work behind plan review.</a:t>
            </a:r>
            <a:endParaRPr b="1" sz="1200"/>
          </a:p>
        </p:txBody>
      </p:sp>
      <p:sp>
        <p:nvSpPr>
          <p:cNvPr id="731" name="Google Shape;731;p69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Specify the number of teammates and the model each should use directly in your prompt: “Create a team with 4 teammates to refactor these modules in parallel. Use Sonnet for each teammate.”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don’t specify, Claude chooses a reasonable team size based on the task — usually 3 to 5 teammates.</a:t>
            </a:r>
            <a:endParaRPr/>
          </a:p>
        </p:txBody>
      </p:sp>
      <p:sp>
        <p:nvSpPr>
          <p:cNvPr id="732" name="Google Shape;732;p69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Specify Teammates &amp; Require Plan Approval</a:t>
            </a:r>
            <a:endParaRPr/>
          </a:p>
        </p:txBody>
      </p:sp>
      <p:sp>
        <p:nvSpPr>
          <p:cNvPr id="733" name="Google Shape;733;p69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34" name="Google Shape;734;p69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complex or risky tasks, require teammates to plan before implementing. The teammate works in read-only plan mode until the lead approves the approach.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influence approval decisions, give the lead criteria in your prompt: “only approve plans that include test coverage,” or “reject plans that modify the database schema.”</a:t>
            </a:r>
            <a:endParaRPr/>
          </a:p>
        </p:txBody>
      </p:sp>
      <p:sp>
        <p:nvSpPr>
          <p:cNvPr id="735" name="Google Shape;735;p6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9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Each teammate is fully independent.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Their context starts fresh from your project — CLAUDE.md, MCP servers, skills — not from the lead’s conversation history.</a:t>
            </a:r>
            <a:endParaRPr b="1" sz="1200"/>
          </a:p>
        </p:txBody>
      </p:sp>
      <p:sp>
        <p:nvSpPr>
          <p:cNvPr id="731" name="Google Shape;731;p69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spawned, a teammate loads the same project context as a regular session and receives a spawn prompt from the lead. The lead’s conversation history does not carry over.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Messages are delivered automatically. Idle notifications fire when a teammate finishes. All agents can see task status and claim available work.</a:t>
            </a:r>
            <a:endParaRPr/>
          </a:p>
        </p:txBody>
      </p:sp>
      <p:sp>
        <p:nvSpPr>
          <p:cNvPr id="732" name="Google Shape;732;p69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Context, Communication &amp; Token Usage</a:t>
            </a:r>
            <a:endParaRPr/>
          </a:p>
        </p:txBody>
      </p:sp>
      <p:sp>
        <p:nvSpPr>
          <p:cNvPr id="733" name="Google Shape;733;p69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34" name="Google Shape;734;p69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 use significantly more tokens than a single session. Each teammate is a separate Claude instance with its own context window, and cost scales with team size.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research, review, and new feature work the extra tokens are usually worth it. For routine tasks, a single session is more cost-effective.</a:t>
            </a:r>
            <a:endParaRPr/>
          </a:p>
        </p:txBody>
      </p:sp>
      <p:sp>
        <p:nvSpPr>
          <p:cNvPr id="735" name="Google Shape;735;p6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9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 single reviewer drifts toward one type of issue.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Splitting review criteria into independent domains lets security, performance, and test coverage all get full attention — simultaneously.</a:t>
            </a:r>
            <a:endParaRPr b="1" sz="1200"/>
          </a:p>
        </p:txBody>
      </p:sp>
      <p:sp>
        <p:nvSpPr>
          <p:cNvPr id="731" name="Google Shape;731;p69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prompt: “Create an agent team to review PR #142. Spawn three reviewers: one focused on security implications, one checking performance impact, one validating test coverage.”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reviewer works from the same PR but applies a different filter. The lead synthesizes findings across all three after they finish.</a:t>
            </a:r>
            <a:endParaRPr/>
          </a:p>
        </p:txBody>
      </p:sp>
      <p:sp>
        <p:nvSpPr>
          <p:cNvPr id="732" name="Google Shape;732;p69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Parallel Code Review</a:t>
            </a:r>
            <a:endParaRPr/>
          </a:p>
        </p:txBody>
      </p:sp>
      <p:sp>
        <p:nvSpPr>
          <p:cNvPr id="733" name="Google Shape;733;p69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34" name="Google Shape;734;p69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same pattern works for debugging with competing hypotheses: spawn 5 teammates to investigate different theories and have them disprove each other’s explanations.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theory that survives the debate is much more likely to be the actual root cause than the first plausible answer a single agent would have settled on.</a:t>
            </a:r>
            <a:endParaRPr/>
          </a:p>
        </p:txBody>
      </p:sp>
      <p:sp>
        <p:nvSpPr>
          <p:cNvPr id="735" name="Google Shape;735;p6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In-process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teammates run inside your main terminal. Use Shift+Down to cycle through teammates and type to message them directly.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in any terminal — no extra setup required. Best for quickly trying agent teams without installing tooling.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Split panes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teammate gets its own pane. You can see everyone’s output at once and click into a pane to interact directly.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Requires tmux or iTerm2 with the it2 CLI enabled. Not supported in VS Code’s integrated terminal, Windows Terminal, or Ghostty.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a Display Mode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Configuring it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is “auto”: split panes if you’re inside a tmux session, in-process otherwise. Override via settings or CLI flag.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teammateMode in ~/.claude/settings.json, or use claude --teammate-mode in-process to force in-process for one session.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Talk to teammates directly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teammate is a full, independent Claude Code session. Message any of them directly to give instructions, ask follow-ups, or redirect their approach.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In-process: Shift+Down to cycle, then type. Enter to view a session, Escape to interrupt. Ctrl+T toggles the task list. Split pane: click the pane.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Assign tasks explicitly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the lead which task to give to which teammate. The lead writes the spawn prompt and the assignment is recorded in the shared task list.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have three states — pending, in progress, completed — plus dependencies. A pending task with unresolved dependencies cannot be claimed.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Day-to-Day Interaction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Self-claim from the queue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finishing a task, a teammate picks up the next unassigned, unblocked task on its own. File locking prevents race conditions.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Dependencies resolve automatically: when a teammate completes a task that others depend on, blocked tasks unblock without manual intervention.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Shut down teammates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end a teammate’s session gracefully, ask the lead to shut it down. The lead sends a shutdown request the teammate can approve or reject with an explanation.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shut down through the lead, not by killing terminal panes. Killing a pane can leave the team config inconsistent.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Clean up the team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you’re done, ask the lead to clean up. This removes the shared team resources. Cleanup fails if any teammates are still running — shut them down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use the lead to run cleanup. Teammates should not run cleanup — their team context may not resolve correctly, leaving resources orphaned.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Ending Work &amp; Enforcing Quality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Hooks for quality gates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scripts when teammates idle or tasks change state. Exit with code 2 to send feedback and either keep work going or block the transition.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TeammateIdle keeps work going. TaskCreated and TaskCompleted can prevent creation or completion of tasks that don’t meet your rules.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Lead &amp; teammates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 lead is the main Claude Code session that creates the team, spawns teammates, and coordinates work. Teammates are separate Claude Code instances.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lead is fixed for the team’s lifetime — you can’t promote a teammate to lead or transfer leadership. Nested teams are not supported.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Task list &amp; mailbox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task list is a shared list of work items teammates claim and complete. The mailbox is the messaging system teammates use to communicate.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Teammate messages arrive at the lead automatically — no polling required. Dependent tasks unblock automatically when prerequisites complete.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Local storage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Teams and tasks are stored locally on your machine. Claude Code generates and updates these files automatically as teammates join, go idle, or leave.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config: ~/.claude/teams/{team-name}/config.json. Task list: ~/.claude/tasks/{team-name}/. Don’t edit config.json by hand — it’s overwritten on the next state update.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Right-size the team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3 to 5 teammates for most workflows. This balances parallel work with manageable coordination. Three focused teammates often outperform five scattered 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up only when the work genuinely benefits from parallel work. Token cost scales linearly, coordination overhead grows, and diminishing returns kick in fast.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Right-size the tasks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should be self-contained units that produce a clear deliverable: a function, a test file, a review. Aim for 5 to 6 tasks per teammate.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small — coordination overhead exceeds benefit. Too large — teammates work too long without check-ins, risking wasted effort. Have the lead split work into smaller pieces if needed.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Teams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Steer, don't set-and-forget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in on teammates’ progress, redirect approaches that aren’t working, and synthesize findings as they come in. Don’t let a team run unattended for too long.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teammates editing the same file leads to overwrites — break the work so each teammate owns a different set of files. If you’re new, start with research and review tasks.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N3S - TEMPLATE">
  <a:themeElements>
    <a:clrScheme name="Simple Light">
      <a:dk1>
        <a:srgbClr val="131313"/>
      </a:dk1>
      <a:lt1>
        <a:srgbClr val="FFFFFF"/>
      </a:lt1>
      <a:dk2>
        <a:srgbClr val="131313"/>
      </a:dk2>
      <a:lt2>
        <a:srgbClr val="FFFFFF"/>
      </a:lt2>
      <a:accent1>
        <a:srgbClr val="FF3535"/>
      </a:accent1>
      <a:accent2>
        <a:srgbClr val="003EFF"/>
      </a:accent2>
      <a:accent3>
        <a:srgbClr val="00F789"/>
      </a:accent3>
      <a:accent4>
        <a:srgbClr val="FFF527"/>
      </a:accent4>
      <a:accent5>
        <a:srgbClr val="B883F6"/>
      </a:accent5>
      <a:accent6>
        <a:srgbClr val="00D6FF"/>
      </a:accent6>
      <a:hlink>
        <a:srgbClr val="003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