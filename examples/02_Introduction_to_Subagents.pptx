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3.xml"/>
  <Override ContentType="application/vnd.openxmlformats-officedocument.presentationml.slide+xml" PartName="/ppt/slides/slide47.xml"/>
  <Override ContentType="application/vnd.openxmlformats-officedocument.presentationml.slide+xml" PartName="/ppt/slides/slide16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5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5"/>
  </p:sldMasterIdLst>
  <p:notesMasterIdLst>
    <p:notesMasterId r:id="rId6"/>
  </p:notesMasterIdLst>
  <p:sldIdLst>
    <p:sldId id="256" r:id="rId7"/>
    <p:sldId id="261" r:id="rId12"/>
    <p:sldId id="271" r:id="rId22"/>
    <p:sldId id="270" r:id="rId21"/>
    <p:sldId id="268" r:id="rId19"/>
    <p:sldId id="266" r:id="rId17"/>
    <p:sldId id="303" r:id="rId58"/>
    <p:sldId id="269" r:id="rId20"/>
    <p:sldId id="306" r:id="rId61"/>
    <p:sldId id="307" r:id="rId62"/>
    <p:sldId id="310" r:id="rId65"/>
    <p:sldId id="304" r:id="rId59"/>
    <p:sldId id="313" r:id="rId68"/>
    <p:sldId id="308" r:id="rId63"/>
    <p:sldId id="311" r:id="rId66"/>
    <p:sldId id="305" r:id="rId60"/>
    <p:sldId id="309" r:id="rId64"/>
    <p:sldId id="314" r:id="rId69"/>
    <p:sldId id="265" r:id="rId16"/>
    <p:sldId id="312" r:id="rId67"/>
    <p:sldId id="302" r:id="rId53"/>
  </p:sldIdLst>
  <p:sldSz cy="5143500" cx="9144000"/>
  <p:notesSz cx="6858000" cy="9144000"/>
  <p:embeddedFontLst>
    <p:embeddedFont>
      <p:font typeface="Inter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B500A8-5D39-4616-942E-E305811629E9}">
  <a:tblStyle styleId="{DAB500A8-5D39-4616-942E-E305811629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975787F-176D-4D19-A15C-1BD4523DBC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53" Type="http://schemas.openxmlformats.org/officeDocument/2006/relationships/slide" Target="slides/slide47.xml"/><Relationship Id="rId55" Type="http://schemas.openxmlformats.org/officeDocument/2006/relationships/font" Target="fonts/Inter-bold.fntdata"/><Relationship Id="rId54" Type="http://schemas.openxmlformats.org/officeDocument/2006/relationships/font" Target="fonts/Inter-regular.fntdata"/><Relationship Id="rId57" Type="http://schemas.openxmlformats.org/officeDocument/2006/relationships/font" Target="fonts/Inter-boldItalic.fntdata"/><Relationship Id="rId12" Type="http://schemas.openxmlformats.org/officeDocument/2006/relationships/slide" Target="slides/slide6.xml"/><Relationship Id="rId56" Type="http://schemas.openxmlformats.org/officeDocument/2006/relationships/font" Target="fonts/Inter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9e12ac71b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9e12ac71b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9b7607228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9b7607228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9e5b6a1de9_6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9e5b6a1de9_6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9e5b6a1de9_6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9e5b6a1de9_6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9e5b6a1de9_6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9e5b6a1de9_6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9e5b6a1de9_6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9e5b6a1de9_6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9e5b6a1de9_6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9e5b6a1de9_6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9e5b6a1de9_6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9e5b6a1de9_6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9e12ac71b3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9e12ac71b3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OVER" type="blank">
  <p:cSld name="BLANK">
    <p:bg>
      <p:bgPr>
        <a:solidFill>
          <a:srgbClr val="13131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545450" y="1448400"/>
            <a:ext cx="59817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 rot="10800000">
            <a:off x="545450" y="43879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3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4" type="subTitle"/>
          </p:nvPr>
        </p:nvSpPr>
        <p:spPr>
          <a:xfrm>
            <a:off x="545450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5" type="subTitle"/>
          </p:nvPr>
        </p:nvSpPr>
        <p:spPr>
          <a:xfrm>
            <a:off x="545450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6" type="subTitle"/>
          </p:nvPr>
        </p:nvSpPr>
        <p:spPr>
          <a:xfrm>
            <a:off x="4688725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1" name="Google Shape;2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50" y="525370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1 - black">
  <p:cSld name="BLANK_4">
    <p:bg>
      <p:bgPr>
        <a:solidFill>
          <a:srgbClr val="131313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type="ctrTitle"/>
          </p:nvPr>
        </p:nvSpPr>
        <p:spPr>
          <a:xfrm>
            <a:off x="545450" y="1448400"/>
            <a:ext cx="59817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5" name="Google Shape;25;p3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" name="Google Shape;26;p3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8" name="Google Shape;28;p3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3"/>
          <p:cNvSpPr txBox="1"/>
          <p:nvPr>
            <p:ph idx="2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50" y="525370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1">
  <p:cSld name="BLANK_4_1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ctrTitle"/>
          </p:nvPr>
        </p:nvSpPr>
        <p:spPr>
          <a:xfrm>
            <a:off x="545450" y="1448400"/>
            <a:ext cx="59817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33" name="Google Shape;33;p4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" name="Google Shape;34;p4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" name="Google Shape;35;p4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2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8" name="Google Shape;3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X - END">
  <p:cSld name="BLANK_3">
    <p:bg>
      <p:bgPr>
        <a:solidFill>
          <a:srgbClr val="131313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>
            <p:ph type="ctrTitle"/>
          </p:nvPr>
        </p:nvSpPr>
        <p:spPr>
          <a:xfrm>
            <a:off x="545450" y="1448400"/>
            <a:ext cx="52953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42" name="Google Shape;42;p5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5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5"/>
          <p:cNvCxnSpPr/>
          <p:nvPr/>
        </p:nvCxnSpPr>
        <p:spPr>
          <a:xfrm>
            <a:off x="6527025" y="846400"/>
            <a:ext cx="0" cy="3541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6760350" y="1526688"/>
            <a:ext cx="1838100" cy="23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46" name="Google Shape;46;p5"/>
          <p:cNvCxnSpPr/>
          <p:nvPr/>
        </p:nvCxnSpPr>
        <p:spPr>
          <a:xfrm flipH="1" rot="10800000">
            <a:off x="545450" y="43879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5"/>
          <p:cNvSpPr txBox="1"/>
          <p:nvPr>
            <p:ph idx="2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3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4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5" type="subTitle"/>
          </p:nvPr>
        </p:nvSpPr>
        <p:spPr>
          <a:xfrm>
            <a:off x="545450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6" type="subTitle"/>
          </p:nvPr>
        </p:nvSpPr>
        <p:spPr>
          <a:xfrm>
            <a:off x="4688725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52" name="Google Shape;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50" y="525370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COVER">
  <p:cSld name="BLANK_2">
    <p:bg>
      <p:bgPr>
        <a:solidFill>
          <a:srgbClr val="13131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ctrTitle"/>
          </p:nvPr>
        </p:nvSpPr>
        <p:spPr>
          <a:xfrm>
            <a:off x="545450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6"/>
          <p:cNvCxnSpPr/>
          <p:nvPr/>
        </p:nvCxnSpPr>
        <p:spPr>
          <a:xfrm flipH="1" rot="10800000">
            <a:off x="545450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1926550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idx="2" type="subTitle"/>
          </p:nvPr>
        </p:nvSpPr>
        <p:spPr>
          <a:xfrm>
            <a:off x="545450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9" name="Google Shape;59;p6"/>
          <p:cNvCxnSpPr/>
          <p:nvPr/>
        </p:nvCxnSpPr>
        <p:spPr>
          <a:xfrm>
            <a:off x="545450" y="4394822"/>
            <a:ext cx="39123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6"/>
          <p:cNvSpPr txBox="1"/>
          <p:nvPr>
            <p:ph idx="3" type="subTitle"/>
          </p:nvPr>
        </p:nvSpPr>
        <p:spPr>
          <a:xfrm>
            <a:off x="545450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4" type="subTitle"/>
          </p:nvPr>
        </p:nvSpPr>
        <p:spPr>
          <a:xfrm>
            <a:off x="545450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5" type="subTitle"/>
          </p:nvPr>
        </p:nvSpPr>
        <p:spPr>
          <a:xfrm>
            <a:off x="2617088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6" type="subTitle"/>
          </p:nvPr>
        </p:nvSpPr>
        <p:spPr>
          <a:xfrm>
            <a:off x="2617088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64" name="Google Shape;6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0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2 - black">
  <p:cSld name="BLANK_2_2">
    <p:bg>
      <p:bgPr>
        <a:solidFill>
          <a:srgbClr val="13131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ctrTitle"/>
          </p:nvPr>
        </p:nvSpPr>
        <p:spPr>
          <a:xfrm>
            <a:off x="545450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67" name="Google Shape;67;p7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7"/>
          <p:cNvCxnSpPr/>
          <p:nvPr/>
        </p:nvCxnSpPr>
        <p:spPr>
          <a:xfrm flipH="1" rot="10800000">
            <a:off x="545450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1926550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0" name="Google Shape;70;p7"/>
          <p:cNvCxnSpPr/>
          <p:nvPr/>
        </p:nvCxnSpPr>
        <p:spPr>
          <a:xfrm>
            <a:off x="545450" y="4555322"/>
            <a:ext cx="391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7"/>
          <p:cNvSpPr txBox="1"/>
          <p:nvPr>
            <p:ph idx="2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72" name="Google Shape;7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0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3 - black">
  <p:cSld name="BLANK_2_2_2">
    <p:bg>
      <p:bgPr>
        <a:solidFill>
          <a:srgbClr val="13131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5" name="Google Shape;75;p8"/>
          <p:cNvCxnSpPr/>
          <p:nvPr/>
        </p:nvCxnSpPr>
        <p:spPr>
          <a:xfrm flipH="1" rot="10800000">
            <a:off x="4688725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8"/>
          <p:cNvCxnSpPr/>
          <p:nvPr/>
        </p:nvCxnSpPr>
        <p:spPr>
          <a:xfrm flipH="1" rot="10800000">
            <a:off x="4688725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8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8" name="Google Shape;78;p8"/>
          <p:cNvCxnSpPr/>
          <p:nvPr/>
        </p:nvCxnSpPr>
        <p:spPr>
          <a:xfrm>
            <a:off x="4688725" y="4555322"/>
            <a:ext cx="391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8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80" name="Google Shape;8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1325" y="525445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2">
  <p:cSld name="BLANK_2_2_1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>
            <p:ph type="ctrTitle"/>
          </p:nvPr>
        </p:nvSpPr>
        <p:spPr>
          <a:xfrm>
            <a:off x="545450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3" name="Google Shape;83;p9"/>
          <p:cNvCxnSpPr/>
          <p:nvPr/>
        </p:nvCxnSpPr>
        <p:spPr>
          <a:xfrm>
            <a:off x="545450" y="4555322"/>
            <a:ext cx="391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9"/>
          <p:cNvSpPr txBox="1"/>
          <p:nvPr>
            <p:ph idx="1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5" name="Google Shape;85;p9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9"/>
          <p:cNvCxnSpPr/>
          <p:nvPr/>
        </p:nvCxnSpPr>
        <p:spPr>
          <a:xfrm flipH="1" rot="10800000">
            <a:off x="545450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9"/>
          <p:cNvSpPr txBox="1"/>
          <p:nvPr>
            <p:ph idx="2" type="subTitle"/>
          </p:nvPr>
        </p:nvSpPr>
        <p:spPr>
          <a:xfrm>
            <a:off x="1926550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03">
  <p:cSld name="BLANK_2_2_1_1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1" name="Google Shape;91;p10"/>
          <p:cNvCxnSpPr/>
          <p:nvPr/>
        </p:nvCxnSpPr>
        <p:spPr>
          <a:xfrm>
            <a:off x="4688725" y="4555322"/>
            <a:ext cx="391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0"/>
          <p:cNvSpPr txBox="1"/>
          <p:nvPr>
            <p:ph idx="1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3" name="Google Shape;93;p10"/>
          <p:cNvCxnSpPr/>
          <p:nvPr/>
        </p:nvCxnSpPr>
        <p:spPr>
          <a:xfrm flipH="1" rot="10800000">
            <a:off x="4688725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0"/>
          <p:cNvCxnSpPr/>
          <p:nvPr/>
        </p:nvCxnSpPr>
        <p:spPr>
          <a:xfrm flipH="1" rot="10800000">
            <a:off x="4688725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0"/>
          <p:cNvSpPr txBox="1"/>
          <p:nvPr>
            <p:ph idx="2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6" name="Google Shape;9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1338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COVER">
  <p:cSld name="BLANK_2_1">
    <p:bg>
      <p:bgPr>
        <a:solidFill>
          <a:srgbClr val="131313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  <a:defRPr sz="4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99" name="Google Shape;99;p11"/>
          <p:cNvCxnSpPr/>
          <p:nvPr/>
        </p:nvCxnSpPr>
        <p:spPr>
          <a:xfrm flipH="1" rot="10800000">
            <a:off x="4688725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1"/>
          <p:cNvCxnSpPr/>
          <p:nvPr/>
        </p:nvCxnSpPr>
        <p:spPr>
          <a:xfrm flipH="1" rot="10800000">
            <a:off x="4688725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1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2" type="subTitle"/>
          </p:nvPr>
        </p:nvSpPr>
        <p:spPr>
          <a:xfrm>
            <a:off x="4688725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03" name="Google Shape;103;p11"/>
          <p:cNvCxnSpPr/>
          <p:nvPr/>
        </p:nvCxnSpPr>
        <p:spPr>
          <a:xfrm>
            <a:off x="4687525" y="4394822"/>
            <a:ext cx="39123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1"/>
          <p:cNvSpPr txBox="1"/>
          <p:nvPr>
            <p:ph idx="3" type="subTitle"/>
          </p:nvPr>
        </p:nvSpPr>
        <p:spPr>
          <a:xfrm>
            <a:off x="4687525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4" type="subTitle"/>
          </p:nvPr>
        </p:nvSpPr>
        <p:spPr>
          <a:xfrm>
            <a:off x="4687525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5" type="subTitle"/>
          </p:nvPr>
        </p:nvSpPr>
        <p:spPr>
          <a:xfrm>
            <a:off x="6759163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6" type="subTitle"/>
          </p:nvPr>
        </p:nvSpPr>
        <p:spPr>
          <a:xfrm>
            <a:off x="6759163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08" name="Google Shape;10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1325" y="525445"/>
            <a:ext cx="650950" cy="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COVER">
  <p:cSld name="BLANK_1"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>
            <p:ph type="ctrTitle"/>
          </p:nvPr>
        </p:nvSpPr>
        <p:spPr>
          <a:xfrm>
            <a:off x="545450" y="1448400"/>
            <a:ext cx="59817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cxnSp>
        <p:nvCxnSpPr>
          <p:cNvPr id="111" name="Google Shape;111;p1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2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114" name="Google Shape;114;p12"/>
          <p:cNvSpPr txBox="1"/>
          <p:nvPr>
            <p:ph idx="2" type="subTitle"/>
          </p:nvPr>
        </p:nvSpPr>
        <p:spPr>
          <a:xfrm>
            <a:off x="545450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cxnSp>
        <p:nvCxnSpPr>
          <p:cNvPr id="115" name="Google Shape;115;p12"/>
          <p:cNvCxnSpPr/>
          <p:nvPr/>
        </p:nvCxnSpPr>
        <p:spPr>
          <a:xfrm flipH="1" rot="10800000">
            <a:off x="545450" y="43879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2"/>
          <p:cNvSpPr txBox="1"/>
          <p:nvPr>
            <p:ph idx="3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117" name="Google Shape;117;p12"/>
          <p:cNvSpPr txBox="1"/>
          <p:nvPr>
            <p:ph idx="4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118" name="Google Shape;118;p12"/>
          <p:cNvSpPr txBox="1"/>
          <p:nvPr>
            <p:ph idx="5" type="subTitle"/>
          </p:nvPr>
        </p:nvSpPr>
        <p:spPr>
          <a:xfrm>
            <a:off x="545450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9" name="Google Shape;119;p12"/>
          <p:cNvSpPr txBox="1"/>
          <p:nvPr>
            <p:ph idx="6" type="subTitle"/>
          </p:nvPr>
        </p:nvSpPr>
        <p:spPr>
          <a:xfrm>
            <a:off x="4688725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pic>
        <p:nvPicPr>
          <p:cNvPr id="120" name="Google Shape;120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COVER">
  <p:cSld name="BLANK_1_1"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ctrTitle"/>
          </p:nvPr>
        </p:nvSpPr>
        <p:spPr>
          <a:xfrm>
            <a:off x="545450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3"/>
          <p:cNvCxnSpPr/>
          <p:nvPr/>
        </p:nvCxnSpPr>
        <p:spPr>
          <a:xfrm flipH="1" rot="10800000">
            <a:off x="545450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3"/>
          <p:cNvCxnSpPr/>
          <p:nvPr/>
        </p:nvCxnSpPr>
        <p:spPr>
          <a:xfrm>
            <a:off x="545450" y="4394822"/>
            <a:ext cx="391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3"/>
          <p:cNvSpPr txBox="1"/>
          <p:nvPr>
            <p:ph idx="1" type="subTitle"/>
          </p:nvPr>
        </p:nvSpPr>
        <p:spPr>
          <a:xfrm>
            <a:off x="1926550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2" type="subTitle"/>
          </p:nvPr>
        </p:nvSpPr>
        <p:spPr>
          <a:xfrm>
            <a:off x="545450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545450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4" type="subTitle"/>
          </p:nvPr>
        </p:nvSpPr>
        <p:spPr>
          <a:xfrm>
            <a:off x="545450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5" type="subTitle"/>
          </p:nvPr>
        </p:nvSpPr>
        <p:spPr>
          <a:xfrm>
            <a:off x="2617088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6" type="subTitle"/>
          </p:nvPr>
        </p:nvSpPr>
        <p:spPr>
          <a:xfrm>
            <a:off x="2617088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32" name="Google Shape;13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450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COVER">
  <p:cSld name="BLANK_1_1_1"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cxnSp>
        <p:nvCxnSpPr>
          <p:cNvPr id="135" name="Google Shape;135;p14"/>
          <p:cNvCxnSpPr/>
          <p:nvPr/>
        </p:nvCxnSpPr>
        <p:spPr>
          <a:xfrm flipH="1" rot="10800000">
            <a:off x="4688725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4"/>
          <p:cNvCxnSpPr/>
          <p:nvPr/>
        </p:nvCxnSpPr>
        <p:spPr>
          <a:xfrm flipH="1" rot="10800000">
            <a:off x="4688725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4"/>
          <p:cNvCxnSpPr/>
          <p:nvPr/>
        </p:nvCxnSpPr>
        <p:spPr>
          <a:xfrm>
            <a:off x="4687525" y="4394822"/>
            <a:ext cx="391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4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2" type="subTitle"/>
          </p:nvPr>
        </p:nvSpPr>
        <p:spPr>
          <a:xfrm>
            <a:off x="4688725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3" type="subTitle"/>
          </p:nvPr>
        </p:nvSpPr>
        <p:spPr>
          <a:xfrm>
            <a:off x="4687525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14"/>
          <p:cNvSpPr txBox="1"/>
          <p:nvPr>
            <p:ph idx="4" type="subTitle"/>
          </p:nvPr>
        </p:nvSpPr>
        <p:spPr>
          <a:xfrm>
            <a:off x="4687525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5" type="subTitle"/>
          </p:nvPr>
        </p:nvSpPr>
        <p:spPr>
          <a:xfrm>
            <a:off x="6759163" y="4614750"/>
            <a:ext cx="18384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4"/>
          <p:cNvSpPr txBox="1"/>
          <p:nvPr>
            <p:ph idx="6" type="subTitle"/>
          </p:nvPr>
        </p:nvSpPr>
        <p:spPr>
          <a:xfrm>
            <a:off x="6759163" y="4454250"/>
            <a:ext cx="18384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44" name="Google Shape;14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1338" y="525379"/>
            <a:ext cx="650950" cy="16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TITLE">
  <p:cSld name="BLANK_1_1_1_1"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47" name="Google Shape;147;p15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5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5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15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151" name="Google Shape;151;p15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TITLE - 2">
  <p:cSld name="BLANK_1_1_1_1_8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16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156" name="Google Shape;156;p16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16"/>
          <p:cNvSpPr txBox="1"/>
          <p:nvPr>
            <p:ph type="ctrTitle"/>
          </p:nvPr>
        </p:nvSpPr>
        <p:spPr>
          <a:xfrm>
            <a:off x="545450" y="368250"/>
            <a:ext cx="8053200" cy="838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58" name="Google Shape;158;p16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6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0" name="Google Shape;16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INDEX">
  <p:cSld name="BLANK_1_1_1_1_6"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17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17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5" name="Google Shape;165;p17"/>
          <p:cNvCxnSpPr/>
          <p:nvPr/>
        </p:nvCxnSpPr>
        <p:spPr>
          <a:xfrm>
            <a:off x="545450" y="1205389"/>
            <a:ext cx="2537400" cy="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7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7"/>
          <p:cNvSpPr txBox="1"/>
          <p:nvPr>
            <p:ph type="ctrTitle"/>
          </p:nvPr>
        </p:nvSpPr>
        <p:spPr>
          <a:xfrm>
            <a:off x="545450" y="368250"/>
            <a:ext cx="2304300" cy="837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cxnSp>
        <p:nvCxnSpPr>
          <p:cNvPr id="168" name="Google Shape;168;p17"/>
          <p:cNvCxnSpPr/>
          <p:nvPr/>
        </p:nvCxnSpPr>
        <p:spPr>
          <a:xfrm>
            <a:off x="3082950" y="369400"/>
            <a:ext cx="0" cy="41826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552900" y="1334614"/>
            <a:ext cx="2304300" cy="5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3998175" y="5809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1" name="Google Shape;171;p17"/>
          <p:cNvSpPr txBox="1"/>
          <p:nvPr>
            <p:ph idx="4" type="body"/>
          </p:nvPr>
        </p:nvSpPr>
        <p:spPr>
          <a:xfrm>
            <a:off x="6757950" y="5809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3998175" y="1708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3" name="Google Shape;173;p17"/>
          <p:cNvSpPr txBox="1"/>
          <p:nvPr>
            <p:ph idx="6" type="body"/>
          </p:nvPr>
        </p:nvSpPr>
        <p:spPr>
          <a:xfrm>
            <a:off x="6757950" y="1708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998175" y="2842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8" type="body"/>
          </p:nvPr>
        </p:nvSpPr>
        <p:spPr>
          <a:xfrm>
            <a:off x="6757950" y="2842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76" name="Google Shape;17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TITLE BLACK">
  <p:cSld name="BLANK_1_1_1_1_5">
    <p:bg>
      <p:bgPr>
        <a:solidFill>
          <a:srgbClr val="131313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79" name="Google Shape;179;p18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8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8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TITLE BLACK - 2">
  <p:cSld name="BLANK_1_1_1_1_5_1">
    <p:bg>
      <p:bgPr>
        <a:solidFill>
          <a:srgbClr val="131313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19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8" name="Google Shape;188;p1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19"/>
          <p:cNvSpPr txBox="1"/>
          <p:nvPr>
            <p:ph type="ctrTitle"/>
          </p:nvPr>
        </p:nvSpPr>
        <p:spPr>
          <a:xfrm>
            <a:off x="545450" y="368250"/>
            <a:ext cx="8053200" cy="838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90" name="Google Shape;190;p19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9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BLANK - BLACK">
  <p:cSld name="BLANK_1_1_1_1_4">
    <p:bg>
      <p:bgPr>
        <a:solidFill>
          <a:srgbClr val="131313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20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0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0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BLANK">
  <p:cSld name="BLANK_1_1_1_1_4_1"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21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1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1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1 - 2">
  <p:cSld name="BLANK_1_1_1_1_3"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idx="1" type="body"/>
          </p:nvPr>
        </p:nvSpPr>
        <p:spPr>
          <a:xfrm>
            <a:off x="545450" y="1569224"/>
            <a:ext cx="3909900" cy="27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7" name="Google Shape;207;p22"/>
          <p:cNvSpPr txBox="1"/>
          <p:nvPr>
            <p:ph idx="2" type="body"/>
          </p:nvPr>
        </p:nvSpPr>
        <p:spPr>
          <a:xfrm>
            <a:off x="4688725" y="1569150"/>
            <a:ext cx="3909900" cy="27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8" name="Google Shape;208;p22"/>
          <p:cNvSpPr txBox="1"/>
          <p:nvPr>
            <p:ph type="ctrTitle"/>
          </p:nvPr>
        </p:nvSpPr>
        <p:spPr>
          <a:xfrm>
            <a:off x="545450" y="368250"/>
            <a:ext cx="8053200" cy="831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209" name="Google Shape;209;p2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2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2"/>
          <p:cNvSpPr txBox="1"/>
          <p:nvPr>
            <p:ph idx="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212" name="Google Shape;212;p22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3" name="Google Shape;213;p22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4" name="Google Shape;21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1">
  <p:cSld name="BLANK_1_1_1_1_3_3"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545450" y="1218750"/>
            <a:ext cx="39099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7" name="Google Shape;217;p23"/>
          <p:cNvSpPr txBox="1"/>
          <p:nvPr>
            <p:ph idx="2" type="body"/>
          </p:nvPr>
        </p:nvSpPr>
        <p:spPr>
          <a:xfrm>
            <a:off x="4688725" y="1218750"/>
            <a:ext cx="39099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219" name="Google Shape;219;p23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3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3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3"/>
          <p:cNvSpPr txBox="1"/>
          <p:nvPr>
            <p:ph idx="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223" name="Google Shape;223;p23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2">
  <p:cSld name="BLANK_1_1_1_1_3_2"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7" name="Google Shape;227;p24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8" name="Google Shape;228;p24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9" name="Google Shape;229;p24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230" name="Google Shape;230;p24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4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4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4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234" name="Google Shape;234;p24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2 - 2">
  <p:cSld name="BLANK_1_1_1_1_3_2_1"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545450" y="1569025"/>
            <a:ext cx="2537100" cy="27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38" name="Google Shape;238;p25"/>
          <p:cNvSpPr txBox="1"/>
          <p:nvPr>
            <p:ph idx="2" type="body"/>
          </p:nvPr>
        </p:nvSpPr>
        <p:spPr>
          <a:xfrm>
            <a:off x="3303419" y="1569025"/>
            <a:ext cx="2537100" cy="27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39" name="Google Shape;239;p25"/>
          <p:cNvSpPr txBox="1"/>
          <p:nvPr>
            <p:ph idx="3" type="body"/>
          </p:nvPr>
        </p:nvSpPr>
        <p:spPr>
          <a:xfrm>
            <a:off x="6061400" y="1569025"/>
            <a:ext cx="2537100" cy="27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40" name="Google Shape;240;p25"/>
          <p:cNvSpPr txBox="1"/>
          <p:nvPr>
            <p:ph type="ctrTitle"/>
          </p:nvPr>
        </p:nvSpPr>
        <p:spPr>
          <a:xfrm>
            <a:off x="545450" y="368250"/>
            <a:ext cx="8053200" cy="838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5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5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5" name="Google Shape;245;p25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6" name="Google Shape;24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01 - black">
  <p:cSld name="BLANK_1_1_1_1_3_2_1_1">
    <p:bg>
      <p:bgPr>
        <a:solidFill>
          <a:srgbClr val="131313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248;p26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6"/>
          <p:cNvSpPr/>
          <p:nvPr/>
        </p:nvSpPr>
        <p:spPr>
          <a:xfrm>
            <a:off x="4688600" y="587850"/>
            <a:ext cx="3909900" cy="3740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6"/>
          <p:cNvSpPr txBox="1"/>
          <p:nvPr>
            <p:ph type="title"/>
          </p:nvPr>
        </p:nvSpPr>
        <p:spPr>
          <a:xfrm>
            <a:off x="550850" y="588000"/>
            <a:ext cx="3909900" cy="32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51" name="Google Shape;251;p26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6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6"/>
          <p:cNvSpPr txBox="1"/>
          <p:nvPr>
            <p:ph idx="2" type="body"/>
          </p:nvPr>
        </p:nvSpPr>
        <p:spPr>
          <a:xfrm>
            <a:off x="537875" y="4037350"/>
            <a:ext cx="39099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5" name="Google Shape;255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01">
  <p:cSld name="BLANK_1_1_1_1_3_2_1_1_4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/>
          <p:nvPr/>
        </p:nvSpPr>
        <p:spPr>
          <a:xfrm>
            <a:off x="4688600" y="587850"/>
            <a:ext cx="3909900" cy="3740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"/>
          <p:cNvSpPr txBox="1"/>
          <p:nvPr>
            <p:ph type="title"/>
          </p:nvPr>
        </p:nvSpPr>
        <p:spPr>
          <a:xfrm>
            <a:off x="550850" y="588000"/>
            <a:ext cx="3909900" cy="32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27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27"/>
          <p:cNvSpPr txBox="1"/>
          <p:nvPr>
            <p:ph idx="2" type="body"/>
          </p:nvPr>
        </p:nvSpPr>
        <p:spPr>
          <a:xfrm>
            <a:off x="537875" y="4037350"/>
            <a:ext cx="39099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62" name="Google Shape;262;p27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7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27"/>
          <p:cNvSpPr txBox="1"/>
          <p:nvPr>
            <p:ph idx="3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5" name="Google Shape;26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IMAGE - 01">
  <p:cSld name="BLANK_1_1_1_1_3_2_1_1_3">
    <p:bg>
      <p:bgPr>
        <a:solidFill>
          <a:srgbClr val="131313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8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28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28"/>
          <p:cNvSpPr txBox="1"/>
          <p:nvPr>
            <p:ph type="title"/>
          </p:nvPr>
        </p:nvSpPr>
        <p:spPr>
          <a:xfrm>
            <a:off x="550850" y="588000"/>
            <a:ext cx="3909900" cy="32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70" name="Google Shape;270;p28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8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72" name="Google Shape;272;p28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28"/>
          <p:cNvSpPr txBox="1"/>
          <p:nvPr>
            <p:ph idx="2" type="body"/>
          </p:nvPr>
        </p:nvSpPr>
        <p:spPr>
          <a:xfrm>
            <a:off x="537875" y="4037350"/>
            <a:ext cx="39099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74" name="Google Shape;2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IMAGE - 01 - 2">
  <p:cSld name="BLANK_1_1_1_1_3_2_1_1_3_1">
    <p:bg>
      <p:bgPr>
        <a:solidFill>
          <a:srgbClr val="131313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9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9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9"/>
          <p:cNvSpPr txBox="1"/>
          <p:nvPr>
            <p:ph type="title"/>
          </p:nvPr>
        </p:nvSpPr>
        <p:spPr>
          <a:xfrm>
            <a:off x="4688650" y="588000"/>
            <a:ext cx="3909900" cy="32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79" name="Google Shape;279;p29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9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1" name="Google Shape;281;p2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29"/>
          <p:cNvSpPr txBox="1"/>
          <p:nvPr>
            <p:ph idx="2" type="body"/>
          </p:nvPr>
        </p:nvSpPr>
        <p:spPr>
          <a:xfrm>
            <a:off x="4675675" y="4037350"/>
            <a:ext cx="39099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83" name="Google Shape;2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02">
  <p:cSld name="BLANK_1_1_1_1_3_2_1_1_1">
    <p:bg>
      <p:bgPr>
        <a:solidFill>
          <a:srgbClr val="131313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" name="Google Shape;285;p30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30"/>
          <p:cNvSpPr/>
          <p:nvPr/>
        </p:nvSpPr>
        <p:spPr>
          <a:xfrm>
            <a:off x="545450" y="587850"/>
            <a:ext cx="3909900" cy="3740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"/>
          <p:cNvSpPr txBox="1"/>
          <p:nvPr>
            <p:ph type="title"/>
          </p:nvPr>
        </p:nvSpPr>
        <p:spPr>
          <a:xfrm>
            <a:off x="4701700" y="588000"/>
            <a:ext cx="3909900" cy="32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sz="3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88" name="Google Shape;288;p30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30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0" name="Google Shape;290;p30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0"/>
          <p:cNvSpPr txBox="1"/>
          <p:nvPr>
            <p:ph idx="2" type="body"/>
          </p:nvPr>
        </p:nvSpPr>
        <p:spPr>
          <a:xfrm>
            <a:off x="4688725" y="4037350"/>
            <a:ext cx="39099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92" name="Google Shape;29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3">
  <p:cSld name="BLANK_1_1_1_1_3_1"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95" name="Google Shape;295;p31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296" name="Google Shape;296;p31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1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31"/>
          <p:cNvSpPr/>
          <p:nvPr/>
        </p:nvSpPr>
        <p:spPr>
          <a:xfrm>
            <a:off x="4688600" y="1069350"/>
            <a:ext cx="3909900" cy="325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9" name="Google Shape;299;p31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1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01" name="Google Shape;301;p3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2" name="Google Shape;30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3 - 2">
  <p:cSld name="BLANK_1_1_1_1_3_1_1"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/>
          <p:nvPr>
            <p:ph idx="1" type="body"/>
          </p:nvPr>
        </p:nvSpPr>
        <p:spPr>
          <a:xfrm>
            <a:off x="545450" y="1569150"/>
            <a:ext cx="3909900" cy="27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05" name="Google Shape;305;p32"/>
          <p:cNvSpPr txBox="1"/>
          <p:nvPr>
            <p:ph type="ctrTitle"/>
          </p:nvPr>
        </p:nvSpPr>
        <p:spPr>
          <a:xfrm>
            <a:off x="545450" y="368250"/>
            <a:ext cx="8053200" cy="831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06" name="Google Shape;306;p3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2"/>
          <p:cNvSpPr/>
          <p:nvPr/>
        </p:nvSpPr>
        <p:spPr>
          <a:xfrm>
            <a:off x="4688600" y="1410338"/>
            <a:ext cx="3909900" cy="291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8" name="Google Shape;308;p32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32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10" name="Google Shape;310;p32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1" name="Google Shape;311;p32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2" name="Google Shape;31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4">
  <p:cSld name="BLANK_1_1_1_1_2"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15" name="Google Shape;315;p33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3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3"/>
          <p:cNvSpPr/>
          <p:nvPr/>
        </p:nvSpPr>
        <p:spPr>
          <a:xfrm>
            <a:off x="3303500" y="1069350"/>
            <a:ext cx="5295000" cy="3259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8" name="Google Shape;318;p33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33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20" name="Google Shape;320;p33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33"/>
          <p:cNvSpPr txBox="1"/>
          <p:nvPr>
            <p:ph idx="2" type="body"/>
          </p:nvPr>
        </p:nvSpPr>
        <p:spPr>
          <a:xfrm>
            <a:off x="545450" y="1217900"/>
            <a:ext cx="2537100" cy="28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pic>
        <p:nvPicPr>
          <p:cNvPr id="322" name="Google Shape;32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4 - 2">
  <p:cSld name="BLANK_1_1_1_1_2_2"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/>
          <p:cNvSpPr txBox="1"/>
          <p:nvPr>
            <p:ph type="ctrTitle"/>
          </p:nvPr>
        </p:nvSpPr>
        <p:spPr>
          <a:xfrm>
            <a:off x="545450" y="368250"/>
            <a:ext cx="8053200" cy="831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25" name="Google Shape;325;p34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4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34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28" name="Google Shape;328;p34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9" name="Google Shape;329;p34"/>
          <p:cNvCxnSpPr/>
          <p:nvPr/>
        </p:nvCxnSpPr>
        <p:spPr>
          <a:xfrm flipH="1" rot="10800000">
            <a:off x="545450" y="1200017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4"/>
          <p:cNvSpPr txBox="1"/>
          <p:nvPr>
            <p:ph idx="2" type="body"/>
          </p:nvPr>
        </p:nvSpPr>
        <p:spPr>
          <a:xfrm>
            <a:off x="545450" y="1569150"/>
            <a:ext cx="2537100" cy="27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31" name="Google Shape;331;p34"/>
          <p:cNvSpPr/>
          <p:nvPr/>
        </p:nvSpPr>
        <p:spPr>
          <a:xfrm>
            <a:off x="3303500" y="1410350"/>
            <a:ext cx="5295000" cy="291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5">
  <p:cSld name="BLANK_1_1_1_1_2_1"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/>
          <p:nvPr>
            <p:ph idx="1" type="body"/>
          </p:nvPr>
        </p:nvSpPr>
        <p:spPr>
          <a:xfrm>
            <a:off x="545450" y="1217900"/>
            <a:ext cx="2537100" cy="31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35" name="Google Shape;335;p35"/>
          <p:cNvSpPr txBox="1"/>
          <p:nvPr>
            <p:ph idx="2" type="body"/>
          </p:nvPr>
        </p:nvSpPr>
        <p:spPr>
          <a:xfrm>
            <a:off x="3303425" y="1217900"/>
            <a:ext cx="2537100" cy="31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36" name="Google Shape;336;p35"/>
          <p:cNvSpPr txBox="1"/>
          <p:nvPr>
            <p:ph type="ctrTitle"/>
          </p:nvPr>
        </p:nvSpPr>
        <p:spPr>
          <a:xfrm>
            <a:off x="545450" y="368250"/>
            <a:ext cx="52953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37" name="Google Shape;337;p35"/>
          <p:cNvCxnSpPr/>
          <p:nvPr/>
        </p:nvCxnSpPr>
        <p:spPr>
          <a:xfrm flipH="1" rot="10800000">
            <a:off x="545450" y="361350"/>
            <a:ext cx="52953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35"/>
          <p:cNvCxnSpPr/>
          <p:nvPr/>
        </p:nvCxnSpPr>
        <p:spPr>
          <a:xfrm flipH="1" rot="10800000">
            <a:off x="545450" y="842850"/>
            <a:ext cx="52953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35"/>
          <p:cNvSpPr/>
          <p:nvPr/>
        </p:nvSpPr>
        <p:spPr>
          <a:xfrm>
            <a:off x="6061400" y="361350"/>
            <a:ext cx="25371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0" name="Google Shape;340;p35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35"/>
          <p:cNvSpPr txBox="1"/>
          <p:nvPr>
            <p:ph idx="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42" name="Google Shape;342;p35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3" name="Google Shape;34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5 - 2">
  <p:cSld name="BLANK_1_1_1_1_2_1_2"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>
            <p:ph idx="1" type="body"/>
          </p:nvPr>
        </p:nvSpPr>
        <p:spPr>
          <a:xfrm>
            <a:off x="545450" y="1572768"/>
            <a:ext cx="2537100" cy="27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46" name="Google Shape;346;p36"/>
          <p:cNvSpPr txBox="1"/>
          <p:nvPr>
            <p:ph idx="2" type="body"/>
          </p:nvPr>
        </p:nvSpPr>
        <p:spPr>
          <a:xfrm>
            <a:off x="3303425" y="1572768"/>
            <a:ext cx="2537100" cy="27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47" name="Google Shape;347;p36"/>
          <p:cNvSpPr txBox="1"/>
          <p:nvPr>
            <p:ph type="ctrTitle"/>
          </p:nvPr>
        </p:nvSpPr>
        <p:spPr>
          <a:xfrm>
            <a:off x="545450" y="368250"/>
            <a:ext cx="5295300" cy="840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48" name="Google Shape;348;p36"/>
          <p:cNvCxnSpPr/>
          <p:nvPr/>
        </p:nvCxnSpPr>
        <p:spPr>
          <a:xfrm flipH="1" rot="10800000">
            <a:off x="545450" y="361350"/>
            <a:ext cx="52953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36"/>
          <p:cNvSpPr/>
          <p:nvPr/>
        </p:nvSpPr>
        <p:spPr>
          <a:xfrm>
            <a:off x="6061400" y="361350"/>
            <a:ext cx="25371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0" name="Google Shape;350;p36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36"/>
          <p:cNvSpPr txBox="1"/>
          <p:nvPr>
            <p:ph idx="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52" name="Google Shape;352;p36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3" name="Google Shape;353;p36"/>
          <p:cNvCxnSpPr/>
          <p:nvPr/>
        </p:nvCxnSpPr>
        <p:spPr>
          <a:xfrm>
            <a:off x="545450" y="1208850"/>
            <a:ext cx="5295600" cy="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4" name="Google Shape;3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6">
  <p:cSld name="BLANK_1_1_1_1_2_1_1"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"/>
          <p:cNvSpPr txBox="1"/>
          <p:nvPr>
            <p:ph type="ctrTitle"/>
          </p:nvPr>
        </p:nvSpPr>
        <p:spPr>
          <a:xfrm>
            <a:off x="545450" y="368250"/>
            <a:ext cx="39099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7" name="Google Shape;357;p37"/>
          <p:cNvSpPr txBox="1"/>
          <p:nvPr>
            <p:ph idx="1" type="body"/>
          </p:nvPr>
        </p:nvSpPr>
        <p:spPr>
          <a:xfrm>
            <a:off x="545450" y="1218750"/>
            <a:ext cx="39099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358" name="Google Shape;358;p37"/>
          <p:cNvCxnSpPr/>
          <p:nvPr/>
        </p:nvCxnSpPr>
        <p:spPr>
          <a:xfrm flipH="1" rot="10800000">
            <a:off x="545450" y="8428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37"/>
          <p:cNvSpPr/>
          <p:nvPr/>
        </p:nvSpPr>
        <p:spPr>
          <a:xfrm>
            <a:off x="4688600" y="361350"/>
            <a:ext cx="39099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" name="Google Shape;360;p37"/>
          <p:cNvCxnSpPr/>
          <p:nvPr/>
        </p:nvCxnSpPr>
        <p:spPr>
          <a:xfrm>
            <a:off x="545450" y="4555322"/>
            <a:ext cx="8054100" cy="6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37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62" name="Google Shape;362;p3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37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4" name="Google Shape;364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6 - 2">
  <p:cSld name="BLANK_1_1_1_1_2_1_1_2"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"/>
          <p:cNvSpPr txBox="1"/>
          <p:nvPr>
            <p:ph type="ctrTitle"/>
          </p:nvPr>
        </p:nvSpPr>
        <p:spPr>
          <a:xfrm>
            <a:off x="545450" y="368250"/>
            <a:ext cx="3909900" cy="840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67" name="Google Shape;367;p38"/>
          <p:cNvCxnSpPr/>
          <p:nvPr/>
        </p:nvCxnSpPr>
        <p:spPr>
          <a:xfrm flipH="1" rot="10800000">
            <a:off x="545450" y="3613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38"/>
          <p:cNvSpPr txBox="1"/>
          <p:nvPr>
            <p:ph idx="1" type="body"/>
          </p:nvPr>
        </p:nvSpPr>
        <p:spPr>
          <a:xfrm>
            <a:off x="545450" y="1572768"/>
            <a:ext cx="3909900" cy="27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369" name="Google Shape;369;p38"/>
          <p:cNvCxnSpPr/>
          <p:nvPr/>
        </p:nvCxnSpPr>
        <p:spPr>
          <a:xfrm flipH="1" rot="10800000">
            <a:off x="545450" y="1201950"/>
            <a:ext cx="39099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38"/>
          <p:cNvSpPr/>
          <p:nvPr/>
        </p:nvSpPr>
        <p:spPr>
          <a:xfrm>
            <a:off x="4688600" y="361350"/>
            <a:ext cx="39099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38"/>
          <p:cNvCxnSpPr/>
          <p:nvPr/>
        </p:nvCxnSpPr>
        <p:spPr>
          <a:xfrm>
            <a:off x="545450" y="4555322"/>
            <a:ext cx="8054100" cy="6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38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73" name="Google Shape;373;p38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4" name="Google Shape;374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7">
  <p:cSld name="BLANK_1_1_1_1_2_1_1_1"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"/>
          <p:cNvSpPr txBox="1"/>
          <p:nvPr>
            <p:ph type="ctrTitle"/>
          </p:nvPr>
        </p:nvSpPr>
        <p:spPr>
          <a:xfrm>
            <a:off x="545450" y="368250"/>
            <a:ext cx="2537100" cy="8337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77" name="Google Shape;377;p39"/>
          <p:cNvCxnSpPr/>
          <p:nvPr/>
        </p:nvCxnSpPr>
        <p:spPr>
          <a:xfrm flipH="1" rot="10800000">
            <a:off x="545450" y="361350"/>
            <a:ext cx="25371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39"/>
          <p:cNvSpPr/>
          <p:nvPr/>
        </p:nvSpPr>
        <p:spPr>
          <a:xfrm>
            <a:off x="3303500" y="361350"/>
            <a:ext cx="52950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9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80" name="Google Shape;380;p3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81" name="Google Shape;381;p39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39"/>
          <p:cNvSpPr txBox="1"/>
          <p:nvPr>
            <p:ph idx="2" type="body"/>
          </p:nvPr>
        </p:nvSpPr>
        <p:spPr>
          <a:xfrm>
            <a:off x="545450" y="1572768"/>
            <a:ext cx="2537100" cy="27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383" name="Google Shape;383;p39"/>
          <p:cNvCxnSpPr/>
          <p:nvPr/>
        </p:nvCxnSpPr>
        <p:spPr>
          <a:xfrm flipH="1" rot="10800000">
            <a:off x="545450" y="1201950"/>
            <a:ext cx="25371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4" name="Google Shape;384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7 - 2">
  <p:cSld name="BLANK_1_1_1_1_2_1_1_1_1"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0"/>
          <p:cNvSpPr txBox="1"/>
          <p:nvPr>
            <p:ph idx="1" type="body"/>
          </p:nvPr>
        </p:nvSpPr>
        <p:spPr>
          <a:xfrm>
            <a:off x="545450" y="1821750"/>
            <a:ext cx="2537100" cy="250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87" name="Google Shape;387;p40"/>
          <p:cNvSpPr txBox="1"/>
          <p:nvPr>
            <p:ph type="ctrTitle"/>
          </p:nvPr>
        </p:nvSpPr>
        <p:spPr>
          <a:xfrm>
            <a:off x="545450" y="368250"/>
            <a:ext cx="2537100" cy="1084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88" name="Google Shape;388;p40"/>
          <p:cNvCxnSpPr/>
          <p:nvPr/>
        </p:nvCxnSpPr>
        <p:spPr>
          <a:xfrm flipH="1" rot="10800000">
            <a:off x="545450" y="361350"/>
            <a:ext cx="25371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0"/>
          <p:cNvCxnSpPr/>
          <p:nvPr/>
        </p:nvCxnSpPr>
        <p:spPr>
          <a:xfrm flipH="1" rot="10800000">
            <a:off x="545450" y="1452825"/>
            <a:ext cx="25371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40"/>
          <p:cNvSpPr/>
          <p:nvPr/>
        </p:nvSpPr>
        <p:spPr>
          <a:xfrm>
            <a:off x="3303500" y="361350"/>
            <a:ext cx="5295000" cy="396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392" name="Google Shape;392;p40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3" name="Google Shape;393;p40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4" name="Google Shape;39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8">
  <p:cSld name="BLANK_1_1_1_1_1"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6" name="Google Shape;396;p41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1"/>
          <p:cNvCxnSpPr/>
          <p:nvPr/>
        </p:nvCxnSpPr>
        <p:spPr>
          <a:xfrm>
            <a:off x="3082950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41"/>
          <p:cNvSpPr txBox="1"/>
          <p:nvPr>
            <p:ph type="ctrTitle"/>
          </p:nvPr>
        </p:nvSpPr>
        <p:spPr>
          <a:xfrm>
            <a:off x="545450" y="842850"/>
            <a:ext cx="23043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399" name="Google Shape;399;p41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" name="Google Shape;400;p41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01" name="Google Shape;401;p4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2" name="Google Shape;402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9">
  <p:cSld name="BLANK_1_1_1_1_1_1"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2"/>
          <p:cNvSpPr txBox="1"/>
          <p:nvPr>
            <p:ph idx="1" type="body"/>
          </p:nvPr>
        </p:nvSpPr>
        <p:spPr>
          <a:xfrm>
            <a:off x="3303500" y="843275"/>
            <a:ext cx="25371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05" name="Google Shape;405;p42"/>
          <p:cNvSpPr txBox="1"/>
          <p:nvPr>
            <p:ph type="ctrTitle"/>
          </p:nvPr>
        </p:nvSpPr>
        <p:spPr>
          <a:xfrm>
            <a:off x="545450" y="843312"/>
            <a:ext cx="23043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406" name="Google Shape;406;p4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42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42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09" name="Google Shape;409;p42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10" name="Google Shape;410;p42"/>
          <p:cNvCxnSpPr/>
          <p:nvPr/>
        </p:nvCxnSpPr>
        <p:spPr>
          <a:xfrm>
            <a:off x="3082950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42"/>
          <p:cNvSpPr txBox="1"/>
          <p:nvPr>
            <p:ph idx="3" type="body"/>
          </p:nvPr>
        </p:nvSpPr>
        <p:spPr>
          <a:xfrm>
            <a:off x="6061150" y="843275"/>
            <a:ext cx="25371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pic>
        <p:nvPicPr>
          <p:cNvPr id="412" name="Google Shape;41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09 - img">
  <p:cSld name="BLANK_1_1_1_1_1_1_3"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/>
          <p:cNvSpPr txBox="1"/>
          <p:nvPr>
            <p:ph idx="1" type="body"/>
          </p:nvPr>
        </p:nvSpPr>
        <p:spPr>
          <a:xfrm>
            <a:off x="3303500" y="843275"/>
            <a:ext cx="25371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15" name="Google Shape;415;p43"/>
          <p:cNvSpPr txBox="1"/>
          <p:nvPr>
            <p:ph type="ctrTitle"/>
          </p:nvPr>
        </p:nvSpPr>
        <p:spPr>
          <a:xfrm>
            <a:off x="545450" y="843312"/>
            <a:ext cx="23043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416" name="Google Shape;416;p43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3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43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19" name="Google Shape;419;p43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0" name="Google Shape;420;p43"/>
          <p:cNvCxnSpPr/>
          <p:nvPr/>
        </p:nvCxnSpPr>
        <p:spPr>
          <a:xfrm>
            <a:off x="3082950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43"/>
          <p:cNvSpPr/>
          <p:nvPr/>
        </p:nvSpPr>
        <p:spPr>
          <a:xfrm>
            <a:off x="6061400" y="572063"/>
            <a:ext cx="2537100" cy="3756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10">
  <p:cSld name="BLANK_1_1_1_1_1_1_2"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/>
          <p:cNvSpPr txBox="1"/>
          <p:nvPr>
            <p:ph idx="1" type="body"/>
          </p:nvPr>
        </p:nvSpPr>
        <p:spPr>
          <a:xfrm>
            <a:off x="3303500" y="843275"/>
            <a:ext cx="39099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25" name="Google Shape;425;p44"/>
          <p:cNvSpPr txBox="1"/>
          <p:nvPr>
            <p:ph type="ctrTitle"/>
          </p:nvPr>
        </p:nvSpPr>
        <p:spPr>
          <a:xfrm>
            <a:off x="545450" y="843312"/>
            <a:ext cx="23043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426" name="Google Shape;426;p44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44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44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29" name="Google Shape;429;p44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0" name="Google Shape;430;p44"/>
          <p:cNvCxnSpPr/>
          <p:nvPr/>
        </p:nvCxnSpPr>
        <p:spPr>
          <a:xfrm>
            <a:off x="3082950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31" name="Google Shape;43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11">
  <p:cSld name="BLANK_1_1_1_1_1_1_1"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45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45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45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36" name="Google Shape;436;p45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7" name="Google Shape;437;p45"/>
          <p:cNvCxnSpPr/>
          <p:nvPr/>
        </p:nvCxnSpPr>
        <p:spPr>
          <a:xfrm>
            <a:off x="6060813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45"/>
          <p:cNvSpPr txBox="1"/>
          <p:nvPr>
            <p:ph idx="2" type="body"/>
          </p:nvPr>
        </p:nvSpPr>
        <p:spPr>
          <a:xfrm>
            <a:off x="6298700" y="843275"/>
            <a:ext cx="23118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pic>
        <p:nvPicPr>
          <p:cNvPr id="439" name="Google Shape;43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11 - 2">
  <p:cSld name="BLANK_1_1_1_1_1_1_1_1">
    <p:bg>
      <p:bgPr>
        <a:solidFill>
          <a:srgbClr val="FFFFF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" name="Google Shape;441;p46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46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46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44" name="Google Shape;444;p46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5" name="Google Shape;445;p46"/>
          <p:cNvCxnSpPr/>
          <p:nvPr/>
        </p:nvCxnSpPr>
        <p:spPr>
          <a:xfrm>
            <a:off x="3082950" y="369400"/>
            <a:ext cx="0" cy="4192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46"/>
          <p:cNvSpPr txBox="1"/>
          <p:nvPr>
            <p:ph idx="2" type="body"/>
          </p:nvPr>
        </p:nvSpPr>
        <p:spPr>
          <a:xfrm>
            <a:off x="545450" y="843275"/>
            <a:ext cx="2311800" cy="3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pic>
        <p:nvPicPr>
          <p:cNvPr id="447" name="Google Shape;44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1">
  <p:cSld name="BLANK_1_1_1_1_1_1_1_1_1"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7"/>
          <p:cNvSpPr txBox="1"/>
          <p:nvPr>
            <p:ph idx="1" type="body"/>
          </p:nvPr>
        </p:nvSpPr>
        <p:spPr>
          <a:xfrm>
            <a:off x="5454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51" name="Google Shape;451;p47"/>
          <p:cNvSpPr txBox="1"/>
          <p:nvPr>
            <p:ph idx="2" type="body"/>
          </p:nvPr>
        </p:nvSpPr>
        <p:spPr>
          <a:xfrm>
            <a:off x="5410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52" name="Google Shape;452;p47"/>
          <p:cNvSpPr txBox="1"/>
          <p:nvPr>
            <p:ph idx="3" type="body"/>
          </p:nvPr>
        </p:nvSpPr>
        <p:spPr>
          <a:xfrm>
            <a:off x="60659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53" name="Google Shape;453;p47"/>
          <p:cNvSpPr txBox="1"/>
          <p:nvPr>
            <p:ph idx="4" type="body"/>
          </p:nvPr>
        </p:nvSpPr>
        <p:spPr>
          <a:xfrm>
            <a:off x="60615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54" name="Google Shape;454;p47"/>
          <p:cNvSpPr txBox="1"/>
          <p:nvPr>
            <p:ph idx="5" type="body"/>
          </p:nvPr>
        </p:nvSpPr>
        <p:spPr>
          <a:xfrm>
            <a:off x="33057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55" name="Google Shape;455;p47"/>
          <p:cNvSpPr txBox="1"/>
          <p:nvPr>
            <p:ph idx="6" type="body"/>
          </p:nvPr>
        </p:nvSpPr>
        <p:spPr>
          <a:xfrm>
            <a:off x="33013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56" name="Google Shape;456;p47"/>
          <p:cNvSpPr txBox="1"/>
          <p:nvPr>
            <p:ph idx="7" type="body"/>
          </p:nvPr>
        </p:nvSpPr>
        <p:spPr>
          <a:xfrm>
            <a:off x="5454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57" name="Google Shape;457;p47"/>
          <p:cNvSpPr txBox="1"/>
          <p:nvPr>
            <p:ph idx="8" type="body"/>
          </p:nvPr>
        </p:nvSpPr>
        <p:spPr>
          <a:xfrm>
            <a:off x="5410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58" name="Google Shape;458;p47"/>
          <p:cNvSpPr txBox="1"/>
          <p:nvPr>
            <p:ph idx="9" type="body"/>
          </p:nvPr>
        </p:nvSpPr>
        <p:spPr>
          <a:xfrm>
            <a:off x="33035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59" name="Google Shape;459;p47"/>
          <p:cNvSpPr txBox="1"/>
          <p:nvPr>
            <p:ph idx="13" type="body"/>
          </p:nvPr>
        </p:nvSpPr>
        <p:spPr>
          <a:xfrm>
            <a:off x="32991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60" name="Google Shape;460;p47"/>
          <p:cNvSpPr txBox="1"/>
          <p:nvPr>
            <p:ph idx="14" type="body"/>
          </p:nvPr>
        </p:nvSpPr>
        <p:spPr>
          <a:xfrm>
            <a:off x="60615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61" name="Google Shape;461;p47"/>
          <p:cNvSpPr txBox="1"/>
          <p:nvPr>
            <p:ph idx="15" type="body"/>
          </p:nvPr>
        </p:nvSpPr>
        <p:spPr>
          <a:xfrm>
            <a:off x="60571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462" name="Google Shape;462;p47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47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47"/>
          <p:cNvSpPr txBox="1"/>
          <p:nvPr>
            <p:ph idx="16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465" name="Google Shape;465;p4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47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467" name="Google Shape;467;p47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1 - black">
  <p:cSld name="BLANK_1_1_1_1_1_1_1_1_1_2">
    <p:bg>
      <p:bgPr>
        <a:solidFill>
          <a:srgbClr val="131313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8"/>
          <p:cNvSpPr txBox="1"/>
          <p:nvPr>
            <p:ph idx="1" type="body"/>
          </p:nvPr>
        </p:nvSpPr>
        <p:spPr>
          <a:xfrm>
            <a:off x="5454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1" name="Google Shape;471;p48"/>
          <p:cNvSpPr txBox="1"/>
          <p:nvPr>
            <p:ph idx="2" type="body"/>
          </p:nvPr>
        </p:nvSpPr>
        <p:spPr>
          <a:xfrm>
            <a:off x="5410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2" name="Google Shape;472;p48"/>
          <p:cNvSpPr txBox="1"/>
          <p:nvPr>
            <p:ph idx="3" type="body"/>
          </p:nvPr>
        </p:nvSpPr>
        <p:spPr>
          <a:xfrm>
            <a:off x="60659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3" name="Google Shape;473;p48"/>
          <p:cNvSpPr txBox="1"/>
          <p:nvPr>
            <p:ph idx="4" type="body"/>
          </p:nvPr>
        </p:nvSpPr>
        <p:spPr>
          <a:xfrm>
            <a:off x="60615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4" name="Google Shape;474;p48"/>
          <p:cNvSpPr txBox="1"/>
          <p:nvPr>
            <p:ph idx="5" type="body"/>
          </p:nvPr>
        </p:nvSpPr>
        <p:spPr>
          <a:xfrm>
            <a:off x="33057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5" name="Google Shape;475;p48"/>
          <p:cNvSpPr txBox="1"/>
          <p:nvPr>
            <p:ph idx="6" type="body"/>
          </p:nvPr>
        </p:nvSpPr>
        <p:spPr>
          <a:xfrm>
            <a:off x="33013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6" name="Google Shape;476;p48"/>
          <p:cNvSpPr txBox="1"/>
          <p:nvPr>
            <p:ph idx="7" type="body"/>
          </p:nvPr>
        </p:nvSpPr>
        <p:spPr>
          <a:xfrm>
            <a:off x="5454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7" name="Google Shape;477;p48"/>
          <p:cNvSpPr txBox="1"/>
          <p:nvPr>
            <p:ph idx="8" type="body"/>
          </p:nvPr>
        </p:nvSpPr>
        <p:spPr>
          <a:xfrm>
            <a:off x="5410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8" name="Google Shape;478;p48"/>
          <p:cNvSpPr txBox="1"/>
          <p:nvPr>
            <p:ph idx="9" type="body"/>
          </p:nvPr>
        </p:nvSpPr>
        <p:spPr>
          <a:xfrm>
            <a:off x="33035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9" name="Google Shape;479;p48"/>
          <p:cNvSpPr txBox="1"/>
          <p:nvPr>
            <p:ph idx="13" type="body"/>
          </p:nvPr>
        </p:nvSpPr>
        <p:spPr>
          <a:xfrm>
            <a:off x="32991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0" name="Google Shape;480;p48"/>
          <p:cNvSpPr txBox="1"/>
          <p:nvPr>
            <p:ph idx="14" type="body"/>
          </p:nvPr>
        </p:nvSpPr>
        <p:spPr>
          <a:xfrm>
            <a:off x="60615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1" name="Google Shape;481;p48"/>
          <p:cNvSpPr txBox="1"/>
          <p:nvPr>
            <p:ph idx="15" type="body"/>
          </p:nvPr>
        </p:nvSpPr>
        <p:spPr>
          <a:xfrm>
            <a:off x="60571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482" name="Google Shape;482;p48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48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484" name="Google Shape;484;p48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8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48"/>
          <p:cNvSpPr txBox="1"/>
          <p:nvPr>
            <p:ph idx="16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7" name="Google Shape;487;p48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2">
  <p:cSld name="BLANK_1_1_1_1_1_1_1_1_1_1"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9"/>
          <p:cNvSpPr txBox="1"/>
          <p:nvPr>
            <p:ph idx="1" type="body"/>
          </p:nvPr>
        </p:nvSpPr>
        <p:spPr>
          <a:xfrm>
            <a:off x="545450" y="1218751"/>
            <a:ext cx="23043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90" name="Google Shape;490;p49"/>
          <p:cNvSpPr txBox="1"/>
          <p:nvPr>
            <p:ph idx="2" type="body"/>
          </p:nvPr>
        </p:nvSpPr>
        <p:spPr>
          <a:xfrm>
            <a:off x="60659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91" name="Google Shape;491;p49"/>
          <p:cNvSpPr txBox="1"/>
          <p:nvPr>
            <p:ph idx="3" type="body"/>
          </p:nvPr>
        </p:nvSpPr>
        <p:spPr>
          <a:xfrm>
            <a:off x="60615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92" name="Google Shape;492;p49"/>
          <p:cNvSpPr txBox="1"/>
          <p:nvPr>
            <p:ph idx="4" type="body"/>
          </p:nvPr>
        </p:nvSpPr>
        <p:spPr>
          <a:xfrm>
            <a:off x="33057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93" name="Google Shape;493;p49"/>
          <p:cNvSpPr txBox="1"/>
          <p:nvPr>
            <p:ph idx="5" type="body"/>
          </p:nvPr>
        </p:nvSpPr>
        <p:spPr>
          <a:xfrm>
            <a:off x="33013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94" name="Google Shape;494;p49"/>
          <p:cNvSpPr txBox="1"/>
          <p:nvPr>
            <p:ph idx="6" type="body"/>
          </p:nvPr>
        </p:nvSpPr>
        <p:spPr>
          <a:xfrm>
            <a:off x="33035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95" name="Google Shape;495;p49"/>
          <p:cNvSpPr txBox="1"/>
          <p:nvPr>
            <p:ph idx="7" type="body"/>
          </p:nvPr>
        </p:nvSpPr>
        <p:spPr>
          <a:xfrm>
            <a:off x="32991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96" name="Google Shape;496;p49"/>
          <p:cNvSpPr txBox="1"/>
          <p:nvPr>
            <p:ph idx="8" type="body"/>
          </p:nvPr>
        </p:nvSpPr>
        <p:spPr>
          <a:xfrm>
            <a:off x="60615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497" name="Google Shape;497;p49"/>
          <p:cNvSpPr txBox="1"/>
          <p:nvPr>
            <p:ph idx="9" type="body"/>
          </p:nvPr>
        </p:nvSpPr>
        <p:spPr>
          <a:xfrm>
            <a:off x="60571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498" name="Google Shape;498;p49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49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49"/>
          <p:cNvSpPr txBox="1"/>
          <p:nvPr>
            <p:ph idx="1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501" name="Google Shape;501;p4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49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03" name="Google Shape;503;p49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49"/>
          <p:cNvCxnSpPr/>
          <p:nvPr/>
        </p:nvCxnSpPr>
        <p:spPr>
          <a:xfrm>
            <a:off x="3082950" y="842475"/>
            <a:ext cx="0" cy="3706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5" name="Google Shape;505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12">
  <p:cSld name="BLANK_1_1_1_1_1_1_1_1_1_1_3"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0"/>
          <p:cNvSpPr txBox="1"/>
          <p:nvPr>
            <p:ph idx="1" type="body"/>
          </p:nvPr>
        </p:nvSpPr>
        <p:spPr>
          <a:xfrm>
            <a:off x="545450" y="1218751"/>
            <a:ext cx="23043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508" name="Google Shape;508;p50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50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5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511" name="Google Shape;511;p50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50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13" name="Google Shape;513;p50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50"/>
          <p:cNvCxnSpPr/>
          <p:nvPr/>
        </p:nvCxnSpPr>
        <p:spPr>
          <a:xfrm>
            <a:off x="3082950" y="842475"/>
            <a:ext cx="0" cy="37068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5" name="Google Shape;51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2 - black">
  <p:cSld name="BLANK_1_1_1_1_1_1_1_1_1_1_2">
    <p:bg>
      <p:bgPr>
        <a:solidFill>
          <a:srgbClr val="131313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1"/>
          <p:cNvSpPr txBox="1"/>
          <p:nvPr>
            <p:ph idx="1" type="body"/>
          </p:nvPr>
        </p:nvSpPr>
        <p:spPr>
          <a:xfrm>
            <a:off x="60659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19" name="Google Shape;519;p51"/>
          <p:cNvSpPr txBox="1"/>
          <p:nvPr>
            <p:ph idx="2" type="body"/>
          </p:nvPr>
        </p:nvSpPr>
        <p:spPr>
          <a:xfrm>
            <a:off x="60615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0" name="Google Shape;520;p51"/>
          <p:cNvSpPr txBox="1"/>
          <p:nvPr>
            <p:ph idx="3" type="body"/>
          </p:nvPr>
        </p:nvSpPr>
        <p:spPr>
          <a:xfrm>
            <a:off x="33057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1" name="Google Shape;521;p51"/>
          <p:cNvSpPr txBox="1"/>
          <p:nvPr>
            <p:ph idx="4" type="body"/>
          </p:nvPr>
        </p:nvSpPr>
        <p:spPr>
          <a:xfrm>
            <a:off x="33013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2" name="Google Shape;522;p51"/>
          <p:cNvSpPr txBox="1"/>
          <p:nvPr>
            <p:ph idx="5" type="body"/>
          </p:nvPr>
        </p:nvSpPr>
        <p:spPr>
          <a:xfrm>
            <a:off x="33035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3" name="Google Shape;523;p51"/>
          <p:cNvSpPr txBox="1"/>
          <p:nvPr>
            <p:ph idx="6" type="body"/>
          </p:nvPr>
        </p:nvSpPr>
        <p:spPr>
          <a:xfrm>
            <a:off x="32991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4" name="Google Shape;524;p51"/>
          <p:cNvSpPr txBox="1"/>
          <p:nvPr>
            <p:ph idx="7" type="body"/>
          </p:nvPr>
        </p:nvSpPr>
        <p:spPr>
          <a:xfrm>
            <a:off x="60615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5" name="Google Shape;525;p51"/>
          <p:cNvSpPr txBox="1"/>
          <p:nvPr>
            <p:ph idx="8" type="body"/>
          </p:nvPr>
        </p:nvSpPr>
        <p:spPr>
          <a:xfrm>
            <a:off x="60571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26" name="Google Shape;526;p51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51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28" name="Google Shape;528;p51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51"/>
          <p:cNvSpPr txBox="1"/>
          <p:nvPr>
            <p:ph idx="9" type="body"/>
          </p:nvPr>
        </p:nvSpPr>
        <p:spPr>
          <a:xfrm>
            <a:off x="545450" y="1218751"/>
            <a:ext cx="23043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30" name="Google Shape;530;p51"/>
          <p:cNvCxnSpPr/>
          <p:nvPr/>
        </p:nvCxnSpPr>
        <p:spPr>
          <a:xfrm>
            <a:off x="3082950" y="842475"/>
            <a:ext cx="0" cy="3706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51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51"/>
          <p:cNvSpPr txBox="1"/>
          <p:nvPr>
            <p:ph idx="13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33" name="Google Shape;533;p5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12 black">
  <p:cSld name="BLANK_1_1_1_1_1_1_1_1_1_1_2_1">
    <p:bg>
      <p:bgPr>
        <a:solidFill>
          <a:srgbClr val="131313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6" name="Google Shape;536;p52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52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38" name="Google Shape;538;p52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52"/>
          <p:cNvSpPr txBox="1"/>
          <p:nvPr>
            <p:ph idx="1" type="body"/>
          </p:nvPr>
        </p:nvSpPr>
        <p:spPr>
          <a:xfrm>
            <a:off x="545450" y="1218751"/>
            <a:ext cx="2304300" cy="31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40" name="Google Shape;540;p52"/>
          <p:cNvCxnSpPr/>
          <p:nvPr/>
        </p:nvCxnSpPr>
        <p:spPr>
          <a:xfrm>
            <a:off x="3082950" y="842475"/>
            <a:ext cx="0" cy="3706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52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2" name="Google Shape;542;p52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43" name="Google Shape;543;p52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3">
  <p:cSld name="BLANK_1_1_1_1_1_1_1_1_1_1_1">
    <p:bg>
      <p:bgPr>
        <a:solidFill>
          <a:srgbClr val="FFFFF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3"/>
          <p:cNvSpPr txBox="1"/>
          <p:nvPr>
            <p:ph idx="1" type="body"/>
          </p:nvPr>
        </p:nvSpPr>
        <p:spPr>
          <a:xfrm>
            <a:off x="33123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47" name="Google Shape;547;p53"/>
          <p:cNvSpPr txBox="1"/>
          <p:nvPr>
            <p:ph idx="2" type="body"/>
          </p:nvPr>
        </p:nvSpPr>
        <p:spPr>
          <a:xfrm>
            <a:off x="33079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48" name="Google Shape;548;p53"/>
          <p:cNvSpPr txBox="1"/>
          <p:nvPr>
            <p:ph idx="3" type="body"/>
          </p:nvPr>
        </p:nvSpPr>
        <p:spPr>
          <a:xfrm>
            <a:off x="5520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49" name="Google Shape;549;p53"/>
          <p:cNvSpPr txBox="1"/>
          <p:nvPr>
            <p:ph idx="4" type="body"/>
          </p:nvPr>
        </p:nvSpPr>
        <p:spPr>
          <a:xfrm>
            <a:off x="5476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50" name="Google Shape;550;p53"/>
          <p:cNvSpPr txBox="1"/>
          <p:nvPr>
            <p:ph idx="5" type="body"/>
          </p:nvPr>
        </p:nvSpPr>
        <p:spPr>
          <a:xfrm>
            <a:off x="5498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51" name="Google Shape;551;p53"/>
          <p:cNvSpPr txBox="1"/>
          <p:nvPr>
            <p:ph idx="6" type="body"/>
          </p:nvPr>
        </p:nvSpPr>
        <p:spPr>
          <a:xfrm>
            <a:off x="5454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52" name="Google Shape;552;p53"/>
          <p:cNvSpPr txBox="1"/>
          <p:nvPr>
            <p:ph idx="7" type="body"/>
          </p:nvPr>
        </p:nvSpPr>
        <p:spPr>
          <a:xfrm>
            <a:off x="33079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53" name="Google Shape;553;p53"/>
          <p:cNvSpPr txBox="1"/>
          <p:nvPr>
            <p:ph idx="8" type="body"/>
          </p:nvPr>
        </p:nvSpPr>
        <p:spPr>
          <a:xfrm>
            <a:off x="33035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554" name="Google Shape;554;p53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53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53"/>
          <p:cNvSpPr txBox="1"/>
          <p:nvPr>
            <p:ph idx="9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557" name="Google Shape;557;p53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53"/>
          <p:cNvSpPr txBox="1"/>
          <p:nvPr>
            <p:ph type="ctrTitle"/>
          </p:nvPr>
        </p:nvSpPr>
        <p:spPr>
          <a:xfrm>
            <a:off x="545450" y="368250"/>
            <a:ext cx="59817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59" name="Google Shape;559;p53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" name="Google Shape;560;p53"/>
          <p:cNvSpPr/>
          <p:nvPr/>
        </p:nvSpPr>
        <p:spPr>
          <a:xfrm>
            <a:off x="6061250" y="1069350"/>
            <a:ext cx="2537100" cy="325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3 - black">
  <p:cSld name="BLANK_1_1_1_1_1_1_1_1_1_1_1_2">
    <p:bg>
      <p:bgPr>
        <a:solidFill>
          <a:srgbClr val="131313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54"/>
          <p:cNvSpPr txBox="1"/>
          <p:nvPr>
            <p:ph idx="1" type="body"/>
          </p:nvPr>
        </p:nvSpPr>
        <p:spPr>
          <a:xfrm>
            <a:off x="331230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4" name="Google Shape;564;p54"/>
          <p:cNvSpPr txBox="1"/>
          <p:nvPr>
            <p:ph idx="2" type="body"/>
          </p:nvPr>
        </p:nvSpPr>
        <p:spPr>
          <a:xfrm>
            <a:off x="330790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5" name="Google Shape;565;p54"/>
          <p:cNvSpPr txBox="1"/>
          <p:nvPr>
            <p:ph idx="3" type="body"/>
          </p:nvPr>
        </p:nvSpPr>
        <p:spPr>
          <a:xfrm>
            <a:off x="5520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6" name="Google Shape;566;p54"/>
          <p:cNvSpPr txBox="1"/>
          <p:nvPr>
            <p:ph idx="4" type="body"/>
          </p:nvPr>
        </p:nvSpPr>
        <p:spPr>
          <a:xfrm>
            <a:off x="5476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7" name="Google Shape;567;p54"/>
          <p:cNvSpPr txBox="1"/>
          <p:nvPr>
            <p:ph idx="5" type="body"/>
          </p:nvPr>
        </p:nvSpPr>
        <p:spPr>
          <a:xfrm>
            <a:off x="5498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8" name="Google Shape;568;p54"/>
          <p:cNvSpPr txBox="1"/>
          <p:nvPr>
            <p:ph idx="6" type="body"/>
          </p:nvPr>
        </p:nvSpPr>
        <p:spPr>
          <a:xfrm>
            <a:off x="5454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9" name="Google Shape;569;p54"/>
          <p:cNvSpPr txBox="1"/>
          <p:nvPr>
            <p:ph idx="7" type="body"/>
          </p:nvPr>
        </p:nvSpPr>
        <p:spPr>
          <a:xfrm>
            <a:off x="330790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  <a:defRPr b="1" sz="4400">
                <a:solidFill>
                  <a:srgbClr val="FFFFFF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○"/>
              <a:defRPr b="1" sz="4400">
                <a:solidFill>
                  <a:srgbClr val="FFFFFF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■"/>
              <a:defRPr b="1" sz="4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0" name="Google Shape;570;p54"/>
          <p:cNvSpPr txBox="1"/>
          <p:nvPr>
            <p:ph idx="8" type="body"/>
          </p:nvPr>
        </p:nvSpPr>
        <p:spPr>
          <a:xfrm>
            <a:off x="330350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800">
                <a:solidFill>
                  <a:srgbClr val="FFFFFF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○"/>
              <a:defRPr sz="800">
                <a:solidFill>
                  <a:srgbClr val="FFFFFF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■"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71" name="Google Shape;571;p54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" name="Google Shape;572;p54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73" name="Google Shape;573;p54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54"/>
          <p:cNvSpPr/>
          <p:nvPr/>
        </p:nvSpPr>
        <p:spPr>
          <a:xfrm>
            <a:off x="6061250" y="1069350"/>
            <a:ext cx="2537100" cy="325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5" name="Google Shape;575;p54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54"/>
          <p:cNvSpPr txBox="1"/>
          <p:nvPr>
            <p:ph idx="9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7" name="Google Shape;577;p54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4">
  <p:cSld name="BLANK_1_1_1_1_1_1_1_1_1_1_1_1"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63" y="4639176"/>
            <a:ext cx="453571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55"/>
          <p:cNvSpPr txBox="1"/>
          <p:nvPr>
            <p:ph idx="1" type="body"/>
          </p:nvPr>
        </p:nvSpPr>
        <p:spPr>
          <a:xfrm>
            <a:off x="5520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81" name="Google Shape;581;p55"/>
          <p:cNvSpPr txBox="1"/>
          <p:nvPr>
            <p:ph idx="2" type="body"/>
          </p:nvPr>
        </p:nvSpPr>
        <p:spPr>
          <a:xfrm>
            <a:off x="5476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82" name="Google Shape;582;p55"/>
          <p:cNvSpPr txBox="1"/>
          <p:nvPr>
            <p:ph idx="3" type="body"/>
          </p:nvPr>
        </p:nvSpPr>
        <p:spPr>
          <a:xfrm>
            <a:off x="5498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  <a:defRPr b="1" sz="4400"/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○"/>
              <a:defRPr b="1" sz="4400"/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Char char="■"/>
              <a:defRPr b="1" sz="4400"/>
            </a:lvl9pPr>
          </a:lstStyle>
          <a:p/>
        </p:txBody>
      </p:sp>
      <p:sp>
        <p:nvSpPr>
          <p:cNvPr id="583" name="Google Shape;583;p55"/>
          <p:cNvSpPr txBox="1"/>
          <p:nvPr>
            <p:ph idx="4" type="body"/>
          </p:nvPr>
        </p:nvSpPr>
        <p:spPr>
          <a:xfrm>
            <a:off x="5454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cxnSp>
        <p:nvCxnSpPr>
          <p:cNvPr id="584" name="Google Shape;584;p55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55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55"/>
          <p:cNvSpPr txBox="1"/>
          <p:nvPr>
            <p:ph idx="5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9pPr>
          </a:lstStyle>
          <a:p/>
        </p:txBody>
      </p:sp>
      <p:sp>
        <p:nvSpPr>
          <p:cNvPr id="587" name="Google Shape;587;p55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55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89" name="Google Shape;589;p55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13131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55"/>
          <p:cNvSpPr/>
          <p:nvPr/>
        </p:nvSpPr>
        <p:spPr>
          <a:xfrm>
            <a:off x="3303500" y="1069350"/>
            <a:ext cx="5295000" cy="325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- 05 - black">
  <p:cSld name="BLANK_1_1_1_1_1_1_1_1_1_1_1_1_1">
    <p:bg>
      <p:bgPr>
        <a:solidFill>
          <a:srgbClr val="131313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050" y="4639175"/>
            <a:ext cx="453574" cy="1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56"/>
          <p:cNvSpPr txBox="1"/>
          <p:nvPr>
            <p:ph idx="1" type="body"/>
          </p:nvPr>
        </p:nvSpPr>
        <p:spPr>
          <a:xfrm>
            <a:off x="552050" y="121875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4" name="Google Shape;594;p56"/>
          <p:cNvSpPr txBox="1"/>
          <p:nvPr>
            <p:ph idx="2" type="body"/>
          </p:nvPr>
        </p:nvSpPr>
        <p:spPr>
          <a:xfrm>
            <a:off x="547650" y="1963000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5" name="Google Shape;595;p56"/>
          <p:cNvSpPr txBox="1"/>
          <p:nvPr>
            <p:ph idx="3" type="body"/>
          </p:nvPr>
        </p:nvSpPr>
        <p:spPr>
          <a:xfrm>
            <a:off x="549850" y="285317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508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1pPr>
            <a:lvl2pPr indent="-508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2pPr>
            <a:lvl3pPr indent="-508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3pPr>
            <a:lvl4pPr indent="-5080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4pPr>
            <a:lvl5pPr indent="-5080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5pPr>
            <a:lvl6pPr indent="-5080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6pPr>
            <a:lvl7pPr indent="-5080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●"/>
              <a:defRPr b="1" sz="4400">
                <a:solidFill>
                  <a:schemeClr val="lt1"/>
                </a:solidFill>
              </a:defRPr>
            </a:lvl7pPr>
            <a:lvl8pPr indent="-5080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○"/>
              <a:defRPr b="1" sz="4400">
                <a:solidFill>
                  <a:schemeClr val="lt1"/>
                </a:solidFill>
              </a:defRPr>
            </a:lvl8pPr>
            <a:lvl9pPr indent="-5080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Char char="■"/>
              <a:defRPr b="1"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6" name="Google Shape;596;p56"/>
          <p:cNvSpPr txBox="1"/>
          <p:nvPr>
            <p:ph idx="4" type="body"/>
          </p:nvPr>
        </p:nvSpPr>
        <p:spPr>
          <a:xfrm>
            <a:off x="545450" y="3597425"/>
            <a:ext cx="25371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97" name="Google Shape;597;p56"/>
          <p:cNvCxnSpPr/>
          <p:nvPr/>
        </p:nvCxnSpPr>
        <p:spPr>
          <a:xfrm flipH="1" rot="10800000">
            <a:off x="545450" y="3613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56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99" name="Google Shape;599;p56"/>
          <p:cNvCxnSpPr/>
          <p:nvPr/>
        </p:nvCxnSpPr>
        <p:spPr>
          <a:xfrm flipH="1" rot="10800000">
            <a:off x="545450" y="842850"/>
            <a:ext cx="8053200" cy="6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56"/>
          <p:cNvSpPr/>
          <p:nvPr/>
        </p:nvSpPr>
        <p:spPr>
          <a:xfrm>
            <a:off x="3303500" y="1069350"/>
            <a:ext cx="5295000" cy="325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1" name="Google Shape;601;p56"/>
          <p:cNvCxnSpPr/>
          <p:nvPr/>
        </p:nvCxnSpPr>
        <p:spPr>
          <a:xfrm flipH="1" rot="10800000">
            <a:off x="545450" y="4548422"/>
            <a:ext cx="8053200" cy="6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" name="Google Shape;602;p56"/>
          <p:cNvSpPr txBox="1"/>
          <p:nvPr>
            <p:ph idx="5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b="1" sz="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03" name="Google Shape;603;p56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r">
              <a:buNone/>
              <a:def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44">
          <p15:clr>
            <a:srgbClr val="00FFFF"/>
          </p15:clr>
        </p15:guide>
        <p15:guide id="2" pos="5416">
          <p15:clr>
            <a:srgbClr val="00FFFF"/>
          </p15:clr>
        </p15:guide>
        <p15:guide id="3" orient="horz" pos="232">
          <p15:clr>
            <a:srgbClr val="00FFFF"/>
          </p15:clr>
        </p15:guide>
        <p15:guide id="4" orient="horz" pos="3008">
          <p15:clr>
            <a:srgbClr val="00FFFF"/>
          </p15:clr>
        </p15:guide>
        <p15:guide id="5" pos="1942">
          <p15:clr>
            <a:srgbClr val="CCCCCC"/>
          </p15:clr>
        </p15:guide>
        <p15:guide id="6" pos="2081">
          <p15:clr>
            <a:srgbClr val="CCCCCC"/>
          </p15:clr>
        </p15:guide>
        <p15:guide id="7" pos="3679">
          <p15:clr>
            <a:srgbClr val="CCCCCC"/>
          </p15:clr>
        </p15:guide>
        <p15:guide id="8" pos="3818">
          <p15:clr>
            <a:srgbClr val="CCCCCC"/>
          </p15:clr>
        </p15:guide>
        <p15:guide id="9" pos="632">
          <p15:clr>
            <a:srgbClr val="CCCCCC"/>
          </p15:clr>
        </p15:guide>
        <p15:guide id="10" pos="1067">
          <p15:clr>
            <a:srgbClr val="CCCCCC"/>
          </p15:clr>
        </p15:guide>
        <p15:guide id="11" pos="779">
          <p15:clr>
            <a:srgbClr val="CCCCCC"/>
          </p15:clr>
        </p15:guide>
        <p15:guide id="12" pos="1214">
          <p15:clr>
            <a:srgbClr val="CCCCCC"/>
          </p15:clr>
        </p15:guide>
        <p15:guide id="13" pos="1502">
          <p15:clr>
            <a:srgbClr val="CCCCCC"/>
          </p15:clr>
        </p15:guide>
        <p15:guide id="14" pos="1649">
          <p15:clr>
            <a:srgbClr val="CCCCCC"/>
          </p15:clr>
        </p15:guide>
        <p15:guide id="15" pos="2372">
          <p15:clr>
            <a:srgbClr val="CCCCCC"/>
          </p15:clr>
        </p15:guide>
        <p15:guide id="16" pos="2519">
          <p15:clr>
            <a:srgbClr val="CCCCCC"/>
          </p15:clr>
        </p15:guide>
        <p15:guide id="17" pos="2807">
          <p15:clr>
            <a:srgbClr val="CCCCCC"/>
          </p15:clr>
        </p15:guide>
        <p15:guide id="18" pos="2954">
          <p15:clr>
            <a:srgbClr val="CCCCCC"/>
          </p15:clr>
        </p15:guide>
        <p15:guide id="19" pos="3242">
          <p15:clr>
            <a:srgbClr val="CCCCCC"/>
          </p15:clr>
        </p15:guide>
        <p15:guide id="20" pos="3389">
          <p15:clr>
            <a:srgbClr val="CCCCCC"/>
          </p15:clr>
        </p15:guide>
        <p15:guide id="21" pos="4112">
          <p15:clr>
            <a:srgbClr val="CCCCCC"/>
          </p15:clr>
        </p15:guide>
        <p15:guide id="22" pos="4258">
          <p15:clr>
            <a:srgbClr val="CCCCCC"/>
          </p15:clr>
        </p15:guide>
        <p15:guide id="23" pos="4546">
          <p15:clr>
            <a:srgbClr val="CCCCCC"/>
          </p15:clr>
        </p15:guide>
        <p15:guide id="24" pos="4693">
          <p15:clr>
            <a:srgbClr val="CCCCCC"/>
          </p15:clr>
        </p15:guide>
        <p15:guide id="25" pos="4981">
          <p15:clr>
            <a:srgbClr val="CCCCCC"/>
          </p15:clr>
        </p15:guide>
        <p15:guide id="26" pos="5128">
          <p15:clr>
            <a:srgbClr val="CCCCCC"/>
          </p15:clr>
        </p15:guide>
        <p15:guide id="27" pos="2880">
          <p15:clr>
            <a:srgbClr val="00FFFF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5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2800"/>
              <a:buFont typeface="Inter"/>
              <a:buNone/>
              <a:defRPr b="1" sz="2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Inter"/>
              <a:buChar char="●"/>
              <a:defRPr sz="18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○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■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●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○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■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●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31313"/>
              </a:buClr>
              <a:buSzPts val="1400"/>
              <a:buFont typeface="Inter"/>
              <a:buChar char="○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31313"/>
              </a:buClr>
              <a:buSzPts val="1400"/>
              <a:buFont typeface="Inter"/>
              <a:buChar char="■"/>
              <a:defRPr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0" y="4703625"/>
            <a:ext cx="5487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b="1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sub_create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jpg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hyperlink" Target="mailto:Ainize@lin3s.com" TargetMode="External"/><Relationship Id="rId4" Type="http://schemas.openxmlformats.org/officeDocument/2006/relationships/hyperlink" Target="mailto:Paula@lin3s.com" TargetMode="External"/><Relationship Id="rId5" Type="http://schemas.openxmlformats.org/officeDocument/2006/relationships/hyperlink" Target="https://twitter.com/lin3s" TargetMode="External"/><Relationship Id="rId6" Type="http://schemas.openxmlformats.org/officeDocument/2006/relationships/hyperlink" Target="https://www.instagram.com/_lin3s_/" TargetMode="External"/><Relationship Id="rId7" Type="http://schemas.openxmlformats.org/officeDocument/2006/relationships/hyperlink" Target="https://www.facebook.com/lin3s" TargetMode="Externa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3.jpg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3.jpg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3.jpg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3" Type="http://schemas.openxmlformats.org/officeDocument/2006/relationships/image" Target="../media/sub_tools.png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3" Type="http://schemas.openxmlformats.org/officeDocument/2006/relationships/image" Target="../media/sub_color.png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3" Type="http://schemas.openxmlformats.org/officeDocument/2006/relationships/image" Target="../media/sub_output.png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3" Type="http://schemas.openxmlformats.org/officeDocument/2006/relationships/image" Target="../media/sub_shine.png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0.xml"/><Relationship Id="rId3" Type="http://schemas.openxmlformats.org/officeDocument/2006/relationships/image" Target="../media/image13.jpg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7"/>
          <p:cNvSpPr txBox="1"/>
          <p:nvPr>
            <p:ph type="ctrTitle"/>
          </p:nvPr>
        </p:nvSpPr>
        <p:spPr>
          <a:xfrm>
            <a:off x="545450" y="1448400"/>
            <a:ext cx="59817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Subagents</a:t>
            </a:r>
            <a:endParaRPr/>
          </a:p>
        </p:txBody>
      </p:sp>
      <p:sp>
        <p:nvSpPr>
          <p:cNvPr id="609" name="Google Shape;609;p57"/>
          <p:cNvSpPr txBox="1"/>
          <p:nvPr>
            <p:ph idx="1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Code Guide</a:t>
            </a:r>
            <a:endParaRPr/>
          </a:p>
        </p:txBody>
      </p:sp>
      <p:sp>
        <p:nvSpPr>
          <p:cNvPr id="610" name="Google Shape;610;p57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&amp; Using Subagents</a:t>
            </a:r>
            <a:endParaRPr/>
          </a:p>
        </p:txBody>
      </p:sp>
      <p:sp>
        <p:nvSpPr>
          <p:cNvPr id="611" name="Google Shape;611;p57"/>
          <p:cNvSpPr txBox="1"/>
          <p:nvPr>
            <p:ph idx="3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Custom Agents</a:t>
            </a:r>
            <a:endParaRPr/>
          </a:p>
        </p:txBody>
      </p:sp>
      <p:sp>
        <p:nvSpPr>
          <p:cNvPr id="612" name="Google Shape;612;p57"/>
          <p:cNvSpPr txBox="1"/>
          <p:nvPr>
            <p:ph idx="4" type="subTitle"/>
          </p:nvPr>
        </p:nvSpPr>
        <p:spPr>
          <a:xfrm>
            <a:off x="545450" y="1287900"/>
            <a:ext cx="39099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Specialized Helpers for Claude Code</a:t>
            </a:r>
            <a:endParaRPr/>
          </a:p>
        </p:txBody>
      </p:sp>
      <p:sp>
        <p:nvSpPr>
          <p:cNvPr id="613" name="Google Shape;613;p57"/>
          <p:cNvSpPr txBox="1"/>
          <p:nvPr>
            <p:ph idx="5" type="subTitle"/>
          </p:nvPr>
        </p:nvSpPr>
        <p:spPr>
          <a:xfrm>
            <a:off x="545450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614" name="Google Shape;614;p57"/>
          <p:cNvSpPr txBox="1"/>
          <p:nvPr>
            <p:ph idx="6" type="subTitle"/>
          </p:nvPr>
        </p:nvSpPr>
        <p:spPr>
          <a:xfrm>
            <a:off x="4688725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2"/>
          <p:cNvSpPr txBox="1"/>
          <p:nvPr>
            <p:ph type="ctrTitle"/>
          </p:nvPr>
        </p:nvSpPr>
        <p:spPr>
          <a:xfrm>
            <a:off x="545450" y="368250"/>
            <a:ext cx="3200000" cy="837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Agenda</a:t>
            </a:r>
            <a:endParaRPr sz="4800"/>
          </a:p>
        </p:txBody>
      </p:sp>
      <p:sp>
        <p:nvSpPr>
          <p:cNvPr id="668" name="Google Shape;668;p62"/>
          <p:cNvSpPr txBox="1"/>
          <p:nvPr>
            <p:ph idx="1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669" name="Google Shape;669;p62"/>
          <p:cNvSpPr txBox="1"/>
          <p:nvPr>
            <p:ph idx="2" type="subTitle"/>
          </p:nvPr>
        </p:nvSpPr>
        <p:spPr>
          <a:xfrm>
            <a:off x="552900" y="1334614"/>
            <a:ext cx="2304300" cy="5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Introduction to Subagents.</a:t>
            </a:r>
            <a:endParaRPr/>
          </a:p>
        </p:txBody>
      </p:sp>
      <p:sp>
        <p:nvSpPr>
          <p:cNvPr id="670" name="Google Shape;670;p62"/>
          <p:cNvSpPr txBox="1"/>
          <p:nvPr>
            <p:ph idx="3" type="body"/>
          </p:nvPr>
        </p:nvSpPr>
        <p:spPr>
          <a:xfrm>
            <a:off x="3998175" y="5809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1</a:t>
            </a:r>
            <a:br>
              <a:rPr lang="en"/>
            </a:br>
            <a:r>
              <a:rPr lang="en"/>
              <a:t>―</a:t>
            </a:r>
            <a:br>
              <a:rPr lang="en"/>
            </a:br>
            <a:r>
              <a:rPr lang="en" sz="1400"/>
              <a:t>What Are Subagents?</a:t>
            </a:r>
            <a:endParaRPr sz="1400"/>
          </a:p>
        </p:txBody>
      </p:sp>
      <p:sp>
        <p:nvSpPr>
          <p:cNvPr id="671" name="Google Shape;671;p62"/>
          <p:cNvSpPr txBox="1"/>
          <p:nvPr>
            <p:ph idx="4" type="body"/>
          </p:nvPr>
        </p:nvSpPr>
        <p:spPr>
          <a:xfrm>
            <a:off x="6757950" y="5809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2</a:t>
            </a:r>
            <a:br>
              <a:rPr lang="en" sz="1400"/>
            </a:br>
            <a:r>
              <a:rPr lang="en"/>
              <a:t>―</a:t>
            </a:r>
            <a:br>
              <a:rPr lang="en" sz="1400"/>
            </a:br>
            <a:r>
              <a:rPr lang="en" sz="1400"/>
              <a:t>Creating a Subagent</a:t>
            </a:r>
            <a:endParaRPr sz="1400"/>
          </a:p>
        </p:txBody>
      </p:sp>
      <p:sp>
        <p:nvSpPr>
          <p:cNvPr id="672" name="Google Shape;672;p62"/>
          <p:cNvSpPr txBox="1"/>
          <p:nvPr>
            <p:ph idx="5" type="body"/>
          </p:nvPr>
        </p:nvSpPr>
        <p:spPr>
          <a:xfrm>
            <a:off x="3998175" y="1708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3</a:t>
            </a:r>
            <a:br>
              <a:rPr lang="en" sz="1400"/>
            </a:br>
            <a:r>
              <a:rPr lang="en"/>
              <a:t>―</a:t>
            </a:r>
            <a:br>
              <a:rPr lang="en" sz="1400"/>
            </a:br>
            <a:r>
              <a:rPr lang="en" sz="1400"/>
              <a:t>Designing Effective Subagents</a:t>
            </a:r>
            <a:endParaRPr sz="1400"/>
          </a:p>
        </p:txBody>
      </p:sp>
      <p:sp>
        <p:nvSpPr>
          <p:cNvPr id="673" name="Google Shape;673;p62"/>
          <p:cNvSpPr txBox="1"/>
          <p:nvPr>
            <p:ph idx="6" type="body"/>
          </p:nvPr>
        </p:nvSpPr>
        <p:spPr>
          <a:xfrm>
            <a:off x="6757950" y="1708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4</a:t>
            </a:r>
            <a:br>
              <a:rPr lang="en" sz="1400"/>
            </a:br>
            <a:r>
              <a:rPr lang="en"/>
              <a:t>―</a:t>
            </a:r>
            <a:br>
              <a:rPr lang="en" sz="1400"/>
            </a:br>
            <a:r>
              <a:rPr lang="en" sz="1400"/>
              <a:t xml:space="preserve">Using Subagents </a:t>
            </a:r>
            <a:br>
              <a:rPr lang="en" sz="1400"/>
            </a:br>
            <a:r>
              <a:rPr lang="en" sz="1400"/>
              <a:t>Effectively</a:t>
            </a:r>
            <a:endParaRPr sz="1400"/>
          </a:p>
        </p:txBody>
      </p:sp>
      <p:sp>
        <p:nvSpPr>
          <p:cNvPr id="674" name="Google Shape;674;p62"/>
          <p:cNvSpPr txBox="1"/>
          <p:nvPr>
            <p:ph idx="7" type="body"/>
          </p:nvPr>
        </p:nvSpPr>
        <p:spPr>
          <a:xfrm>
            <a:off x="3998175" y="2842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5</a:t>
            </a:r>
            <a:br>
              <a:rPr lang="en" sz="1400"/>
            </a:br>
            <a:r>
              <a:rPr lang="en"/>
              <a:t>―</a:t>
            </a:r>
            <a:br>
              <a:rPr lang="en" sz="1400"/>
            </a:br>
            <a:r>
              <a:rPr lang="en" sz="1400"/>
              <a:t>The Decision Rule</a:t>
            </a:r>
            <a:endParaRPr sz="1400"/>
          </a:p>
        </p:txBody>
      </p:sp>
      <p:sp>
        <p:nvSpPr>
          <p:cNvPr id="675" name="Google Shape;675;p62"/>
          <p:cNvSpPr txBox="1"/>
          <p:nvPr>
            <p:ph idx="8" type="body"/>
          </p:nvPr>
        </p:nvSpPr>
        <p:spPr>
          <a:xfrm>
            <a:off x="6757950" y="2842050"/>
            <a:ext cx="1844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/>
              <a:t>6</a:t>
            </a:r>
            <a:br>
              <a:rPr lang="en" sz="1400"/>
            </a:br>
            <a:r>
              <a:rPr lang="en"/>
              <a:t>―</a:t>
            </a:r>
            <a:br>
              <a:rPr lang="en" sz="1400"/>
            </a:br>
            <a:r>
              <a:rPr lang="en" sz="1400"/>
              <a:t>Key Takeaways</a:t>
            </a:r>
            <a:br>
              <a:rPr lang="en" sz="1400"/>
            </a:br>
            <a:r>
              <a:rPr lang="en" sz="1400"/>
              <a:t/>
            </a:r>
            <a:endParaRPr sz="1400"/>
          </a:p>
        </p:txBody>
      </p:sp>
      <p:sp>
        <p:nvSpPr>
          <p:cNvPr id="676" name="Google Shape;676;p62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6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intermediate work matter?</a:t>
            </a:r>
            <a:endParaRPr/>
          </a:p>
        </p:txBody>
      </p:sp>
      <p:sp>
        <p:nvSpPr>
          <p:cNvPr id="707" name="Google Shape;707;p66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01" name="YES card"/>
          <p:cNvSpPr txBox="1"/>
          <p:nvPr/>
        </p:nvSpPr>
        <p:spPr>
          <a:xfrm>
            <a:off x="545450" y="1300000"/>
            <a:ext cx="3700000" cy="290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t" bIns="280000" lIns="280000" spcFirstLastPara="1" rIns="280000" wrap="square" tIns="28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2400" b="1"/>
              <a:t>YES — Keep it in your main thread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/>
              <a:t>You need to see and react to what’s happening along the way. Each step depends on what the previous step discovered.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/>
              <a:t>Example: bug fixing, where the fix depends on what the debug step found.</a:t>
            </a:r>
          </a:p>
        </p:txBody>
      </p:sp>
      <p:sp>
        <p:nvSpPr>
          <p:cNvPr id="9102" name="NO card"/>
          <p:cNvSpPr txBox="1"/>
          <p:nvPr/>
        </p:nvSpPr>
        <p:spPr>
          <a:xfrm>
            <a:off x="4898550" y="1300000"/>
            <a:ext cx="3700000" cy="29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t" bIns="280000" lIns="280000" spcFirstLastPara="1" rIns="280000" wrap="square" tIns="28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NO — Delegate to a subagent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You just need the final result. The exploratory work would only clutter your main thread’s context.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FFFFFF"/>
                </a:solidFill>
              </a:rPr>
              <a:t>Example: investigating how authentication works in an unfamiliar codebase.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7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General purpose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multi-step tasks that require both exploration and action. Use this when you need a subagent that can both research and execute.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most flexible built-in option — pick it when the task isn’t purely exploratory and you also need changes made.</a:t>
            </a:r>
            <a:endParaRPr/>
          </a:p>
        </p:txBody>
      </p:sp>
      <p:sp>
        <p:nvSpPr>
          <p:cNvPr id="714" name="Google Shape;714;p67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Explore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fast searching and navigation of codebases. Ideal when you need to find something quickly without changing anything.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read-focused worker. Great for “which file handles X?” or “where is Y configured?” type questions.</a:t>
            </a:r>
            <a:endParaRPr/>
          </a:p>
        </p:txBody>
      </p:sp>
      <p:sp>
        <p:nvSpPr>
          <p:cNvPr id="715" name="Google Shape;715;p67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Built-in Subagents</a:t>
            </a:r>
            <a:endParaRPr/>
          </a:p>
        </p:txBody>
      </p:sp>
      <p:sp>
        <p:nvSpPr>
          <p:cNvPr id="716" name="Google Shape;716;p67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17" name="Google Shape;717;p67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Plan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during plan mode for research and analysis of your codebase before presenting a plan to the user.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Specialized for planning: gathers context up front so the plan is grounded in what’s actually in the repo.</a:t>
            </a:r>
            <a:endParaRPr/>
          </a:p>
        </p:txBody>
      </p:sp>
      <p:sp>
        <p:nvSpPr>
          <p:cNvPr id="718" name="Google Shape;718;p6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9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Context windows are finite — and they fill up fast.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Every tool call, file read, and search result is stored in your main context. Once it fills up, Claude starts losing track of earlier parts of the conversation.</a:t>
            </a:r>
            <a:endParaRPr b="1" sz="1200"/>
          </a:p>
        </p:txBody>
      </p:sp>
      <p:sp>
        <p:nvSpPr>
          <p:cNvPr id="731" name="Google Shape;731;p69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subagents, even a simple question can fill your main context with the journey it took to find the answer — dozens of files read, searches run, function calls traced.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of that exploration accumulates. You only needed one fact, but the noise has already crowded out room for the rest of your session.</a:t>
            </a:r>
            <a:endParaRPr/>
          </a:p>
        </p:txBody>
      </p:sp>
      <p:sp>
        <p:nvSpPr>
          <p:cNvPr id="732" name="Google Shape;732;p69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Subagents Matter</a:t>
            </a:r>
            <a:endParaRPr/>
          </a:p>
        </p:txBody>
      </p:sp>
      <p:sp>
        <p:nvSpPr>
          <p:cNvPr id="733" name="Google Shape;733;p69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34" name="Google Shape;734;p69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subagent spins up a separate context window. It receives a custom system prompt and a task description, then works on its own.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it’s done, only a focused summary returns. The entire subagent conversation is then discarded — your main context stays clean.</a:t>
            </a:r>
            <a:endParaRPr/>
          </a:p>
        </p:txBody>
      </p:sp>
      <p:sp>
        <p:nvSpPr>
          <p:cNvPr id="735" name="Google Shape;735;p6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0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Subagent</a:t>
            </a:r>
            <a:endParaRPr/>
          </a:p>
        </p:txBody>
      </p:sp>
      <p:sp>
        <p:nvSpPr>
          <p:cNvPr id="741" name="Google Shape;741;p7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42" name="Google Shape;742;p70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Start with the /agents Command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/agents slash command opens the main interface for managing your subagents. Pick “Create new agent” to start. You’ll first choose the scope: project-level (current project only) or user-level (shared across every project on your machine).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pick how to create it. You can write the config manually, but the recommended approach is to let Claude generate it — just describe what you want the subagent to do and Claude produces a name, description, and system prompt for you.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3" name="Google Shape;743;p70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4688750" y="1602138"/>
            <a:ext cx="3909905" cy="219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1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Subagents?</a:t>
            </a:r>
            <a:endParaRPr/>
          </a:p>
        </p:txBody>
      </p:sp>
      <p:sp>
        <p:nvSpPr>
          <p:cNvPr id="749" name="Google Shape;749;p71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50" name="Google Shape;750;p71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Subagents are specialized assistants that Claude Code can delegate tasks to. Each one runs in its own conversation context, does its work, and returns a focused summary to the main thread.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The intermediate steps — file reads, searches, tool calls — stay isolated and never clutter your main conversation. You get the answer without the noise of the journey.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751" name="Google Shape;751;p7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2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Subagents?</a:t>
            </a:r>
            <a:endParaRPr/>
          </a:p>
        </p:txBody>
      </p:sp>
      <p:sp>
        <p:nvSpPr>
          <p:cNvPr id="758" name="Google Shape;758;p72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 ― 04</a:t>
            </a:r>
            <a:endParaRPr/>
          </a:p>
        </p:txBody>
      </p:sp>
      <p:sp>
        <p:nvSpPr>
          <p:cNvPr id="759" name="Google Shape;759;p72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pic>
        <p:nvPicPr>
          <p:cNvPr id="760" name="Google Shape;760;p72"/>
          <p:cNvPicPr preferRelativeResize="0"/>
          <p:nvPr/>
        </p:nvPicPr>
        <p:blipFill rotWithShape="1">
          <a:blip r:embed="rId3">
            <a:alphaModFix/>
          </a:blip>
          <a:srcRect b="3832" l="0" r="0" t="3832"/>
          <a:stretch/>
        </p:blipFill>
        <p:spPr>
          <a:xfrm>
            <a:off x="0" y="0"/>
            <a:ext cx="4456455" cy="514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03"/>
          <p:cNvSpPr txBox="1"/>
          <p:nvPr>
            <p:ph idx="1" type="body"/>
          </p:nvPr>
        </p:nvSpPr>
        <p:spPr>
          <a:xfrm>
            <a:off x="6760350" y="1526688"/>
            <a:ext cx="1838100" cy="23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started: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Run /agents in Claude Code</a:t>
            </a:r>
            <a:br>
              <a:rPr lang="en">
                <a:solidFill>
                  <a:schemeClr val="lt1"/>
                </a:solidFill>
              </a:rPr>
            </a:br>
            <a:br>
              <a:rPr lang="en">
                <a:solidFill>
                  <a:schemeClr val="lt1"/>
                </a:solidFill>
              </a:rPr>
            </a:br>
            <a:r>
              <a:rPr b="1" lang="en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.claude/agents/&lt;name&gt;.md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Learn more:</a:t>
            </a:r>
            <a:endParaRPr/>
          </a:p>
          <a:p>
            <a:pPr indent="0" lvl="0" marL="0" marR="9144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Subagent docs</a:t>
            </a:r>
            <a:br>
              <a:rPr b="1" lang="en" u="sng">
                <a:solidFill>
                  <a:schemeClr val="lt1"/>
                </a:solidFill>
              </a:rPr>
            </a:br>
            <a:br>
              <a:rPr b="1" lang="en" u="sng">
                <a:solidFill>
                  <a:schemeClr val="lt1"/>
                </a:solidFill>
              </a:rPr>
            </a:br>
            <a:r>
              <a:rPr b="1" lang="en" u="sng">
                <a:solidFill>
                  <a:schemeClr val="l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Output format guide</a:t>
            </a:r>
            <a:br>
              <a:rPr b="1" lang="en" u="sng">
                <a:solidFill>
                  <a:schemeClr val="lt1"/>
                </a:solidFill>
              </a:rPr>
            </a:br>
            <a:br>
              <a:rPr b="1" lang="en" u="sng">
                <a:solidFill>
                  <a:schemeClr val="lt1"/>
                </a:solidFill>
              </a:rPr>
            </a:br>
            <a:r>
              <a:rPr b="1" lang="en" u="sng">
                <a:solidFill>
                  <a:schemeClr val="lt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Decision examples</a:t>
            </a:r>
            <a:endParaRPr b="1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103"/>
          <p:cNvSpPr txBox="1"/>
          <p:nvPr>
            <p:ph type="ctrTitle"/>
          </p:nvPr>
        </p:nvSpPr>
        <p:spPr>
          <a:xfrm>
            <a:off x="545450" y="1448400"/>
            <a:ext cx="52953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Watching</a:t>
            </a:r>
            <a:endParaRPr/>
          </a:p>
        </p:txBody>
      </p:sp>
      <p:sp>
        <p:nvSpPr>
          <p:cNvPr id="1050" name="Google Shape;1050;p103"/>
          <p:cNvSpPr txBox="1"/>
          <p:nvPr>
            <p:ph idx="2" type="subTitle"/>
          </p:nvPr>
        </p:nvSpPr>
        <p:spPr>
          <a:xfrm>
            <a:off x="4688725" y="525600"/>
            <a:ext cx="39099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Code Guide</a:t>
            </a:r>
            <a:endParaRPr/>
          </a:p>
        </p:txBody>
      </p:sp>
      <p:sp>
        <p:nvSpPr>
          <p:cNvPr id="1051" name="Google Shape;1051;p103"/>
          <p:cNvSpPr txBox="1"/>
          <p:nvPr>
            <p:ph idx="3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&amp; Using Subagents</a:t>
            </a:r>
            <a:endParaRPr/>
          </a:p>
        </p:txBody>
      </p:sp>
      <p:sp>
        <p:nvSpPr>
          <p:cNvPr id="1052" name="Google Shape;1052;p103"/>
          <p:cNvSpPr txBox="1"/>
          <p:nvPr>
            <p:ph idx="4" type="subTitle"/>
          </p:nvPr>
        </p:nvSpPr>
        <p:spPr>
          <a:xfrm>
            <a:off x="545450" y="4614750"/>
            <a:ext cx="3909900" cy="1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Custom Agents</a:t>
            </a:r>
            <a:endParaRPr/>
          </a:p>
        </p:txBody>
      </p:sp>
      <p:sp>
        <p:nvSpPr>
          <p:cNvPr id="1053" name="Google Shape;1053;p103"/>
          <p:cNvSpPr txBox="1"/>
          <p:nvPr>
            <p:ph idx="5" type="subTitle"/>
          </p:nvPr>
        </p:nvSpPr>
        <p:spPr>
          <a:xfrm>
            <a:off x="545450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1054" name="Google Shape;1054;p103"/>
          <p:cNvSpPr txBox="1"/>
          <p:nvPr>
            <p:ph idx="6" type="subTitle"/>
          </p:nvPr>
        </p:nvSpPr>
        <p:spPr>
          <a:xfrm>
            <a:off x="4688725" y="44542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2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Subagent</a:t>
            </a:r>
            <a:endParaRPr/>
          </a:p>
        </p:txBody>
      </p:sp>
      <p:sp>
        <p:nvSpPr>
          <p:cNvPr id="758" name="Google Shape;758;p72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 ― 04</a:t>
            </a:r>
            <a:endParaRPr/>
          </a:p>
        </p:txBody>
      </p:sp>
      <p:sp>
        <p:nvSpPr>
          <p:cNvPr id="759" name="Google Shape;759;p72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pic>
        <p:nvPicPr>
          <p:cNvPr id="760" name="Google Shape;760;p72"/>
          <p:cNvPicPr preferRelativeResize="0"/>
          <p:nvPr/>
        </p:nvPicPr>
        <p:blipFill rotWithShape="1">
          <a:blip r:embed="rId3">
            <a:alphaModFix/>
          </a:blip>
          <a:srcRect b="3832" l="0" r="0" t="3832"/>
          <a:stretch/>
        </p:blipFill>
        <p:spPr>
          <a:xfrm>
            <a:off x="0" y="0"/>
            <a:ext cx="4456455" cy="514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2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Effective Subagents</a:t>
            </a:r>
            <a:endParaRPr/>
          </a:p>
        </p:txBody>
      </p:sp>
      <p:sp>
        <p:nvSpPr>
          <p:cNvPr id="758" name="Google Shape;758;p72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 ― 04</a:t>
            </a:r>
            <a:endParaRPr/>
          </a:p>
        </p:txBody>
      </p:sp>
      <p:sp>
        <p:nvSpPr>
          <p:cNvPr id="759" name="Google Shape;759;p72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pic>
        <p:nvPicPr>
          <p:cNvPr id="760" name="Google Shape;760;p72"/>
          <p:cNvPicPr preferRelativeResize="0"/>
          <p:nvPr/>
        </p:nvPicPr>
        <p:blipFill rotWithShape="1">
          <a:blip r:embed="rId3">
            <a:alphaModFix/>
          </a:blip>
          <a:srcRect b="3832" l="0" r="0" t="3832"/>
          <a:stretch/>
        </p:blipFill>
        <p:spPr>
          <a:xfrm>
            <a:off x="0" y="0"/>
            <a:ext cx="4456455" cy="514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2"/>
          <p:cNvSpPr txBox="1"/>
          <p:nvPr>
            <p:ph type="ctrTitle"/>
          </p:nvPr>
        </p:nvSpPr>
        <p:spPr>
          <a:xfrm>
            <a:off x="4688725" y="1448400"/>
            <a:ext cx="3909900" cy="24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Subagents Effectively</a:t>
            </a:r>
            <a:endParaRPr/>
          </a:p>
        </p:txBody>
      </p:sp>
      <p:sp>
        <p:nvSpPr>
          <p:cNvPr id="758" name="Google Shape;758;p72"/>
          <p:cNvSpPr txBox="1"/>
          <p:nvPr>
            <p:ph idx="1" type="subTitle"/>
          </p:nvPr>
        </p:nvSpPr>
        <p:spPr>
          <a:xfrm>
            <a:off x="6069825" y="525600"/>
            <a:ext cx="25287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 ― 04</a:t>
            </a:r>
            <a:endParaRPr/>
          </a:p>
        </p:txBody>
      </p:sp>
      <p:sp>
        <p:nvSpPr>
          <p:cNvPr id="759" name="Google Shape;759;p72"/>
          <p:cNvSpPr txBox="1"/>
          <p:nvPr>
            <p:ph idx="2" type="subTitle"/>
          </p:nvPr>
        </p:nvSpPr>
        <p:spPr>
          <a:xfrm>
            <a:off x="4688725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pic>
        <p:nvPicPr>
          <p:cNvPr id="760" name="Google Shape;760;p72"/>
          <p:cNvPicPr preferRelativeResize="0"/>
          <p:nvPr/>
        </p:nvPicPr>
        <p:blipFill rotWithShape="1">
          <a:blip r:embed="rId3">
            <a:alphaModFix/>
          </a:blip>
          <a:srcRect b="3832" l="0" r="0" t="3832"/>
          <a:stretch/>
        </p:blipFill>
        <p:spPr>
          <a:xfrm>
            <a:off x="0" y="0"/>
            <a:ext cx="4456455" cy="514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0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Customizing Tools</a:t>
            </a:r>
            <a:endParaRPr/>
          </a:p>
        </p:txBody>
      </p:sp>
      <p:sp>
        <p:nvSpPr>
          <p:cNvPr id="741" name="Google Shape;741;p7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42" name="Google Shape;742;p70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Give the Subagent Only What It Needs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creation you choose which tool categories the subagent can access: Read-only, Edit, Execution, MCP, and Other. Think about what the subagent actually needs.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code reviewer probably doesn’t need edit tools — it should read and analyze, not change. But execution tools can stay enabled so it can run git diff and identify pending changes.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3" name="Google Shape;743;p70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4688750" y="1602138"/>
            <a:ext cx="3909905" cy="219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0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a Model &amp; Color</a:t>
            </a:r>
            <a:endParaRPr/>
          </a:p>
        </p:txBody>
      </p:sp>
      <p:sp>
        <p:nvSpPr>
          <p:cNvPr id="741" name="Google Shape;741;p7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42" name="Google Shape;742;p70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Match the Model to the Workload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 the Claude model that powers the subagent: Haiku for fast, lightweight tasks; Sonnet for a good middle ground; Opus for complex analysis; or Inherit to use whatever your main conversation is running.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pick a color. It shows up in the UI so you can quickly see which subagent is active — a small touch that helps a lot when several are running at once.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3" name="Google Shape;743;p70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4688750" y="1602138"/>
            <a:ext cx="3909905" cy="219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0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a Structured Output Format</a:t>
            </a:r>
            <a:endParaRPr/>
          </a:p>
        </p:txBody>
      </p:sp>
      <p:sp>
        <p:nvSpPr>
          <p:cNvPr id="741" name="Google Shape;741;p7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42" name="Google Shape;742;p70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The Single Biggest Improvement You Can Make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a defined output, subagents struggle to decide when enough research is done and tend to run far longer than necessary. A clear format gives them a checklist to work through.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 code reviewer: Summary, Critical Issues, Major Issues, Minor Issues, Recommendations, Approval Status, and Obstacles Encountered. Once every section is filled, the subagent knows it can stop.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3" name="Google Shape;743;p70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4688750" y="1602138"/>
            <a:ext cx="3909905" cy="219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0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Subagents Shine</a:t>
            </a:r>
            <a:endParaRPr/>
          </a:p>
        </p:txBody>
      </p:sp>
      <p:sp>
        <p:nvSpPr>
          <p:cNvPr id="741" name="Google Shape;741;p70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42" name="Google Shape;742;p70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Research, Reviews &amp; Custom System Prompts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 excel when exploration is separate from execution — when you need a result, not a play-by-play. Classic use cases include investigating an unfamiliar codebase and code reviews where a fresh perspective improves the feedback.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system prompts are another sweet spot: a copywriting subagent can have completely different voice instructions, and a styling subagent can auto-load your design system files into its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3" name="Google Shape;743;p70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4688750" y="1602138"/>
            <a:ext cx="3909905" cy="219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1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Config File</a:t>
            </a:r>
            <a:endParaRPr/>
          </a:p>
        </p:txBody>
      </p:sp>
      <p:sp>
        <p:nvSpPr>
          <p:cNvPr id="749" name="Google Shape;749;p71"/>
          <p:cNvSpPr txBox="1"/>
          <p:nvPr>
            <p:ph idx="2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50" name="Google Shape;750;p71"/>
          <p:cNvSpPr txBox="1"/>
          <p:nvPr>
            <p:ph idx="1" type="body"/>
          </p:nvPr>
        </p:nvSpPr>
        <p:spPr>
          <a:xfrm>
            <a:off x="545450" y="1218750"/>
            <a:ext cx="3909900" cy="31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Once you finish creating a subagent, its config is saved to .claude/agents/&lt;name&gt;.md. The YAML frontmatter sets behavior; the markdown body below is the system prompt.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Five fields control everything: name (the identifier), description (when to use it), tools (what it can access), model (which Claude powers it), and color (UI tag).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751" name="Google Shape;751;p71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01" name="YAML config"/>
          <p:cNvSpPr txBox="1"/>
          <p:nvPr/>
        </p:nvSpPr>
        <p:spPr>
          <a:xfrm>
            <a:off x="4688750" y="1068400"/>
            <a:ext cx="3909900" cy="32604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t" bIns="200000" lIns="200000" spcFirstLastPara="1" rIns="200000" wrap="square" tIns="2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>---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>name: code-quality-reviewer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>description: Use when you need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 xml:space="preserve">  to review recently written or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 xml:space="preserve">  modified code for quality,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 xml:space="preserve">  security, best practices.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>tools: Bash, Glob, Grep, Read,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 xml:space="preserve">  WebFetch, WebSearch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>model: sonnet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>color: purple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>---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>You are an expert code reviewer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urier New"/>
              </a:rPr>
              <a:t>specializing in quality...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9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Only give a subagent the tools it actually needs.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This prevents unintended side effects and makes each subagent’s role clearer when you have several of them.</a:t>
            </a:r>
            <a:endParaRPr b="1" sz="1200"/>
          </a:p>
        </p:txBody>
      </p:sp>
      <p:sp>
        <p:nvSpPr>
          <p:cNvPr id="731" name="Google Shape;731;p69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/ read-only subagent: only needs Glob, Grep, and Read. Cannot accidentally modify files.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reviewer: needs Bash to run git diff and see what changed, but still doesn’t need Edit or Write.</a:t>
            </a:r>
            <a:endParaRPr/>
          </a:p>
        </p:txBody>
      </p:sp>
      <p:sp>
        <p:nvSpPr>
          <p:cNvPr id="732" name="Google Shape;732;p69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Limiting Tool Access</a:t>
            </a:r>
            <a:endParaRPr/>
          </a:p>
        </p:txBody>
      </p:sp>
      <p:sp>
        <p:nvSpPr>
          <p:cNvPr id="733" name="Google Shape;733;p69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34" name="Google Shape;734;p69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Styling / code modification agent: this is where you grant Edit and Write access — the job is to actually change your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of thumb: read for research, Bash for review, write only for agents whose explicit purpose is to modify code.</a:t>
            </a:r>
            <a:endParaRPr/>
          </a:p>
        </p:txBody>
      </p:sp>
      <p:sp>
        <p:nvSpPr>
          <p:cNvPr id="735" name="Google Shape;735;p6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9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Three benefits, one decision rule.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The less noise in your main context, the longer and more effectively you can work.</a:t>
            </a:r>
            <a:endParaRPr b="1" sz="1200"/>
          </a:p>
        </p:txBody>
      </p:sp>
      <p:sp>
        <p:nvSpPr>
          <p:cNvPr id="731" name="Google Shape;731;p69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Focused work. Each subagent concentrates on a specific task instead of mixing concerns in the main thread.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Clean context. The intermediate file reads, searches, and tool calls stay isolated in the subagent’s window.</a:t>
            </a:r>
            <a:endParaRPr/>
          </a:p>
        </p:txBody>
      </p:sp>
      <p:sp>
        <p:nvSpPr>
          <p:cNvPr id="732" name="Google Shape;732;p69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733" name="Google Shape;733;p69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34" name="Google Shape;734;p69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Concise summaries. Only the information you need comes back to the main conversation, in a structured shape.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decision rule: if the intermediate work matters, keep it in your main thread. If you just need the result, delegate it.</a:t>
            </a:r>
            <a:endParaRPr/>
          </a:p>
        </p:txBody>
      </p:sp>
      <p:sp>
        <p:nvSpPr>
          <p:cNvPr id="735" name="Google Shape;735;p69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7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Specific descriptions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description controls both when the subagent is launched and what instructions it receives. Write it to steer both.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Tip: add a sentence like “you must tell the agent precisely which files to review” to make the main agent write a more specific input prompt.</a:t>
            </a:r>
            <a:endParaRPr/>
          </a:p>
        </p:txBody>
      </p:sp>
      <p:sp>
        <p:nvSpPr>
          <p:cNvPr id="714" name="Google Shape;714;p67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Structured output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an output format in the system prompt so the subagent knows when it’s done and returns information the main thread can use.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single biggest improvement you can make. It creates natural stopping points and prevents subagents from running too long.</a:t>
            </a:r>
            <a:endParaRPr/>
          </a:p>
        </p:txBody>
      </p:sp>
      <p:sp>
        <p:nvSpPr>
          <p:cNvPr id="715" name="Google Shape;715;p67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Patterns That Make Subagents Effective</a:t>
            </a:r>
            <a:endParaRPr/>
          </a:p>
        </p:txBody>
      </p:sp>
      <p:sp>
        <p:nvSpPr>
          <p:cNvPr id="716" name="Google Shape;716;p67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17" name="Google Shape;717;p67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Obstacle reporting &amp; tool access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Include a section for workarounds, quirks, and problems so the main thread doesn’t have to rediscover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give a subagent the tools it actually needs: read-only for research, Bash for reviewers, edit/write only for agents that should change code.</a:t>
            </a:r>
            <a:endParaRPr/>
          </a:p>
        </p:txBody>
      </p:sp>
      <p:sp>
        <p:nvSpPr>
          <p:cNvPr id="718" name="Google Shape;718;p6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7"/>
          <p:cNvSpPr txBox="1"/>
          <p:nvPr>
            <p:ph idx="1" type="body"/>
          </p:nvPr>
        </p:nvSpPr>
        <p:spPr>
          <a:xfrm>
            <a:off x="545450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Expert personas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 that claim expertise rarely help. “You are a Python expert” adds no value — Claude already has that knowledge.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nothing a self-declared “expert” subagent can do that your main thread cannot do directly.</a:t>
            </a:r>
            <a:endParaRPr/>
          </a:p>
        </p:txBody>
      </p:sp>
      <p:sp>
        <p:nvSpPr>
          <p:cNvPr id="714" name="Google Shape;714;p67"/>
          <p:cNvSpPr txBox="1"/>
          <p:nvPr>
            <p:ph idx="2" type="body"/>
          </p:nvPr>
        </p:nvSpPr>
        <p:spPr>
          <a:xfrm>
            <a:off x="3303418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Sequential pipelines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Pipelines that hand off between agents fail when each step depends on the previous step’s discoveries. Information gets lost in compression.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Bug fixing is a classic example. The fix depends on what the debug step found — keep it in one context.</a:t>
            </a:r>
            <a:endParaRPr/>
          </a:p>
        </p:txBody>
      </p:sp>
      <p:sp>
        <p:nvSpPr>
          <p:cNvPr id="715" name="Google Shape;715;p67"/>
          <p:cNvSpPr txBox="1"/>
          <p:nvPr>
            <p:ph type="ctrTitle"/>
          </p:nvPr>
        </p:nvSpPr>
        <p:spPr>
          <a:xfrm>
            <a:off x="545450" y="368250"/>
            <a:ext cx="8053200" cy="481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Subagents Hurt</a:t>
            </a:r>
            <a:endParaRPr/>
          </a:p>
        </p:txBody>
      </p:sp>
      <p:sp>
        <p:nvSpPr>
          <p:cNvPr id="716" name="Google Shape;716;p67"/>
          <p:cNvSpPr txBox="1"/>
          <p:nvPr>
            <p:ph idx="4" type="subTitle"/>
          </p:nvPr>
        </p:nvSpPr>
        <p:spPr>
          <a:xfrm>
            <a:off x="3303500" y="4614750"/>
            <a:ext cx="3909900" cy="160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Subagents</a:t>
            </a:r>
            <a:endParaRPr/>
          </a:p>
        </p:txBody>
      </p:sp>
      <p:sp>
        <p:nvSpPr>
          <p:cNvPr id="717" name="Google Shape;717;p67"/>
          <p:cNvSpPr txBox="1"/>
          <p:nvPr>
            <p:ph idx="3" type="body"/>
          </p:nvPr>
        </p:nvSpPr>
        <p:spPr>
          <a:xfrm>
            <a:off x="6061399" y="1218750"/>
            <a:ext cx="2537100" cy="31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Test runners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runner subagents tend to hide the output you actually need. When tests fail, you want the full error, not “tests failed.”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showed this pattern performed worst of all configurations. You end up writing debug scripts to recover information you should have seen directly.</a:t>
            </a:r>
            <a:endParaRPr/>
          </a:p>
        </p:txBody>
      </p:sp>
      <p:sp>
        <p:nvSpPr>
          <p:cNvPr id="718" name="Google Shape;718;p67"/>
          <p:cNvSpPr txBox="1"/>
          <p:nvPr>
            <p:ph idx="12" type="sldNum"/>
          </p:nvPr>
        </p:nvSpPr>
        <p:spPr>
          <a:xfrm>
            <a:off x="8141450" y="4614725"/>
            <a:ext cx="457200" cy="16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IN3S - TEMPLATE">
  <a:themeElements>
    <a:clrScheme name="Simple Light">
      <a:dk1>
        <a:srgbClr val="131313"/>
      </a:dk1>
      <a:lt1>
        <a:srgbClr val="FFFFFF"/>
      </a:lt1>
      <a:dk2>
        <a:srgbClr val="131313"/>
      </a:dk2>
      <a:lt2>
        <a:srgbClr val="FFFFFF"/>
      </a:lt2>
      <a:accent1>
        <a:srgbClr val="FF3535"/>
      </a:accent1>
      <a:accent2>
        <a:srgbClr val="003EFF"/>
      </a:accent2>
      <a:accent3>
        <a:srgbClr val="00F789"/>
      </a:accent3>
      <a:accent4>
        <a:srgbClr val="FFF527"/>
      </a:accent4>
      <a:accent5>
        <a:srgbClr val="B883F6"/>
      </a:accent5>
      <a:accent6>
        <a:srgbClr val="00D6FF"/>
      </a:accent6>
      <a:hlink>
        <a:srgbClr val="003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