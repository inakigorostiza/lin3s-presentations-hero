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embeddedFontLst>
    <p:embeddedFont>
      <p:font typeface="Inter"/>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B500A8-5D39-4616-942E-E305811629E9}">
  <a:tblStyle styleId="{DAB500A8-5D39-4616-942E-E305811629E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975787F-176D-4D19-A15C-1BD4523DBC1E}"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Inter-bold.fntdata"/><Relationship Id="rId10" Type="http://schemas.openxmlformats.org/officeDocument/2006/relationships/slide" Target="slides/slide4.xml"/><Relationship Id="rId54" Type="http://schemas.openxmlformats.org/officeDocument/2006/relationships/font" Target="fonts/Inter-regular.fntdata"/><Relationship Id="rId13" Type="http://schemas.openxmlformats.org/officeDocument/2006/relationships/slide" Target="slides/slide7.xml"/><Relationship Id="rId57" Type="http://schemas.openxmlformats.org/officeDocument/2006/relationships/font" Target="fonts/Inter-boldItalic.fntdata"/><Relationship Id="rId12" Type="http://schemas.openxmlformats.org/officeDocument/2006/relationships/slide" Target="slides/slide6.xml"/><Relationship Id="rId56" Type="http://schemas.openxmlformats.org/officeDocument/2006/relationships/font" Target="fonts/Inter-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9e12ac71b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9e12ac71b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9e12ac71b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9e12ac71b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9e5b6a1de9_6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9e5b6a1de9_6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9e5b6a1de9_6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9e5b6a1de9_6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9e5b6a1de9_6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9e5b6a1de9_6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9b76072286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9b76072286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9b92945f2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9b92945f2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9e5b6a1de9_6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9e5b6a1de9_6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a3802f79b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a3802f79b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9e5b6a1de9_6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9e5b6a1de9_6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9e5b6a1de9_6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9e5b6a1de9_6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a3a4b8e4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a3a4b8e4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9e5b6a1de9_6_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9e5b6a1de9_6_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9e5b6a1de9_6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9e5b6a1de9_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9e5b6a1de9_6_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9e5b6a1de9_6_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9e5b6a1de9_6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9e5b6a1de9_6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9e12ac71b3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9e12ac71b3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9e5b6a1de9_6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9e5b6a1de9_6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13a71195c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13a71195c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9e5b6a1de9_6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9e5b6a1de9_6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9e5b6a1de9_6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9e5b6a1de9_6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9e5b6a1de9_6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9e5b6a1de9_6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9e5b6a1de9_6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9e5b6a1de9_6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9e5b6a1de9_6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9e5b6a1de9_6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9e5b6a1de9_6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9e5b6a1de9_6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9e5b6a1de9_6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9e5b6a1de9_6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9e5b6a1de9_6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9e5b6a1de9_6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9b76072286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9b76072286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9b92945f2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9b92945f2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9b92945f2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9b92945f2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9e5b6a1de9_6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9e5b6a1de9_6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9e5b6a1de9_6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9e5b6a1de9_6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9b76072286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9b76072286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9b76072286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9b76072286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9e12ac71b3_0_1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9e12ac71b3_0_1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9e5b6a1de9_6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9e5b6a1de9_6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9e5b6a1de9_6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9e5b6a1de9_6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9b76072286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9b76072286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9b7608dc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9b7608dc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9e5b6a1de9_6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9e5b6a1de9_6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9e12ac71b3_0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9e12ac71b3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9e12ac71b3_0_1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9e12ac71b3_0_1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9e12ac71b3_0_1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9e12ac71b3_0_1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9b76072286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9b76072286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9e5b6a1de9_6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9e5b6a1de9_6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9b76072286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9b76072286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9e12ac71b3_0_1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9e12ac71b3_0_1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COVER" type="blank">
  <p:cSld name="BLANK">
    <p:bg>
      <p:bgPr>
        <a:solidFill>
          <a:srgbClr val="131313"/>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50" y="0"/>
            <a:ext cx="9144000" cy="5143500"/>
          </a:xfrm>
          <a:prstGeom prst="rect">
            <a:avLst/>
          </a:prstGeom>
          <a:noFill/>
          <a:ln>
            <a:noFill/>
          </a:ln>
        </p:spPr>
      </p:pic>
      <p:sp>
        <p:nvSpPr>
          <p:cNvPr id="11" name="Google Shape;11;p2"/>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400"/>
              <a:buNone/>
              <a:defRPr sz="4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12" name="Google Shape;12;p2"/>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3" name="Google Shape;13;p2"/>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4" name="Google Shape;14;p2"/>
          <p:cNvCxnSpPr/>
          <p:nvPr/>
        </p:nvCxnSpPr>
        <p:spPr>
          <a:xfrm flipH="1" rot="10800000">
            <a:off x="545450" y="43879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5" name="Google Shape;15;p2"/>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algn="r">
              <a:lnSpc>
                <a:spcPct val="100000"/>
              </a:lnSpc>
              <a:spcBef>
                <a:spcPts val="0"/>
              </a:spcBef>
              <a:spcAft>
                <a:spcPts val="0"/>
              </a:spcAft>
              <a:buClr>
                <a:srgbClr val="FFFFFF"/>
              </a:buClr>
              <a:buSzPts val="800"/>
              <a:buNone/>
              <a:defRPr b="1" sz="800">
                <a:solidFill>
                  <a:srgbClr val="FFFFFF"/>
                </a:solidFill>
              </a:defRPr>
            </a:lvl1pPr>
            <a:lvl2pPr lvl="1" algn="r">
              <a:lnSpc>
                <a:spcPct val="100000"/>
              </a:lnSpc>
              <a:spcBef>
                <a:spcPts val="0"/>
              </a:spcBef>
              <a:spcAft>
                <a:spcPts val="0"/>
              </a:spcAft>
              <a:buClr>
                <a:srgbClr val="FFFFFF"/>
              </a:buClr>
              <a:buSzPts val="1000"/>
              <a:buNone/>
              <a:defRPr b="1" sz="1000">
                <a:solidFill>
                  <a:srgbClr val="FFFFFF"/>
                </a:solidFill>
              </a:defRPr>
            </a:lvl2pPr>
            <a:lvl3pPr lvl="2" algn="r">
              <a:lnSpc>
                <a:spcPct val="100000"/>
              </a:lnSpc>
              <a:spcBef>
                <a:spcPts val="0"/>
              </a:spcBef>
              <a:spcAft>
                <a:spcPts val="0"/>
              </a:spcAft>
              <a:buClr>
                <a:srgbClr val="FFFFFF"/>
              </a:buClr>
              <a:buSzPts val="1000"/>
              <a:buNone/>
              <a:defRPr b="1" sz="1000">
                <a:solidFill>
                  <a:srgbClr val="FFFFFF"/>
                </a:solidFill>
              </a:defRPr>
            </a:lvl3pPr>
            <a:lvl4pPr lvl="3" algn="r">
              <a:lnSpc>
                <a:spcPct val="100000"/>
              </a:lnSpc>
              <a:spcBef>
                <a:spcPts val="0"/>
              </a:spcBef>
              <a:spcAft>
                <a:spcPts val="0"/>
              </a:spcAft>
              <a:buClr>
                <a:srgbClr val="FFFFFF"/>
              </a:buClr>
              <a:buSzPts val="1000"/>
              <a:buNone/>
              <a:defRPr b="1" sz="1000">
                <a:solidFill>
                  <a:srgbClr val="FFFFFF"/>
                </a:solidFill>
              </a:defRPr>
            </a:lvl4pPr>
            <a:lvl5pPr lvl="4" algn="r">
              <a:lnSpc>
                <a:spcPct val="100000"/>
              </a:lnSpc>
              <a:spcBef>
                <a:spcPts val="0"/>
              </a:spcBef>
              <a:spcAft>
                <a:spcPts val="0"/>
              </a:spcAft>
              <a:buClr>
                <a:srgbClr val="FFFFFF"/>
              </a:buClr>
              <a:buSzPts val="1000"/>
              <a:buNone/>
              <a:defRPr b="1" sz="1000">
                <a:solidFill>
                  <a:srgbClr val="FFFFFF"/>
                </a:solidFill>
              </a:defRPr>
            </a:lvl5pPr>
            <a:lvl6pPr lvl="5" algn="r">
              <a:lnSpc>
                <a:spcPct val="100000"/>
              </a:lnSpc>
              <a:spcBef>
                <a:spcPts val="0"/>
              </a:spcBef>
              <a:spcAft>
                <a:spcPts val="0"/>
              </a:spcAft>
              <a:buClr>
                <a:srgbClr val="FFFFFF"/>
              </a:buClr>
              <a:buSzPts val="1000"/>
              <a:buNone/>
              <a:defRPr b="1" sz="1000">
                <a:solidFill>
                  <a:srgbClr val="FFFFFF"/>
                </a:solidFill>
              </a:defRPr>
            </a:lvl6pPr>
            <a:lvl7pPr lvl="6" algn="r">
              <a:lnSpc>
                <a:spcPct val="100000"/>
              </a:lnSpc>
              <a:spcBef>
                <a:spcPts val="0"/>
              </a:spcBef>
              <a:spcAft>
                <a:spcPts val="0"/>
              </a:spcAft>
              <a:buClr>
                <a:srgbClr val="FFFFFF"/>
              </a:buClr>
              <a:buSzPts val="1000"/>
              <a:buNone/>
              <a:defRPr b="1" sz="1000">
                <a:solidFill>
                  <a:srgbClr val="FFFFFF"/>
                </a:solidFill>
              </a:defRPr>
            </a:lvl7pPr>
            <a:lvl8pPr lvl="7" algn="r">
              <a:lnSpc>
                <a:spcPct val="100000"/>
              </a:lnSpc>
              <a:spcBef>
                <a:spcPts val="0"/>
              </a:spcBef>
              <a:spcAft>
                <a:spcPts val="0"/>
              </a:spcAft>
              <a:buClr>
                <a:srgbClr val="FFFFFF"/>
              </a:buClr>
              <a:buSzPts val="1000"/>
              <a:buNone/>
              <a:defRPr b="1" sz="1000">
                <a:solidFill>
                  <a:srgbClr val="FFFFFF"/>
                </a:solidFill>
              </a:defRPr>
            </a:lvl8pPr>
            <a:lvl9pPr lvl="8" algn="r">
              <a:lnSpc>
                <a:spcPct val="100000"/>
              </a:lnSpc>
              <a:spcBef>
                <a:spcPts val="0"/>
              </a:spcBef>
              <a:spcAft>
                <a:spcPts val="0"/>
              </a:spcAft>
              <a:buClr>
                <a:srgbClr val="FFFFFF"/>
              </a:buClr>
              <a:buSzPts val="1000"/>
              <a:buNone/>
              <a:defRPr b="1" sz="1000">
                <a:solidFill>
                  <a:srgbClr val="FFFFFF"/>
                </a:solidFill>
              </a:defRPr>
            </a:lvl9pPr>
          </a:lstStyle>
          <a:p/>
        </p:txBody>
      </p:sp>
      <p:sp>
        <p:nvSpPr>
          <p:cNvPr id="16" name="Google Shape;16;p2"/>
          <p:cNvSpPr txBox="1"/>
          <p:nvPr>
            <p:ph idx="2" type="subTitle"/>
          </p:nvPr>
        </p:nvSpPr>
        <p:spPr>
          <a:xfrm>
            <a:off x="4688725"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7" name="Google Shape;17;p2"/>
          <p:cNvSpPr txBox="1"/>
          <p:nvPr>
            <p:ph idx="3" type="subTitle"/>
          </p:nvPr>
        </p:nvSpPr>
        <p:spPr>
          <a:xfrm>
            <a:off x="545450"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8" name="Google Shape;18;p2"/>
          <p:cNvSpPr txBox="1"/>
          <p:nvPr>
            <p:ph idx="4"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19" name="Google Shape;19;p2"/>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20" name="Google Shape;20;p2"/>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21" name="Google Shape;21;p2"/>
          <p:cNvPicPr preferRelativeResize="0"/>
          <p:nvPr/>
        </p:nvPicPr>
        <p:blipFill>
          <a:blip r:embed="rId3">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1 - black">
  <p:cSld name="BLANK_4">
    <p:bg>
      <p:bgPr>
        <a:solidFill>
          <a:srgbClr val="131313"/>
        </a:solidFill>
      </p:bgPr>
    </p:bg>
    <p:spTree>
      <p:nvGrpSpPr>
        <p:cNvPr id="22" name="Shape 22"/>
        <p:cNvGrpSpPr/>
        <p:nvPr/>
      </p:nvGrpSpPr>
      <p:grpSpPr>
        <a:xfrm>
          <a:off x="0" y="0"/>
          <a:ext cx="0" cy="0"/>
          <a:chOff x="0" y="0"/>
          <a:chExt cx="0" cy="0"/>
        </a:xfrm>
      </p:grpSpPr>
      <p:pic>
        <p:nvPicPr>
          <p:cNvPr id="23" name="Google Shape;23;p3"/>
          <p:cNvPicPr preferRelativeResize="0"/>
          <p:nvPr/>
        </p:nvPicPr>
        <p:blipFill>
          <a:blip r:embed="rId2">
            <a:alphaModFix/>
          </a:blip>
          <a:stretch>
            <a:fillRect/>
          </a:stretch>
        </p:blipFill>
        <p:spPr>
          <a:xfrm>
            <a:off x="50" y="0"/>
            <a:ext cx="9144000" cy="5143500"/>
          </a:xfrm>
          <a:prstGeom prst="rect">
            <a:avLst/>
          </a:prstGeom>
          <a:noFill/>
          <a:ln>
            <a:noFill/>
          </a:ln>
        </p:spPr>
      </p:pic>
      <p:sp>
        <p:nvSpPr>
          <p:cNvPr id="24" name="Google Shape;24;p3"/>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400"/>
              <a:buNone/>
              <a:defRPr sz="4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25" name="Google Shape;25;p3"/>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26" name="Google Shape;26;p3"/>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7" name="Google Shape;27;p3"/>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cxnSp>
        <p:nvCxnSpPr>
          <p:cNvPr id="28" name="Google Shape;28;p3"/>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9" name="Google Shape;29;p3"/>
          <p:cNvSpPr txBox="1"/>
          <p:nvPr>
            <p:ph idx="2"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pic>
        <p:nvPicPr>
          <p:cNvPr id="30" name="Google Shape;30;p3"/>
          <p:cNvPicPr preferRelativeResize="0"/>
          <p:nvPr/>
        </p:nvPicPr>
        <p:blipFill>
          <a:blip r:embed="rId3">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1">
  <p:cSld name="BLANK_4_1">
    <p:bg>
      <p:bgPr>
        <a:solidFill>
          <a:schemeClr val="lt1"/>
        </a:solidFill>
      </p:bgPr>
    </p:bg>
    <p:spTree>
      <p:nvGrpSpPr>
        <p:cNvPr id="31" name="Shape 31"/>
        <p:cNvGrpSpPr/>
        <p:nvPr/>
      </p:nvGrpSpPr>
      <p:grpSpPr>
        <a:xfrm>
          <a:off x="0" y="0"/>
          <a:ext cx="0" cy="0"/>
          <a:chOff x="0" y="0"/>
          <a:chExt cx="0" cy="0"/>
        </a:xfrm>
      </p:grpSpPr>
      <p:sp>
        <p:nvSpPr>
          <p:cNvPr id="32" name="Google Shape;32;p4"/>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4400"/>
              <a:buNone/>
              <a:defRPr sz="4400">
                <a:solidFill>
                  <a:schemeClr val="dk1"/>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33" name="Google Shape;33;p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4" name="Google Shape;34;p4"/>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5" name="Google Shape;35;p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6" name="Google Shape;36;p4"/>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sp>
        <p:nvSpPr>
          <p:cNvPr id="37" name="Google Shape;37;p4"/>
          <p:cNvSpPr txBox="1"/>
          <p:nvPr>
            <p:ph idx="2"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pic>
        <p:nvPicPr>
          <p:cNvPr id="38" name="Google Shape;38;p4"/>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XX - END">
  <p:cSld name="BLANK_3">
    <p:bg>
      <p:bgPr>
        <a:solidFill>
          <a:srgbClr val="131313"/>
        </a:solidFill>
      </p:bgPr>
    </p:bg>
    <p:spTree>
      <p:nvGrpSpPr>
        <p:cNvPr id="39" name="Shape 39"/>
        <p:cNvGrpSpPr/>
        <p:nvPr/>
      </p:nvGrpSpPr>
      <p:grpSpPr>
        <a:xfrm>
          <a:off x="0" y="0"/>
          <a:ext cx="0" cy="0"/>
          <a:chOff x="0" y="0"/>
          <a:chExt cx="0" cy="0"/>
        </a:xfrm>
      </p:grpSpPr>
      <p:pic>
        <p:nvPicPr>
          <p:cNvPr id="40" name="Google Shape;40;p5"/>
          <p:cNvPicPr preferRelativeResize="0"/>
          <p:nvPr/>
        </p:nvPicPr>
        <p:blipFill>
          <a:blip r:embed="rId2">
            <a:alphaModFix/>
          </a:blip>
          <a:stretch>
            <a:fillRect/>
          </a:stretch>
        </p:blipFill>
        <p:spPr>
          <a:xfrm>
            <a:off x="50" y="0"/>
            <a:ext cx="9144000" cy="5143500"/>
          </a:xfrm>
          <a:prstGeom prst="rect">
            <a:avLst/>
          </a:prstGeom>
          <a:noFill/>
          <a:ln>
            <a:noFill/>
          </a:ln>
        </p:spPr>
      </p:pic>
      <p:sp>
        <p:nvSpPr>
          <p:cNvPr id="41" name="Google Shape;41;p5"/>
          <p:cNvSpPr txBox="1"/>
          <p:nvPr>
            <p:ph type="ctrTitle"/>
          </p:nvPr>
        </p:nvSpPr>
        <p:spPr>
          <a:xfrm>
            <a:off x="545450" y="1448400"/>
            <a:ext cx="5295300" cy="2470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400"/>
              <a:buNone/>
              <a:defRPr sz="4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42" name="Google Shape;42;p5"/>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43" name="Google Shape;43;p5"/>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44" name="Google Shape;44;p5"/>
          <p:cNvCxnSpPr/>
          <p:nvPr/>
        </p:nvCxnSpPr>
        <p:spPr>
          <a:xfrm>
            <a:off x="6527025" y="846400"/>
            <a:ext cx="0" cy="3541800"/>
          </a:xfrm>
          <a:prstGeom prst="straightConnector1">
            <a:avLst/>
          </a:prstGeom>
          <a:noFill/>
          <a:ln cap="flat" cmpd="sng" w="9525">
            <a:solidFill>
              <a:srgbClr val="FFFFFF"/>
            </a:solidFill>
            <a:prstDash val="solid"/>
            <a:round/>
            <a:headEnd len="med" w="med" type="none"/>
            <a:tailEnd len="med" w="med" type="none"/>
          </a:ln>
        </p:spPr>
      </p:cxnSp>
      <p:sp>
        <p:nvSpPr>
          <p:cNvPr id="45" name="Google Shape;45;p5"/>
          <p:cNvSpPr txBox="1"/>
          <p:nvPr>
            <p:ph idx="1" type="body"/>
          </p:nvPr>
        </p:nvSpPr>
        <p:spPr>
          <a:xfrm>
            <a:off x="6760350" y="1526688"/>
            <a:ext cx="1838100" cy="23436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1000"/>
              </a:spcBef>
              <a:spcAft>
                <a:spcPts val="0"/>
              </a:spcAft>
              <a:buClr>
                <a:srgbClr val="FFFFFF"/>
              </a:buClr>
              <a:buSzPts val="800"/>
              <a:buChar char="○"/>
              <a:defRPr sz="800">
                <a:solidFill>
                  <a:srgbClr val="FFFFFF"/>
                </a:solidFill>
              </a:defRPr>
            </a:lvl2pPr>
            <a:lvl3pPr indent="-279400" lvl="2" marL="1371600" rtl="0">
              <a:lnSpc>
                <a:spcPct val="100000"/>
              </a:lnSpc>
              <a:spcBef>
                <a:spcPts val="1000"/>
              </a:spcBef>
              <a:spcAft>
                <a:spcPts val="0"/>
              </a:spcAft>
              <a:buClr>
                <a:srgbClr val="FFFFFF"/>
              </a:buClr>
              <a:buSzPts val="800"/>
              <a:buChar char="■"/>
              <a:defRPr sz="800">
                <a:solidFill>
                  <a:srgbClr val="FFFFFF"/>
                </a:solidFill>
              </a:defRPr>
            </a:lvl3pPr>
            <a:lvl4pPr indent="-279400" lvl="3" marL="1828800" rtl="0">
              <a:lnSpc>
                <a:spcPct val="100000"/>
              </a:lnSpc>
              <a:spcBef>
                <a:spcPts val="1000"/>
              </a:spcBef>
              <a:spcAft>
                <a:spcPts val="0"/>
              </a:spcAft>
              <a:buClr>
                <a:srgbClr val="FFFFFF"/>
              </a:buClr>
              <a:buSzPts val="800"/>
              <a:buChar char="●"/>
              <a:defRPr sz="800">
                <a:solidFill>
                  <a:srgbClr val="FFFFFF"/>
                </a:solidFill>
              </a:defRPr>
            </a:lvl4pPr>
            <a:lvl5pPr indent="-279400" lvl="4" marL="2286000" rtl="0">
              <a:lnSpc>
                <a:spcPct val="100000"/>
              </a:lnSpc>
              <a:spcBef>
                <a:spcPts val="1000"/>
              </a:spcBef>
              <a:spcAft>
                <a:spcPts val="0"/>
              </a:spcAft>
              <a:buClr>
                <a:srgbClr val="FFFFFF"/>
              </a:buClr>
              <a:buSzPts val="800"/>
              <a:buChar char="○"/>
              <a:defRPr sz="800">
                <a:solidFill>
                  <a:srgbClr val="FFFFFF"/>
                </a:solidFill>
              </a:defRPr>
            </a:lvl5pPr>
            <a:lvl6pPr indent="-279400" lvl="5" marL="2743200" rtl="0">
              <a:lnSpc>
                <a:spcPct val="100000"/>
              </a:lnSpc>
              <a:spcBef>
                <a:spcPts val="1000"/>
              </a:spcBef>
              <a:spcAft>
                <a:spcPts val="0"/>
              </a:spcAft>
              <a:buClr>
                <a:srgbClr val="FFFFFF"/>
              </a:buClr>
              <a:buSzPts val="800"/>
              <a:buChar char="■"/>
              <a:defRPr sz="800">
                <a:solidFill>
                  <a:srgbClr val="FFFFFF"/>
                </a:solidFill>
              </a:defRPr>
            </a:lvl6pPr>
            <a:lvl7pPr indent="-279400" lvl="6" marL="3200400" rtl="0">
              <a:lnSpc>
                <a:spcPct val="100000"/>
              </a:lnSpc>
              <a:spcBef>
                <a:spcPts val="1000"/>
              </a:spcBef>
              <a:spcAft>
                <a:spcPts val="0"/>
              </a:spcAft>
              <a:buClr>
                <a:srgbClr val="FFFFFF"/>
              </a:buClr>
              <a:buSzPts val="800"/>
              <a:buChar char="●"/>
              <a:defRPr sz="800">
                <a:solidFill>
                  <a:srgbClr val="FFFFFF"/>
                </a:solidFill>
              </a:defRPr>
            </a:lvl7pPr>
            <a:lvl8pPr indent="-279400" lvl="7" marL="3657600" rtl="0">
              <a:lnSpc>
                <a:spcPct val="100000"/>
              </a:lnSpc>
              <a:spcBef>
                <a:spcPts val="1000"/>
              </a:spcBef>
              <a:spcAft>
                <a:spcPts val="0"/>
              </a:spcAft>
              <a:buClr>
                <a:srgbClr val="FFFFFF"/>
              </a:buClr>
              <a:buSzPts val="800"/>
              <a:buChar char="○"/>
              <a:defRPr sz="800">
                <a:solidFill>
                  <a:srgbClr val="FFFFFF"/>
                </a:solidFill>
              </a:defRPr>
            </a:lvl8pPr>
            <a:lvl9pPr indent="-279400" lvl="8" marL="4114800" rtl="0">
              <a:lnSpc>
                <a:spcPct val="100000"/>
              </a:lnSpc>
              <a:spcBef>
                <a:spcPts val="1000"/>
              </a:spcBef>
              <a:spcAft>
                <a:spcPts val="1000"/>
              </a:spcAft>
              <a:buClr>
                <a:srgbClr val="FFFFFF"/>
              </a:buClr>
              <a:buSzPts val="800"/>
              <a:buChar char="■"/>
              <a:defRPr sz="800">
                <a:solidFill>
                  <a:srgbClr val="FFFFFF"/>
                </a:solidFill>
              </a:defRPr>
            </a:lvl9pPr>
          </a:lstStyle>
          <a:p/>
        </p:txBody>
      </p:sp>
      <p:cxnSp>
        <p:nvCxnSpPr>
          <p:cNvPr id="46" name="Google Shape;46;p5"/>
          <p:cNvCxnSpPr/>
          <p:nvPr/>
        </p:nvCxnSpPr>
        <p:spPr>
          <a:xfrm flipH="1" rot="10800000">
            <a:off x="545450" y="43879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47" name="Google Shape;47;p5"/>
          <p:cNvSpPr txBox="1"/>
          <p:nvPr>
            <p:ph idx="2"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sp>
        <p:nvSpPr>
          <p:cNvPr id="48" name="Google Shape;48;p5"/>
          <p:cNvSpPr txBox="1"/>
          <p:nvPr>
            <p:ph idx="3" type="subTitle"/>
          </p:nvPr>
        </p:nvSpPr>
        <p:spPr>
          <a:xfrm>
            <a:off x="4688725"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49" name="Google Shape;49;p5"/>
          <p:cNvSpPr txBox="1"/>
          <p:nvPr>
            <p:ph idx="4" type="subTitle"/>
          </p:nvPr>
        </p:nvSpPr>
        <p:spPr>
          <a:xfrm>
            <a:off x="545450"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0" name="Google Shape;50;p5"/>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51" name="Google Shape;51;p5"/>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52" name="Google Shape;52;p5"/>
          <p:cNvPicPr preferRelativeResize="0"/>
          <p:nvPr/>
        </p:nvPicPr>
        <p:blipFill>
          <a:blip r:embed="rId3">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OVER">
  <p:cSld name="BLANK_2">
    <p:bg>
      <p:bgPr>
        <a:solidFill>
          <a:srgbClr val="131313"/>
        </a:solidFill>
      </p:bgPr>
    </p:bg>
    <p:spTree>
      <p:nvGrpSpPr>
        <p:cNvPr id="53" name="Shape 53"/>
        <p:cNvGrpSpPr/>
        <p:nvPr/>
      </p:nvGrpSpPr>
      <p:grpSpPr>
        <a:xfrm>
          <a:off x="0" y="0"/>
          <a:ext cx="0" cy="0"/>
          <a:chOff x="0" y="0"/>
          <a:chExt cx="0" cy="0"/>
        </a:xfrm>
      </p:grpSpPr>
      <p:sp>
        <p:nvSpPr>
          <p:cNvPr id="54" name="Google Shape;54;p6"/>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55" name="Google Shape;55;p6"/>
          <p:cNvCxnSpPr/>
          <p:nvPr/>
        </p:nvCxnSpPr>
        <p:spPr>
          <a:xfrm flipH="1" rot="10800000">
            <a:off x="545450"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56" name="Google Shape;56;p6"/>
          <p:cNvCxnSpPr/>
          <p:nvPr/>
        </p:nvCxnSpPr>
        <p:spPr>
          <a:xfrm flipH="1" rot="10800000">
            <a:off x="545450"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57" name="Google Shape;57;p6"/>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sp>
        <p:nvSpPr>
          <p:cNvPr id="58" name="Google Shape;58;p6"/>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cxnSp>
        <p:nvCxnSpPr>
          <p:cNvPr id="59" name="Google Shape;59;p6"/>
          <p:cNvCxnSpPr/>
          <p:nvPr/>
        </p:nvCxnSpPr>
        <p:spPr>
          <a:xfrm>
            <a:off x="545450" y="4394822"/>
            <a:ext cx="3912300" cy="0"/>
          </a:xfrm>
          <a:prstGeom prst="straightConnector1">
            <a:avLst/>
          </a:prstGeom>
          <a:noFill/>
          <a:ln cap="flat" cmpd="sng" w="9525">
            <a:solidFill>
              <a:srgbClr val="FFFFFF"/>
            </a:solidFill>
            <a:prstDash val="solid"/>
            <a:round/>
            <a:headEnd len="med" w="med" type="none"/>
            <a:tailEnd len="med" w="med" type="none"/>
          </a:ln>
        </p:spPr>
      </p:cxnSp>
      <p:sp>
        <p:nvSpPr>
          <p:cNvPr id="60" name="Google Shape;60;p6"/>
          <p:cNvSpPr txBox="1"/>
          <p:nvPr>
            <p:ph idx="3" type="subTitle"/>
          </p:nvPr>
        </p:nvSpPr>
        <p:spPr>
          <a:xfrm>
            <a:off x="545450"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61" name="Google Shape;61;p6"/>
          <p:cNvSpPr txBox="1"/>
          <p:nvPr>
            <p:ph idx="4" type="subTitle"/>
          </p:nvPr>
        </p:nvSpPr>
        <p:spPr>
          <a:xfrm>
            <a:off x="545450"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62" name="Google Shape;62;p6"/>
          <p:cNvSpPr txBox="1"/>
          <p:nvPr>
            <p:ph idx="5" type="subTitle"/>
          </p:nvPr>
        </p:nvSpPr>
        <p:spPr>
          <a:xfrm>
            <a:off x="2617088"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63" name="Google Shape;63;p6"/>
          <p:cNvSpPr txBox="1"/>
          <p:nvPr>
            <p:ph idx="6" type="subTitle"/>
          </p:nvPr>
        </p:nvSpPr>
        <p:spPr>
          <a:xfrm>
            <a:off x="2617088"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64" name="Google Shape;64;p6"/>
          <p:cNvPicPr preferRelativeResize="0"/>
          <p:nvPr/>
        </p:nvPicPr>
        <p:blipFill>
          <a:blip r:embed="rId2">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2 - black">
  <p:cSld name="BLANK_2_2">
    <p:bg>
      <p:bgPr>
        <a:solidFill>
          <a:srgbClr val="131313"/>
        </a:solidFill>
      </p:bgPr>
    </p:bg>
    <p:spTree>
      <p:nvGrpSpPr>
        <p:cNvPr id="65" name="Shape 65"/>
        <p:cNvGrpSpPr/>
        <p:nvPr/>
      </p:nvGrpSpPr>
      <p:grpSpPr>
        <a:xfrm>
          <a:off x="0" y="0"/>
          <a:ext cx="0" cy="0"/>
          <a:chOff x="0" y="0"/>
          <a:chExt cx="0" cy="0"/>
        </a:xfrm>
      </p:grpSpPr>
      <p:sp>
        <p:nvSpPr>
          <p:cNvPr id="66" name="Google Shape;66;p7"/>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67" name="Google Shape;67;p7"/>
          <p:cNvCxnSpPr/>
          <p:nvPr/>
        </p:nvCxnSpPr>
        <p:spPr>
          <a:xfrm flipH="1" rot="10800000">
            <a:off x="545450"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68" name="Google Shape;68;p7"/>
          <p:cNvCxnSpPr/>
          <p:nvPr/>
        </p:nvCxnSpPr>
        <p:spPr>
          <a:xfrm flipH="1" rot="10800000">
            <a:off x="545450"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69" name="Google Shape;69;p7"/>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cxnSp>
        <p:nvCxnSpPr>
          <p:cNvPr id="70" name="Google Shape;70;p7"/>
          <p:cNvCxnSpPr/>
          <p:nvPr/>
        </p:nvCxnSpPr>
        <p:spPr>
          <a:xfrm>
            <a:off x="545450" y="4555322"/>
            <a:ext cx="3912600" cy="0"/>
          </a:xfrm>
          <a:prstGeom prst="straightConnector1">
            <a:avLst/>
          </a:prstGeom>
          <a:noFill/>
          <a:ln cap="flat" cmpd="sng" w="9525">
            <a:solidFill>
              <a:srgbClr val="FFFFFF"/>
            </a:solidFill>
            <a:prstDash val="solid"/>
            <a:round/>
            <a:headEnd len="med" w="med" type="none"/>
            <a:tailEnd len="med" w="med" type="none"/>
          </a:ln>
        </p:spPr>
      </p:cxnSp>
      <p:sp>
        <p:nvSpPr>
          <p:cNvPr id="71" name="Google Shape;71;p7"/>
          <p:cNvSpPr txBox="1"/>
          <p:nvPr>
            <p:ph idx="2"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pic>
        <p:nvPicPr>
          <p:cNvPr id="72" name="Google Shape;72;p7"/>
          <p:cNvPicPr preferRelativeResize="0"/>
          <p:nvPr/>
        </p:nvPicPr>
        <p:blipFill>
          <a:blip r:embed="rId2">
            <a:alphaModFix/>
          </a:blip>
          <a:stretch>
            <a:fillRect/>
          </a:stretch>
        </p:blipFill>
        <p:spPr>
          <a:xfrm>
            <a:off x="545450" y="525370"/>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3 - black">
  <p:cSld name="BLANK_2_2_2">
    <p:bg>
      <p:bgPr>
        <a:solidFill>
          <a:srgbClr val="131313"/>
        </a:solidFill>
      </p:bgPr>
    </p:bg>
    <p:spTree>
      <p:nvGrpSpPr>
        <p:cNvPr id="73" name="Shape 73"/>
        <p:cNvGrpSpPr/>
        <p:nvPr/>
      </p:nvGrpSpPr>
      <p:grpSpPr>
        <a:xfrm>
          <a:off x="0" y="0"/>
          <a:ext cx="0" cy="0"/>
          <a:chOff x="0" y="0"/>
          <a:chExt cx="0" cy="0"/>
        </a:xfrm>
      </p:grpSpPr>
      <p:sp>
        <p:nvSpPr>
          <p:cNvPr id="74" name="Google Shape;74;p8"/>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75" name="Google Shape;75;p8"/>
          <p:cNvCxnSpPr/>
          <p:nvPr/>
        </p:nvCxnSpPr>
        <p:spPr>
          <a:xfrm flipH="1" rot="10800000">
            <a:off x="4688725"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76" name="Google Shape;76;p8"/>
          <p:cNvCxnSpPr/>
          <p:nvPr/>
        </p:nvCxnSpPr>
        <p:spPr>
          <a:xfrm flipH="1" rot="10800000">
            <a:off x="4688725"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77" name="Google Shape;77;p8"/>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cxnSp>
        <p:nvCxnSpPr>
          <p:cNvPr id="78" name="Google Shape;78;p8"/>
          <p:cNvCxnSpPr/>
          <p:nvPr/>
        </p:nvCxnSpPr>
        <p:spPr>
          <a:xfrm>
            <a:off x="4688725" y="4555322"/>
            <a:ext cx="3912600" cy="0"/>
          </a:xfrm>
          <a:prstGeom prst="straightConnector1">
            <a:avLst/>
          </a:prstGeom>
          <a:noFill/>
          <a:ln cap="flat" cmpd="sng" w="9525">
            <a:solidFill>
              <a:srgbClr val="FFFFFF"/>
            </a:solidFill>
            <a:prstDash val="solid"/>
            <a:round/>
            <a:headEnd len="med" w="med" type="none"/>
            <a:tailEnd len="med" w="med" type="none"/>
          </a:ln>
        </p:spPr>
      </p:cxnSp>
      <p:sp>
        <p:nvSpPr>
          <p:cNvPr id="79" name="Google Shape;79;p8"/>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pic>
        <p:nvPicPr>
          <p:cNvPr id="80" name="Google Shape;80;p8"/>
          <p:cNvPicPr preferRelativeResize="0"/>
          <p:nvPr/>
        </p:nvPicPr>
        <p:blipFill>
          <a:blip r:embed="rId2">
            <a:alphaModFix/>
          </a:blip>
          <a:stretch>
            <a:fillRect/>
          </a:stretch>
        </p:blipFill>
        <p:spPr>
          <a:xfrm>
            <a:off x="4691325" y="525445"/>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2">
  <p:cSld name="BLANK_2_2_1">
    <p:bg>
      <p:bgPr>
        <a:solidFill>
          <a:schemeClr val="lt1"/>
        </a:solidFill>
      </p:bgPr>
    </p:bg>
    <p:spTree>
      <p:nvGrpSpPr>
        <p:cNvPr id="81" name="Shape 81"/>
        <p:cNvGrpSpPr/>
        <p:nvPr/>
      </p:nvGrpSpPr>
      <p:grpSpPr>
        <a:xfrm>
          <a:off x="0" y="0"/>
          <a:ext cx="0" cy="0"/>
          <a:chOff x="0" y="0"/>
          <a:chExt cx="0" cy="0"/>
        </a:xfrm>
      </p:grpSpPr>
      <p:sp>
        <p:nvSpPr>
          <p:cNvPr id="82" name="Google Shape;82;p9"/>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400"/>
              <a:buNone/>
              <a:defRPr sz="3400">
                <a:solidFill>
                  <a:schemeClr val="dk1"/>
                </a:solidFill>
              </a:defRPr>
            </a:lvl1pPr>
            <a:lvl2pPr lvl="1" rtl="0">
              <a:spcBef>
                <a:spcPts val="0"/>
              </a:spcBef>
              <a:spcAft>
                <a:spcPts val="0"/>
              </a:spcAft>
              <a:buClr>
                <a:schemeClr val="dk1"/>
              </a:buClr>
              <a:buSzPts val="4400"/>
              <a:buNone/>
              <a:defRPr sz="4400">
                <a:solidFill>
                  <a:schemeClr val="dk1"/>
                </a:solidFill>
              </a:defRPr>
            </a:lvl2pPr>
            <a:lvl3pPr lvl="2" rtl="0">
              <a:spcBef>
                <a:spcPts val="0"/>
              </a:spcBef>
              <a:spcAft>
                <a:spcPts val="0"/>
              </a:spcAft>
              <a:buClr>
                <a:schemeClr val="dk1"/>
              </a:buClr>
              <a:buSzPts val="4400"/>
              <a:buNone/>
              <a:defRPr sz="4400">
                <a:solidFill>
                  <a:schemeClr val="dk1"/>
                </a:solidFill>
              </a:defRPr>
            </a:lvl3pPr>
            <a:lvl4pPr lvl="3" rtl="0">
              <a:spcBef>
                <a:spcPts val="0"/>
              </a:spcBef>
              <a:spcAft>
                <a:spcPts val="0"/>
              </a:spcAft>
              <a:buClr>
                <a:schemeClr val="dk1"/>
              </a:buClr>
              <a:buSzPts val="4400"/>
              <a:buNone/>
              <a:defRPr sz="4400">
                <a:solidFill>
                  <a:schemeClr val="dk1"/>
                </a:solidFill>
              </a:defRPr>
            </a:lvl4pPr>
            <a:lvl5pPr lvl="4" rtl="0">
              <a:spcBef>
                <a:spcPts val="0"/>
              </a:spcBef>
              <a:spcAft>
                <a:spcPts val="0"/>
              </a:spcAft>
              <a:buClr>
                <a:schemeClr val="dk1"/>
              </a:buClr>
              <a:buSzPts val="4400"/>
              <a:buNone/>
              <a:defRPr sz="4400">
                <a:solidFill>
                  <a:schemeClr val="dk1"/>
                </a:solidFill>
              </a:defRPr>
            </a:lvl5pPr>
            <a:lvl6pPr lvl="5" rtl="0">
              <a:spcBef>
                <a:spcPts val="0"/>
              </a:spcBef>
              <a:spcAft>
                <a:spcPts val="0"/>
              </a:spcAft>
              <a:buClr>
                <a:schemeClr val="dk1"/>
              </a:buClr>
              <a:buSzPts val="4400"/>
              <a:buNone/>
              <a:defRPr sz="4400">
                <a:solidFill>
                  <a:schemeClr val="dk1"/>
                </a:solidFill>
              </a:defRPr>
            </a:lvl6pPr>
            <a:lvl7pPr lvl="6" rtl="0">
              <a:spcBef>
                <a:spcPts val="0"/>
              </a:spcBef>
              <a:spcAft>
                <a:spcPts val="0"/>
              </a:spcAft>
              <a:buClr>
                <a:schemeClr val="dk1"/>
              </a:buClr>
              <a:buSzPts val="4400"/>
              <a:buNone/>
              <a:defRPr sz="4400">
                <a:solidFill>
                  <a:schemeClr val="dk1"/>
                </a:solidFill>
              </a:defRPr>
            </a:lvl7pPr>
            <a:lvl8pPr lvl="7" rtl="0">
              <a:spcBef>
                <a:spcPts val="0"/>
              </a:spcBef>
              <a:spcAft>
                <a:spcPts val="0"/>
              </a:spcAft>
              <a:buClr>
                <a:schemeClr val="dk1"/>
              </a:buClr>
              <a:buSzPts val="4400"/>
              <a:buNone/>
              <a:defRPr sz="4400">
                <a:solidFill>
                  <a:schemeClr val="dk1"/>
                </a:solidFill>
              </a:defRPr>
            </a:lvl8pPr>
            <a:lvl9pPr lvl="8" rtl="0">
              <a:spcBef>
                <a:spcPts val="0"/>
              </a:spcBef>
              <a:spcAft>
                <a:spcPts val="0"/>
              </a:spcAft>
              <a:buClr>
                <a:schemeClr val="dk1"/>
              </a:buClr>
              <a:buSzPts val="4400"/>
              <a:buNone/>
              <a:defRPr sz="4400">
                <a:solidFill>
                  <a:schemeClr val="dk1"/>
                </a:solidFill>
              </a:defRPr>
            </a:lvl9pPr>
          </a:lstStyle>
          <a:p/>
        </p:txBody>
      </p:sp>
      <p:cxnSp>
        <p:nvCxnSpPr>
          <p:cNvPr id="83" name="Google Shape;83;p9"/>
          <p:cNvCxnSpPr/>
          <p:nvPr/>
        </p:nvCxnSpPr>
        <p:spPr>
          <a:xfrm>
            <a:off x="545450" y="4555322"/>
            <a:ext cx="3912600" cy="0"/>
          </a:xfrm>
          <a:prstGeom prst="straightConnector1">
            <a:avLst/>
          </a:prstGeom>
          <a:noFill/>
          <a:ln cap="flat" cmpd="sng" w="9525">
            <a:solidFill>
              <a:schemeClr val="dk1"/>
            </a:solidFill>
            <a:prstDash val="solid"/>
            <a:round/>
            <a:headEnd len="med" w="med" type="none"/>
            <a:tailEnd len="med" w="med" type="none"/>
          </a:ln>
        </p:spPr>
      </p:cxnSp>
      <p:sp>
        <p:nvSpPr>
          <p:cNvPr id="84" name="Google Shape;84;p9"/>
          <p:cNvSpPr txBox="1"/>
          <p:nvPr>
            <p:ph idx="1" type="subTitle"/>
          </p:nvPr>
        </p:nvSpPr>
        <p:spPr>
          <a:xfrm>
            <a:off x="54545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cxnSp>
        <p:nvCxnSpPr>
          <p:cNvPr id="85" name="Google Shape;85;p9"/>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86" name="Google Shape;86;p9"/>
          <p:cNvCxnSpPr/>
          <p:nvPr/>
        </p:nvCxnSpPr>
        <p:spPr>
          <a:xfrm flipH="1" rot="10800000">
            <a:off x="545450" y="8428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87" name="Google Shape;87;p9"/>
          <p:cNvSpPr txBox="1"/>
          <p:nvPr>
            <p:ph idx="2"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pic>
        <p:nvPicPr>
          <p:cNvPr id="88" name="Google Shape;88;p9"/>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03">
  <p:cSld name="BLANK_2_2_1_1">
    <p:bg>
      <p:bgPr>
        <a:solidFill>
          <a:schemeClr val="lt1"/>
        </a:solidFill>
      </p:bgPr>
    </p:bg>
    <p:spTree>
      <p:nvGrpSpPr>
        <p:cNvPr id="89" name="Shape 89"/>
        <p:cNvGrpSpPr/>
        <p:nvPr/>
      </p:nvGrpSpPr>
      <p:grpSpPr>
        <a:xfrm>
          <a:off x="0" y="0"/>
          <a:ext cx="0" cy="0"/>
          <a:chOff x="0" y="0"/>
          <a:chExt cx="0" cy="0"/>
        </a:xfrm>
      </p:grpSpPr>
      <p:sp>
        <p:nvSpPr>
          <p:cNvPr id="90" name="Google Shape;90;p10"/>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400"/>
              <a:buNone/>
              <a:defRPr sz="3400">
                <a:solidFill>
                  <a:schemeClr val="dk1"/>
                </a:solidFill>
              </a:defRPr>
            </a:lvl1pPr>
            <a:lvl2pPr lvl="1" rtl="0">
              <a:spcBef>
                <a:spcPts val="0"/>
              </a:spcBef>
              <a:spcAft>
                <a:spcPts val="0"/>
              </a:spcAft>
              <a:buClr>
                <a:schemeClr val="dk1"/>
              </a:buClr>
              <a:buSzPts val="4400"/>
              <a:buNone/>
              <a:defRPr sz="4400">
                <a:solidFill>
                  <a:schemeClr val="dk1"/>
                </a:solidFill>
              </a:defRPr>
            </a:lvl2pPr>
            <a:lvl3pPr lvl="2" rtl="0">
              <a:spcBef>
                <a:spcPts val="0"/>
              </a:spcBef>
              <a:spcAft>
                <a:spcPts val="0"/>
              </a:spcAft>
              <a:buClr>
                <a:schemeClr val="dk1"/>
              </a:buClr>
              <a:buSzPts val="4400"/>
              <a:buNone/>
              <a:defRPr sz="4400">
                <a:solidFill>
                  <a:schemeClr val="dk1"/>
                </a:solidFill>
              </a:defRPr>
            </a:lvl3pPr>
            <a:lvl4pPr lvl="3" rtl="0">
              <a:spcBef>
                <a:spcPts val="0"/>
              </a:spcBef>
              <a:spcAft>
                <a:spcPts val="0"/>
              </a:spcAft>
              <a:buClr>
                <a:schemeClr val="dk1"/>
              </a:buClr>
              <a:buSzPts val="4400"/>
              <a:buNone/>
              <a:defRPr sz="4400">
                <a:solidFill>
                  <a:schemeClr val="dk1"/>
                </a:solidFill>
              </a:defRPr>
            </a:lvl4pPr>
            <a:lvl5pPr lvl="4" rtl="0">
              <a:spcBef>
                <a:spcPts val="0"/>
              </a:spcBef>
              <a:spcAft>
                <a:spcPts val="0"/>
              </a:spcAft>
              <a:buClr>
                <a:schemeClr val="dk1"/>
              </a:buClr>
              <a:buSzPts val="4400"/>
              <a:buNone/>
              <a:defRPr sz="4400">
                <a:solidFill>
                  <a:schemeClr val="dk1"/>
                </a:solidFill>
              </a:defRPr>
            </a:lvl5pPr>
            <a:lvl6pPr lvl="5" rtl="0">
              <a:spcBef>
                <a:spcPts val="0"/>
              </a:spcBef>
              <a:spcAft>
                <a:spcPts val="0"/>
              </a:spcAft>
              <a:buClr>
                <a:schemeClr val="dk1"/>
              </a:buClr>
              <a:buSzPts val="4400"/>
              <a:buNone/>
              <a:defRPr sz="4400">
                <a:solidFill>
                  <a:schemeClr val="dk1"/>
                </a:solidFill>
              </a:defRPr>
            </a:lvl6pPr>
            <a:lvl7pPr lvl="6" rtl="0">
              <a:spcBef>
                <a:spcPts val="0"/>
              </a:spcBef>
              <a:spcAft>
                <a:spcPts val="0"/>
              </a:spcAft>
              <a:buClr>
                <a:schemeClr val="dk1"/>
              </a:buClr>
              <a:buSzPts val="4400"/>
              <a:buNone/>
              <a:defRPr sz="4400">
                <a:solidFill>
                  <a:schemeClr val="dk1"/>
                </a:solidFill>
              </a:defRPr>
            </a:lvl7pPr>
            <a:lvl8pPr lvl="7" rtl="0">
              <a:spcBef>
                <a:spcPts val="0"/>
              </a:spcBef>
              <a:spcAft>
                <a:spcPts val="0"/>
              </a:spcAft>
              <a:buClr>
                <a:schemeClr val="dk1"/>
              </a:buClr>
              <a:buSzPts val="4400"/>
              <a:buNone/>
              <a:defRPr sz="4400">
                <a:solidFill>
                  <a:schemeClr val="dk1"/>
                </a:solidFill>
              </a:defRPr>
            </a:lvl8pPr>
            <a:lvl9pPr lvl="8" rtl="0">
              <a:spcBef>
                <a:spcPts val="0"/>
              </a:spcBef>
              <a:spcAft>
                <a:spcPts val="0"/>
              </a:spcAft>
              <a:buClr>
                <a:schemeClr val="dk1"/>
              </a:buClr>
              <a:buSzPts val="4400"/>
              <a:buNone/>
              <a:defRPr sz="4400">
                <a:solidFill>
                  <a:schemeClr val="dk1"/>
                </a:solidFill>
              </a:defRPr>
            </a:lvl9pPr>
          </a:lstStyle>
          <a:p/>
        </p:txBody>
      </p:sp>
      <p:cxnSp>
        <p:nvCxnSpPr>
          <p:cNvPr id="91" name="Google Shape;91;p10"/>
          <p:cNvCxnSpPr/>
          <p:nvPr/>
        </p:nvCxnSpPr>
        <p:spPr>
          <a:xfrm>
            <a:off x="4688725" y="4555322"/>
            <a:ext cx="3912600" cy="0"/>
          </a:xfrm>
          <a:prstGeom prst="straightConnector1">
            <a:avLst/>
          </a:prstGeom>
          <a:noFill/>
          <a:ln cap="flat" cmpd="sng" w="9525">
            <a:solidFill>
              <a:schemeClr val="dk1"/>
            </a:solidFill>
            <a:prstDash val="solid"/>
            <a:round/>
            <a:headEnd len="med" w="med" type="none"/>
            <a:tailEnd len="med" w="med" type="none"/>
          </a:ln>
        </p:spPr>
      </p:cxnSp>
      <p:sp>
        <p:nvSpPr>
          <p:cNvPr id="92" name="Google Shape;92;p10"/>
          <p:cNvSpPr txBox="1"/>
          <p:nvPr>
            <p:ph idx="1" type="subTitle"/>
          </p:nvPr>
        </p:nvSpPr>
        <p:spPr>
          <a:xfrm>
            <a:off x="4688725"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cxnSp>
        <p:nvCxnSpPr>
          <p:cNvPr id="93" name="Google Shape;93;p10"/>
          <p:cNvCxnSpPr/>
          <p:nvPr/>
        </p:nvCxnSpPr>
        <p:spPr>
          <a:xfrm flipH="1" rot="10800000">
            <a:off x="4688725"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94" name="Google Shape;94;p10"/>
          <p:cNvCxnSpPr/>
          <p:nvPr/>
        </p:nvCxnSpPr>
        <p:spPr>
          <a:xfrm flipH="1" rot="10800000">
            <a:off x="4688725" y="8428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95" name="Google Shape;95;p10"/>
          <p:cNvSpPr txBox="1"/>
          <p:nvPr>
            <p:ph idx="2"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pic>
        <p:nvPicPr>
          <p:cNvPr id="96" name="Google Shape;96;p10"/>
          <p:cNvPicPr preferRelativeResize="0"/>
          <p:nvPr/>
        </p:nvPicPr>
        <p:blipFill>
          <a:blip r:embed="rId2">
            <a:alphaModFix/>
          </a:blip>
          <a:stretch>
            <a:fillRect/>
          </a:stretch>
        </p:blipFill>
        <p:spPr>
          <a:xfrm>
            <a:off x="4691338"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COVER">
  <p:cSld name="BLANK_2_1">
    <p:bg>
      <p:bgPr>
        <a:solidFill>
          <a:srgbClr val="131313"/>
        </a:solidFill>
      </p:bgPr>
    </p:bg>
    <p:spTree>
      <p:nvGrpSpPr>
        <p:cNvPr id="97" name="Shape 97"/>
        <p:cNvGrpSpPr/>
        <p:nvPr/>
      </p:nvGrpSpPr>
      <p:grpSpPr>
        <a:xfrm>
          <a:off x="0" y="0"/>
          <a:ext cx="0" cy="0"/>
          <a:chOff x="0" y="0"/>
          <a:chExt cx="0" cy="0"/>
        </a:xfrm>
      </p:grpSpPr>
      <p:sp>
        <p:nvSpPr>
          <p:cNvPr id="98" name="Google Shape;98;p11"/>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Clr>
                <a:srgbClr val="FFFFFF"/>
              </a:buClr>
              <a:buSzPts val="4400"/>
              <a:buNone/>
              <a:defRPr sz="4400">
                <a:solidFill>
                  <a:srgbClr val="FFFFFF"/>
                </a:solidFill>
              </a:defRPr>
            </a:lvl2pPr>
            <a:lvl3pPr lvl="2" rtl="0">
              <a:spcBef>
                <a:spcPts val="0"/>
              </a:spcBef>
              <a:spcAft>
                <a:spcPts val="0"/>
              </a:spcAft>
              <a:buClr>
                <a:srgbClr val="FFFFFF"/>
              </a:buClr>
              <a:buSzPts val="4400"/>
              <a:buNone/>
              <a:defRPr sz="4400">
                <a:solidFill>
                  <a:srgbClr val="FFFFFF"/>
                </a:solidFill>
              </a:defRPr>
            </a:lvl3pPr>
            <a:lvl4pPr lvl="3" rtl="0">
              <a:spcBef>
                <a:spcPts val="0"/>
              </a:spcBef>
              <a:spcAft>
                <a:spcPts val="0"/>
              </a:spcAft>
              <a:buClr>
                <a:srgbClr val="FFFFFF"/>
              </a:buClr>
              <a:buSzPts val="4400"/>
              <a:buNone/>
              <a:defRPr sz="4400">
                <a:solidFill>
                  <a:srgbClr val="FFFFFF"/>
                </a:solidFill>
              </a:defRPr>
            </a:lvl4pPr>
            <a:lvl5pPr lvl="4" rtl="0">
              <a:spcBef>
                <a:spcPts val="0"/>
              </a:spcBef>
              <a:spcAft>
                <a:spcPts val="0"/>
              </a:spcAft>
              <a:buClr>
                <a:srgbClr val="FFFFFF"/>
              </a:buClr>
              <a:buSzPts val="4400"/>
              <a:buNone/>
              <a:defRPr sz="4400">
                <a:solidFill>
                  <a:srgbClr val="FFFFFF"/>
                </a:solidFill>
              </a:defRPr>
            </a:lvl5pPr>
            <a:lvl6pPr lvl="5" rtl="0">
              <a:spcBef>
                <a:spcPts val="0"/>
              </a:spcBef>
              <a:spcAft>
                <a:spcPts val="0"/>
              </a:spcAft>
              <a:buClr>
                <a:srgbClr val="FFFFFF"/>
              </a:buClr>
              <a:buSzPts val="4400"/>
              <a:buNone/>
              <a:defRPr sz="4400">
                <a:solidFill>
                  <a:srgbClr val="FFFFFF"/>
                </a:solidFill>
              </a:defRPr>
            </a:lvl6pPr>
            <a:lvl7pPr lvl="6" rtl="0">
              <a:spcBef>
                <a:spcPts val="0"/>
              </a:spcBef>
              <a:spcAft>
                <a:spcPts val="0"/>
              </a:spcAft>
              <a:buClr>
                <a:srgbClr val="FFFFFF"/>
              </a:buClr>
              <a:buSzPts val="4400"/>
              <a:buNone/>
              <a:defRPr sz="4400">
                <a:solidFill>
                  <a:srgbClr val="FFFFFF"/>
                </a:solidFill>
              </a:defRPr>
            </a:lvl7pPr>
            <a:lvl8pPr lvl="7" rtl="0">
              <a:spcBef>
                <a:spcPts val="0"/>
              </a:spcBef>
              <a:spcAft>
                <a:spcPts val="0"/>
              </a:spcAft>
              <a:buClr>
                <a:srgbClr val="FFFFFF"/>
              </a:buClr>
              <a:buSzPts val="4400"/>
              <a:buNone/>
              <a:defRPr sz="4400">
                <a:solidFill>
                  <a:srgbClr val="FFFFFF"/>
                </a:solidFill>
              </a:defRPr>
            </a:lvl8pPr>
            <a:lvl9pPr lvl="8" rtl="0">
              <a:spcBef>
                <a:spcPts val="0"/>
              </a:spcBef>
              <a:spcAft>
                <a:spcPts val="0"/>
              </a:spcAft>
              <a:buClr>
                <a:srgbClr val="FFFFFF"/>
              </a:buClr>
              <a:buSzPts val="4400"/>
              <a:buNone/>
              <a:defRPr sz="4400">
                <a:solidFill>
                  <a:srgbClr val="FFFFFF"/>
                </a:solidFill>
              </a:defRPr>
            </a:lvl9pPr>
          </a:lstStyle>
          <a:p/>
        </p:txBody>
      </p:sp>
      <p:cxnSp>
        <p:nvCxnSpPr>
          <p:cNvPr id="99" name="Google Shape;99;p11"/>
          <p:cNvCxnSpPr/>
          <p:nvPr/>
        </p:nvCxnSpPr>
        <p:spPr>
          <a:xfrm flipH="1" rot="10800000">
            <a:off x="4688725" y="361350"/>
            <a:ext cx="3909900" cy="6900"/>
          </a:xfrm>
          <a:prstGeom prst="straightConnector1">
            <a:avLst/>
          </a:prstGeom>
          <a:noFill/>
          <a:ln cap="flat" cmpd="sng" w="9525">
            <a:solidFill>
              <a:srgbClr val="FFFFFF"/>
            </a:solidFill>
            <a:prstDash val="solid"/>
            <a:round/>
            <a:headEnd len="med" w="med" type="none"/>
            <a:tailEnd len="med" w="med" type="none"/>
          </a:ln>
        </p:spPr>
      </p:cxnSp>
      <p:cxnSp>
        <p:nvCxnSpPr>
          <p:cNvPr id="100" name="Google Shape;100;p11"/>
          <p:cNvCxnSpPr/>
          <p:nvPr/>
        </p:nvCxnSpPr>
        <p:spPr>
          <a:xfrm flipH="1" rot="10800000">
            <a:off x="4688725" y="842850"/>
            <a:ext cx="3909900" cy="6900"/>
          </a:xfrm>
          <a:prstGeom prst="straightConnector1">
            <a:avLst/>
          </a:prstGeom>
          <a:noFill/>
          <a:ln cap="flat" cmpd="sng" w="9525">
            <a:solidFill>
              <a:srgbClr val="FFFFFF"/>
            </a:solidFill>
            <a:prstDash val="solid"/>
            <a:round/>
            <a:headEnd len="med" w="med" type="none"/>
            <a:tailEnd len="med" w="med" type="none"/>
          </a:ln>
        </p:spPr>
      </p:cxnSp>
      <p:sp>
        <p:nvSpPr>
          <p:cNvPr id="101" name="Google Shape;101;p11"/>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rgbClr val="FFFFFF"/>
              </a:buClr>
              <a:buSzPts val="800"/>
              <a:buNone/>
              <a:defRPr b="1" sz="800">
                <a:solidFill>
                  <a:srgbClr val="FFFFFF"/>
                </a:solidFill>
              </a:defRPr>
            </a:lvl1pPr>
            <a:lvl2pPr lvl="1" rtl="0" algn="r">
              <a:lnSpc>
                <a:spcPct val="100000"/>
              </a:lnSpc>
              <a:spcBef>
                <a:spcPts val="0"/>
              </a:spcBef>
              <a:spcAft>
                <a:spcPts val="0"/>
              </a:spcAft>
              <a:buClr>
                <a:srgbClr val="FFFFFF"/>
              </a:buClr>
              <a:buSzPts val="1000"/>
              <a:buNone/>
              <a:defRPr b="1" sz="1000">
                <a:solidFill>
                  <a:srgbClr val="FFFFFF"/>
                </a:solidFill>
              </a:defRPr>
            </a:lvl2pPr>
            <a:lvl3pPr lvl="2" rtl="0" algn="r">
              <a:lnSpc>
                <a:spcPct val="100000"/>
              </a:lnSpc>
              <a:spcBef>
                <a:spcPts val="0"/>
              </a:spcBef>
              <a:spcAft>
                <a:spcPts val="0"/>
              </a:spcAft>
              <a:buClr>
                <a:srgbClr val="FFFFFF"/>
              </a:buClr>
              <a:buSzPts val="1000"/>
              <a:buNone/>
              <a:defRPr b="1" sz="1000">
                <a:solidFill>
                  <a:srgbClr val="FFFFFF"/>
                </a:solidFill>
              </a:defRPr>
            </a:lvl3pPr>
            <a:lvl4pPr lvl="3" rtl="0" algn="r">
              <a:lnSpc>
                <a:spcPct val="100000"/>
              </a:lnSpc>
              <a:spcBef>
                <a:spcPts val="0"/>
              </a:spcBef>
              <a:spcAft>
                <a:spcPts val="0"/>
              </a:spcAft>
              <a:buClr>
                <a:srgbClr val="FFFFFF"/>
              </a:buClr>
              <a:buSzPts val="1000"/>
              <a:buNone/>
              <a:defRPr b="1" sz="1000">
                <a:solidFill>
                  <a:srgbClr val="FFFFFF"/>
                </a:solidFill>
              </a:defRPr>
            </a:lvl4pPr>
            <a:lvl5pPr lvl="4" rtl="0" algn="r">
              <a:lnSpc>
                <a:spcPct val="100000"/>
              </a:lnSpc>
              <a:spcBef>
                <a:spcPts val="0"/>
              </a:spcBef>
              <a:spcAft>
                <a:spcPts val="0"/>
              </a:spcAft>
              <a:buClr>
                <a:srgbClr val="FFFFFF"/>
              </a:buClr>
              <a:buSzPts val="1000"/>
              <a:buNone/>
              <a:defRPr b="1" sz="1000">
                <a:solidFill>
                  <a:srgbClr val="FFFFFF"/>
                </a:solidFill>
              </a:defRPr>
            </a:lvl5pPr>
            <a:lvl6pPr lvl="5" rtl="0" algn="r">
              <a:lnSpc>
                <a:spcPct val="100000"/>
              </a:lnSpc>
              <a:spcBef>
                <a:spcPts val="0"/>
              </a:spcBef>
              <a:spcAft>
                <a:spcPts val="0"/>
              </a:spcAft>
              <a:buClr>
                <a:srgbClr val="FFFFFF"/>
              </a:buClr>
              <a:buSzPts val="1000"/>
              <a:buNone/>
              <a:defRPr b="1" sz="1000">
                <a:solidFill>
                  <a:srgbClr val="FFFFFF"/>
                </a:solidFill>
              </a:defRPr>
            </a:lvl6pPr>
            <a:lvl7pPr lvl="6" rtl="0" algn="r">
              <a:lnSpc>
                <a:spcPct val="100000"/>
              </a:lnSpc>
              <a:spcBef>
                <a:spcPts val="0"/>
              </a:spcBef>
              <a:spcAft>
                <a:spcPts val="0"/>
              </a:spcAft>
              <a:buClr>
                <a:srgbClr val="FFFFFF"/>
              </a:buClr>
              <a:buSzPts val="1000"/>
              <a:buNone/>
              <a:defRPr b="1" sz="1000">
                <a:solidFill>
                  <a:srgbClr val="FFFFFF"/>
                </a:solidFill>
              </a:defRPr>
            </a:lvl7pPr>
            <a:lvl8pPr lvl="7" rtl="0" algn="r">
              <a:lnSpc>
                <a:spcPct val="100000"/>
              </a:lnSpc>
              <a:spcBef>
                <a:spcPts val="0"/>
              </a:spcBef>
              <a:spcAft>
                <a:spcPts val="0"/>
              </a:spcAft>
              <a:buClr>
                <a:srgbClr val="FFFFFF"/>
              </a:buClr>
              <a:buSzPts val="1000"/>
              <a:buNone/>
              <a:defRPr b="1" sz="1000">
                <a:solidFill>
                  <a:srgbClr val="FFFFFF"/>
                </a:solidFill>
              </a:defRPr>
            </a:lvl8pPr>
            <a:lvl9pPr lvl="8" rtl="0" algn="r">
              <a:lnSpc>
                <a:spcPct val="100000"/>
              </a:lnSpc>
              <a:spcBef>
                <a:spcPts val="0"/>
              </a:spcBef>
              <a:spcAft>
                <a:spcPts val="0"/>
              </a:spcAft>
              <a:buClr>
                <a:srgbClr val="FFFFFF"/>
              </a:buClr>
              <a:buSzPts val="1000"/>
              <a:buNone/>
              <a:defRPr b="1" sz="1000">
                <a:solidFill>
                  <a:srgbClr val="FFFFFF"/>
                </a:solidFill>
              </a:defRPr>
            </a:lvl9pPr>
          </a:lstStyle>
          <a:p/>
        </p:txBody>
      </p:sp>
      <p:sp>
        <p:nvSpPr>
          <p:cNvPr id="102" name="Google Shape;102;p11"/>
          <p:cNvSpPr txBox="1"/>
          <p:nvPr>
            <p:ph idx="2" type="subTitle"/>
          </p:nvPr>
        </p:nvSpPr>
        <p:spPr>
          <a:xfrm>
            <a:off x="4688725"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cxnSp>
        <p:nvCxnSpPr>
          <p:cNvPr id="103" name="Google Shape;103;p11"/>
          <p:cNvCxnSpPr/>
          <p:nvPr/>
        </p:nvCxnSpPr>
        <p:spPr>
          <a:xfrm>
            <a:off x="4687525" y="4394822"/>
            <a:ext cx="3912300" cy="0"/>
          </a:xfrm>
          <a:prstGeom prst="straightConnector1">
            <a:avLst/>
          </a:prstGeom>
          <a:noFill/>
          <a:ln cap="flat" cmpd="sng" w="9525">
            <a:solidFill>
              <a:srgbClr val="FFFFFF"/>
            </a:solidFill>
            <a:prstDash val="solid"/>
            <a:round/>
            <a:headEnd len="med" w="med" type="none"/>
            <a:tailEnd len="med" w="med" type="none"/>
          </a:ln>
        </p:spPr>
      </p:cxnSp>
      <p:sp>
        <p:nvSpPr>
          <p:cNvPr id="104" name="Google Shape;104;p11"/>
          <p:cNvSpPr txBox="1"/>
          <p:nvPr>
            <p:ph idx="3" type="subTitle"/>
          </p:nvPr>
        </p:nvSpPr>
        <p:spPr>
          <a:xfrm>
            <a:off x="4687525"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05" name="Google Shape;105;p11"/>
          <p:cNvSpPr txBox="1"/>
          <p:nvPr>
            <p:ph idx="4" type="subTitle"/>
          </p:nvPr>
        </p:nvSpPr>
        <p:spPr>
          <a:xfrm>
            <a:off x="4687525"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sp>
        <p:nvSpPr>
          <p:cNvPr id="106" name="Google Shape;106;p11"/>
          <p:cNvSpPr txBox="1"/>
          <p:nvPr>
            <p:ph idx="5" type="subTitle"/>
          </p:nvPr>
        </p:nvSpPr>
        <p:spPr>
          <a:xfrm>
            <a:off x="6759163"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FFFFFF"/>
              </a:buClr>
              <a:buSzPts val="800"/>
              <a:buNone/>
              <a:defRPr b="1" sz="8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07" name="Google Shape;107;p11"/>
          <p:cNvSpPr txBox="1"/>
          <p:nvPr>
            <p:ph idx="6" type="subTitle"/>
          </p:nvPr>
        </p:nvSpPr>
        <p:spPr>
          <a:xfrm>
            <a:off x="6759163"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sz="600">
                <a:solidFill>
                  <a:srgbClr val="FFFFFF"/>
                </a:solidFill>
              </a:defRPr>
            </a:lvl1pPr>
            <a:lvl2pPr lvl="1" rtl="0">
              <a:lnSpc>
                <a:spcPct val="100000"/>
              </a:lnSpc>
              <a:spcBef>
                <a:spcPts val="0"/>
              </a:spcBef>
              <a:spcAft>
                <a:spcPts val="0"/>
              </a:spcAft>
              <a:buClr>
                <a:srgbClr val="FFFFFF"/>
              </a:buClr>
              <a:buSzPts val="800"/>
              <a:buNone/>
              <a:defRPr sz="800">
                <a:solidFill>
                  <a:srgbClr val="FFFFFF"/>
                </a:solidFill>
              </a:defRPr>
            </a:lvl2pPr>
            <a:lvl3pPr lvl="2" rtl="0">
              <a:lnSpc>
                <a:spcPct val="100000"/>
              </a:lnSpc>
              <a:spcBef>
                <a:spcPts val="0"/>
              </a:spcBef>
              <a:spcAft>
                <a:spcPts val="0"/>
              </a:spcAft>
              <a:buClr>
                <a:srgbClr val="FFFFFF"/>
              </a:buClr>
              <a:buSzPts val="800"/>
              <a:buNone/>
              <a:defRPr sz="800">
                <a:solidFill>
                  <a:srgbClr val="FFFFFF"/>
                </a:solidFill>
              </a:defRPr>
            </a:lvl3pPr>
            <a:lvl4pPr lvl="3" rtl="0">
              <a:lnSpc>
                <a:spcPct val="100000"/>
              </a:lnSpc>
              <a:spcBef>
                <a:spcPts val="0"/>
              </a:spcBef>
              <a:spcAft>
                <a:spcPts val="0"/>
              </a:spcAft>
              <a:buClr>
                <a:srgbClr val="FFFFFF"/>
              </a:buClr>
              <a:buSzPts val="800"/>
              <a:buNone/>
              <a:defRPr sz="800">
                <a:solidFill>
                  <a:srgbClr val="FFFFFF"/>
                </a:solidFill>
              </a:defRPr>
            </a:lvl4pPr>
            <a:lvl5pPr lvl="4" rtl="0">
              <a:lnSpc>
                <a:spcPct val="100000"/>
              </a:lnSpc>
              <a:spcBef>
                <a:spcPts val="0"/>
              </a:spcBef>
              <a:spcAft>
                <a:spcPts val="0"/>
              </a:spcAft>
              <a:buClr>
                <a:srgbClr val="FFFFFF"/>
              </a:buClr>
              <a:buSzPts val="800"/>
              <a:buNone/>
              <a:defRPr sz="800">
                <a:solidFill>
                  <a:srgbClr val="FFFFFF"/>
                </a:solidFill>
              </a:defRPr>
            </a:lvl5pPr>
            <a:lvl6pPr lvl="5" rtl="0">
              <a:lnSpc>
                <a:spcPct val="100000"/>
              </a:lnSpc>
              <a:spcBef>
                <a:spcPts val="0"/>
              </a:spcBef>
              <a:spcAft>
                <a:spcPts val="0"/>
              </a:spcAft>
              <a:buClr>
                <a:srgbClr val="FFFFFF"/>
              </a:buClr>
              <a:buSzPts val="800"/>
              <a:buNone/>
              <a:defRPr sz="800">
                <a:solidFill>
                  <a:srgbClr val="FFFFFF"/>
                </a:solidFill>
              </a:defRPr>
            </a:lvl6pPr>
            <a:lvl7pPr lvl="6" rtl="0">
              <a:lnSpc>
                <a:spcPct val="100000"/>
              </a:lnSpc>
              <a:spcBef>
                <a:spcPts val="0"/>
              </a:spcBef>
              <a:spcAft>
                <a:spcPts val="0"/>
              </a:spcAft>
              <a:buClr>
                <a:srgbClr val="FFFFFF"/>
              </a:buClr>
              <a:buSzPts val="800"/>
              <a:buNone/>
              <a:defRPr sz="800">
                <a:solidFill>
                  <a:srgbClr val="FFFFFF"/>
                </a:solidFill>
              </a:defRPr>
            </a:lvl7pPr>
            <a:lvl8pPr lvl="7" rtl="0">
              <a:lnSpc>
                <a:spcPct val="100000"/>
              </a:lnSpc>
              <a:spcBef>
                <a:spcPts val="0"/>
              </a:spcBef>
              <a:spcAft>
                <a:spcPts val="0"/>
              </a:spcAft>
              <a:buClr>
                <a:srgbClr val="FFFFFF"/>
              </a:buClr>
              <a:buSzPts val="800"/>
              <a:buNone/>
              <a:defRPr sz="800">
                <a:solidFill>
                  <a:srgbClr val="FFFFFF"/>
                </a:solidFill>
              </a:defRPr>
            </a:lvl8pPr>
            <a:lvl9pPr lvl="8" rtl="0">
              <a:lnSpc>
                <a:spcPct val="100000"/>
              </a:lnSpc>
              <a:spcBef>
                <a:spcPts val="0"/>
              </a:spcBef>
              <a:spcAft>
                <a:spcPts val="0"/>
              </a:spcAft>
              <a:buClr>
                <a:srgbClr val="FFFFFF"/>
              </a:buClr>
              <a:buSzPts val="800"/>
              <a:buNone/>
              <a:defRPr sz="800">
                <a:solidFill>
                  <a:srgbClr val="FFFFFF"/>
                </a:solidFill>
              </a:defRPr>
            </a:lvl9pPr>
          </a:lstStyle>
          <a:p/>
        </p:txBody>
      </p:sp>
      <p:pic>
        <p:nvPicPr>
          <p:cNvPr id="108" name="Google Shape;108;p11"/>
          <p:cNvPicPr preferRelativeResize="0"/>
          <p:nvPr/>
        </p:nvPicPr>
        <p:blipFill>
          <a:blip r:embed="rId2">
            <a:alphaModFix/>
          </a:blip>
          <a:stretch>
            <a:fillRect/>
          </a:stretch>
        </p:blipFill>
        <p:spPr>
          <a:xfrm>
            <a:off x="4691325" y="525445"/>
            <a:ext cx="650950" cy="160200"/>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COVER">
  <p:cSld name="BLANK_1">
    <p:bg>
      <p:bgPr>
        <a:solidFill>
          <a:srgbClr val="FFFFFF"/>
        </a:solidFill>
      </p:bgPr>
    </p:bg>
    <p:spTree>
      <p:nvGrpSpPr>
        <p:cNvPr id="109" name="Shape 109"/>
        <p:cNvGrpSpPr/>
        <p:nvPr/>
      </p:nvGrpSpPr>
      <p:grpSpPr>
        <a:xfrm>
          <a:off x="0" y="0"/>
          <a:ext cx="0" cy="0"/>
          <a:chOff x="0" y="0"/>
          <a:chExt cx="0" cy="0"/>
        </a:xfrm>
      </p:grpSpPr>
      <p:sp>
        <p:nvSpPr>
          <p:cNvPr id="110" name="Google Shape;110;p12"/>
          <p:cNvSpPr txBox="1"/>
          <p:nvPr>
            <p:ph type="ctrTitle"/>
          </p:nvPr>
        </p:nvSpPr>
        <p:spPr>
          <a:xfrm>
            <a:off x="545450" y="1448400"/>
            <a:ext cx="5981700" cy="2470500"/>
          </a:xfrm>
          <a:prstGeom prst="rect">
            <a:avLst/>
          </a:prstGeom>
        </p:spPr>
        <p:txBody>
          <a:bodyPr anchorCtr="0" anchor="t" bIns="0" lIns="0" spcFirstLastPara="1" rIns="0" wrap="square" tIns="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11" name="Google Shape;111;p1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12" name="Google Shape;112;p12"/>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113" name="Google Shape;113;p12"/>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SzPts val="800"/>
              <a:buNone/>
              <a:defRPr b="1" sz="800"/>
            </a:lvl1pPr>
            <a:lvl2pPr lvl="1" rtl="0" algn="r">
              <a:lnSpc>
                <a:spcPct val="100000"/>
              </a:lnSpc>
              <a:spcBef>
                <a:spcPts val="0"/>
              </a:spcBef>
              <a:spcAft>
                <a:spcPts val="0"/>
              </a:spcAft>
              <a:buSzPts val="1000"/>
              <a:buNone/>
              <a:defRPr b="1" sz="1000"/>
            </a:lvl2pPr>
            <a:lvl3pPr lvl="2" rtl="0" algn="r">
              <a:lnSpc>
                <a:spcPct val="100000"/>
              </a:lnSpc>
              <a:spcBef>
                <a:spcPts val="0"/>
              </a:spcBef>
              <a:spcAft>
                <a:spcPts val="0"/>
              </a:spcAft>
              <a:buSzPts val="1000"/>
              <a:buNone/>
              <a:defRPr b="1" sz="1000"/>
            </a:lvl3pPr>
            <a:lvl4pPr lvl="3" rtl="0" algn="r">
              <a:lnSpc>
                <a:spcPct val="100000"/>
              </a:lnSpc>
              <a:spcBef>
                <a:spcPts val="0"/>
              </a:spcBef>
              <a:spcAft>
                <a:spcPts val="0"/>
              </a:spcAft>
              <a:buSzPts val="1000"/>
              <a:buNone/>
              <a:defRPr b="1" sz="1000"/>
            </a:lvl4pPr>
            <a:lvl5pPr lvl="4" rtl="0" algn="r">
              <a:lnSpc>
                <a:spcPct val="100000"/>
              </a:lnSpc>
              <a:spcBef>
                <a:spcPts val="0"/>
              </a:spcBef>
              <a:spcAft>
                <a:spcPts val="0"/>
              </a:spcAft>
              <a:buSzPts val="1000"/>
              <a:buNone/>
              <a:defRPr b="1" sz="1000"/>
            </a:lvl5pPr>
            <a:lvl6pPr lvl="5" rtl="0" algn="r">
              <a:lnSpc>
                <a:spcPct val="100000"/>
              </a:lnSpc>
              <a:spcBef>
                <a:spcPts val="0"/>
              </a:spcBef>
              <a:spcAft>
                <a:spcPts val="0"/>
              </a:spcAft>
              <a:buSzPts val="1000"/>
              <a:buNone/>
              <a:defRPr b="1" sz="1000"/>
            </a:lvl6pPr>
            <a:lvl7pPr lvl="6" rtl="0" algn="r">
              <a:lnSpc>
                <a:spcPct val="100000"/>
              </a:lnSpc>
              <a:spcBef>
                <a:spcPts val="0"/>
              </a:spcBef>
              <a:spcAft>
                <a:spcPts val="0"/>
              </a:spcAft>
              <a:buSzPts val="1000"/>
              <a:buNone/>
              <a:defRPr b="1" sz="1000"/>
            </a:lvl7pPr>
            <a:lvl8pPr lvl="7" rtl="0" algn="r">
              <a:lnSpc>
                <a:spcPct val="100000"/>
              </a:lnSpc>
              <a:spcBef>
                <a:spcPts val="0"/>
              </a:spcBef>
              <a:spcAft>
                <a:spcPts val="0"/>
              </a:spcAft>
              <a:buSzPts val="1000"/>
              <a:buNone/>
              <a:defRPr b="1" sz="1000"/>
            </a:lvl8pPr>
            <a:lvl9pPr lvl="8" rtl="0" algn="r">
              <a:lnSpc>
                <a:spcPct val="100000"/>
              </a:lnSpc>
              <a:spcBef>
                <a:spcPts val="0"/>
              </a:spcBef>
              <a:spcAft>
                <a:spcPts val="0"/>
              </a:spcAft>
              <a:buSzPts val="1000"/>
              <a:buNone/>
              <a:defRPr b="1" sz="1000"/>
            </a:lvl9pPr>
          </a:lstStyle>
          <a:p/>
        </p:txBody>
      </p:sp>
      <p:sp>
        <p:nvSpPr>
          <p:cNvPr id="114" name="Google Shape;114;p12"/>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600"/>
              <a:buNone/>
              <a:defRPr sz="600"/>
            </a:lvl1pPr>
            <a:lvl2pPr lvl="1" rtl="0">
              <a:lnSpc>
                <a:spcPct val="100000"/>
              </a:lnSpc>
              <a:spcBef>
                <a:spcPts val="0"/>
              </a:spcBef>
              <a:spcAft>
                <a:spcPts val="0"/>
              </a:spcAft>
              <a:buSzPts val="800"/>
              <a:buNone/>
              <a:defRPr sz="800"/>
            </a:lvl2pPr>
            <a:lvl3pPr lvl="2" rtl="0">
              <a:lnSpc>
                <a:spcPct val="100000"/>
              </a:lnSpc>
              <a:spcBef>
                <a:spcPts val="0"/>
              </a:spcBef>
              <a:spcAft>
                <a:spcPts val="0"/>
              </a:spcAft>
              <a:buSzPts val="800"/>
              <a:buNone/>
              <a:defRPr sz="800"/>
            </a:lvl3pPr>
            <a:lvl4pPr lvl="3" rtl="0">
              <a:lnSpc>
                <a:spcPct val="100000"/>
              </a:lnSpc>
              <a:spcBef>
                <a:spcPts val="0"/>
              </a:spcBef>
              <a:spcAft>
                <a:spcPts val="0"/>
              </a:spcAft>
              <a:buSzPts val="800"/>
              <a:buNone/>
              <a:defRPr sz="800"/>
            </a:lvl4pPr>
            <a:lvl5pPr lvl="4" rtl="0">
              <a:lnSpc>
                <a:spcPct val="100000"/>
              </a:lnSpc>
              <a:spcBef>
                <a:spcPts val="0"/>
              </a:spcBef>
              <a:spcAft>
                <a:spcPts val="0"/>
              </a:spcAft>
              <a:buSzPts val="800"/>
              <a:buNone/>
              <a:defRPr sz="800"/>
            </a:lvl5pPr>
            <a:lvl6pPr lvl="5" rtl="0">
              <a:lnSpc>
                <a:spcPct val="100000"/>
              </a:lnSpc>
              <a:spcBef>
                <a:spcPts val="0"/>
              </a:spcBef>
              <a:spcAft>
                <a:spcPts val="0"/>
              </a:spcAft>
              <a:buSzPts val="800"/>
              <a:buNone/>
              <a:defRPr sz="800"/>
            </a:lvl6pPr>
            <a:lvl7pPr lvl="6" rtl="0">
              <a:lnSpc>
                <a:spcPct val="100000"/>
              </a:lnSpc>
              <a:spcBef>
                <a:spcPts val="0"/>
              </a:spcBef>
              <a:spcAft>
                <a:spcPts val="0"/>
              </a:spcAft>
              <a:buSzPts val="800"/>
              <a:buNone/>
              <a:defRPr sz="800"/>
            </a:lvl7pPr>
            <a:lvl8pPr lvl="7" rtl="0">
              <a:lnSpc>
                <a:spcPct val="100000"/>
              </a:lnSpc>
              <a:spcBef>
                <a:spcPts val="0"/>
              </a:spcBef>
              <a:spcAft>
                <a:spcPts val="0"/>
              </a:spcAft>
              <a:buSzPts val="800"/>
              <a:buNone/>
              <a:defRPr sz="800"/>
            </a:lvl8pPr>
            <a:lvl9pPr lvl="8" rtl="0">
              <a:lnSpc>
                <a:spcPct val="100000"/>
              </a:lnSpc>
              <a:spcBef>
                <a:spcPts val="0"/>
              </a:spcBef>
              <a:spcAft>
                <a:spcPts val="0"/>
              </a:spcAft>
              <a:buSzPts val="800"/>
              <a:buNone/>
              <a:defRPr sz="800"/>
            </a:lvl9pPr>
          </a:lstStyle>
          <a:p/>
        </p:txBody>
      </p:sp>
      <p:cxnSp>
        <p:nvCxnSpPr>
          <p:cNvPr id="115" name="Google Shape;115;p12"/>
          <p:cNvCxnSpPr/>
          <p:nvPr/>
        </p:nvCxnSpPr>
        <p:spPr>
          <a:xfrm flipH="1" rot="10800000">
            <a:off x="545450" y="43879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16" name="Google Shape;116;p12"/>
          <p:cNvSpPr txBox="1"/>
          <p:nvPr>
            <p:ph idx="3" type="subTitle"/>
          </p:nvPr>
        </p:nvSpPr>
        <p:spPr>
          <a:xfrm>
            <a:off x="4688725"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800"/>
              <a:buNone/>
              <a:defRPr b="1" sz="8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17" name="Google Shape;117;p12"/>
          <p:cNvSpPr txBox="1"/>
          <p:nvPr>
            <p:ph idx="4" type="subTitle"/>
          </p:nvPr>
        </p:nvSpPr>
        <p:spPr>
          <a:xfrm>
            <a:off x="545450" y="4614750"/>
            <a:ext cx="39099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800"/>
              <a:buNone/>
              <a:defRPr b="1" sz="8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18" name="Google Shape;118;p12"/>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sz="600"/>
            </a:lvl1pPr>
            <a:lvl2pPr lvl="1" rtl="0">
              <a:lnSpc>
                <a:spcPct val="100000"/>
              </a:lnSpc>
              <a:spcBef>
                <a:spcPts val="0"/>
              </a:spcBef>
              <a:spcAft>
                <a:spcPts val="0"/>
              </a:spcAft>
              <a:buSzPts val="800"/>
              <a:buNone/>
              <a:defRPr sz="800"/>
            </a:lvl2pPr>
            <a:lvl3pPr lvl="2" rtl="0">
              <a:lnSpc>
                <a:spcPct val="100000"/>
              </a:lnSpc>
              <a:spcBef>
                <a:spcPts val="0"/>
              </a:spcBef>
              <a:spcAft>
                <a:spcPts val="0"/>
              </a:spcAft>
              <a:buSzPts val="800"/>
              <a:buNone/>
              <a:defRPr sz="800"/>
            </a:lvl3pPr>
            <a:lvl4pPr lvl="3" rtl="0">
              <a:lnSpc>
                <a:spcPct val="100000"/>
              </a:lnSpc>
              <a:spcBef>
                <a:spcPts val="0"/>
              </a:spcBef>
              <a:spcAft>
                <a:spcPts val="0"/>
              </a:spcAft>
              <a:buSzPts val="800"/>
              <a:buNone/>
              <a:defRPr sz="800"/>
            </a:lvl4pPr>
            <a:lvl5pPr lvl="4" rtl="0">
              <a:lnSpc>
                <a:spcPct val="100000"/>
              </a:lnSpc>
              <a:spcBef>
                <a:spcPts val="0"/>
              </a:spcBef>
              <a:spcAft>
                <a:spcPts val="0"/>
              </a:spcAft>
              <a:buSzPts val="800"/>
              <a:buNone/>
              <a:defRPr sz="800"/>
            </a:lvl5pPr>
            <a:lvl6pPr lvl="5" rtl="0">
              <a:lnSpc>
                <a:spcPct val="100000"/>
              </a:lnSpc>
              <a:spcBef>
                <a:spcPts val="0"/>
              </a:spcBef>
              <a:spcAft>
                <a:spcPts val="0"/>
              </a:spcAft>
              <a:buSzPts val="800"/>
              <a:buNone/>
              <a:defRPr sz="800"/>
            </a:lvl6pPr>
            <a:lvl7pPr lvl="6" rtl="0">
              <a:lnSpc>
                <a:spcPct val="100000"/>
              </a:lnSpc>
              <a:spcBef>
                <a:spcPts val="0"/>
              </a:spcBef>
              <a:spcAft>
                <a:spcPts val="0"/>
              </a:spcAft>
              <a:buSzPts val="800"/>
              <a:buNone/>
              <a:defRPr sz="800"/>
            </a:lvl7pPr>
            <a:lvl8pPr lvl="7" rtl="0">
              <a:lnSpc>
                <a:spcPct val="100000"/>
              </a:lnSpc>
              <a:spcBef>
                <a:spcPts val="0"/>
              </a:spcBef>
              <a:spcAft>
                <a:spcPts val="0"/>
              </a:spcAft>
              <a:buSzPts val="800"/>
              <a:buNone/>
              <a:defRPr sz="800"/>
            </a:lvl8pPr>
            <a:lvl9pPr lvl="8" rtl="0">
              <a:lnSpc>
                <a:spcPct val="100000"/>
              </a:lnSpc>
              <a:spcBef>
                <a:spcPts val="0"/>
              </a:spcBef>
              <a:spcAft>
                <a:spcPts val="0"/>
              </a:spcAft>
              <a:buSzPts val="800"/>
              <a:buNone/>
              <a:defRPr sz="800"/>
            </a:lvl9pPr>
          </a:lstStyle>
          <a:p/>
        </p:txBody>
      </p:sp>
      <p:sp>
        <p:nvSpPr>
          <p:cNvPr id="119" name="Google Shape;119;p12"/>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sz="600"/>
            </a:lvl1pPr>
            <a:lvl2pPr lvl="1" rtl="0">
              <a:lnSpc>
                <a:spcPct val="100000"/>
              </a:lnSpc>
              <a:spcBef>
                <a:spcPts val="0"/>
              </a:spcBef>
              <a:spcAft>
                <a:spcPts val="0"/>
              </a:spcAft>
              <a:buSzPts val="800"/>
              <a:buNone/>
              <a:defRPr sz="800"/>
            </a:lvl2pPr>
            <a:lvl3pPr lvl="2" rtl="0">
              <a:lnSpc>
                <a:spcPct val="100000"/>
              </a:lnSpc>
              <a:spcBef>
                <a:spcPts val="0"/>
              </a:spcBef>
              <a:spcAft>
                <a:spcPts val="0"/>
              </a:spcAft>
              <a:buSzPts val="800"/>
              <a:buNone/>
              <a:defRPr sz="800"/>
            </a:lvl3pPr>
            <a:lvl4pPr lvl="3" rtl="0">
              <a:lnSpc>
                <a:spcPct val="100000"/>
              </a:lnSpc>
              <a:spcBef>
                <a:spcPts val="0"/>
              </a:spcBef>
              <a:spcAft>
                <a:spcPts val="0"/>
              </a:spcAft>
              <a:buSzPts val="800"/>
              <a:buNone/>
              <a:defRPr sz="800"/>
            </a:lvl4pPr>
            <a:lvl5pPr lvl="4" rtl="0">
              <a:lnSpc>
                <a:spcPct val="100000"/>
              </a:lnSpc>
              <a:spcBef>
                <a:spcPts val="0"/>
              </a:spcBef>
              <a:spcAft>
                <a:spcPts val="0"/>
              </a:spcAft>
              <a:buSzPts val="800"/>
              <a:buNone/>
              <a:defRPr sz="800"/>
            </a:lvl5pPr>
            <a:lvl6pPr lvl="5" rtl="0">
              <a:lnSpc>
                <a:spcPct val="100000"/>
              </a:lnSpc>
              <a:spcBef>
                <a:spcPts val="0"/>
              </a:spcBef>
              <a:spcAft>
                <a:spcPts val="0"/>
              </a:spcAft>
              <a:buSzPts val="800"/>
              <a:buNone/>
              <a:defRPr sz="800"/>
            </a:lvl6pPr>
            <a:lvl7pPr lvl="6" rtl="0">
              <a:lnSpc>
                <a:spcPct val="100000"/>
              </a:lnSpc>
              <a:spcBef>
                <a:spcPts val="0"/>
              </a:spcBef>
              <a:spcAft>
                <a:spcPts val="0"/>
              </a:spcAft>
              <a:buSzPts val="800"/>
              <a:buNone/>
              <a:defRPr sz="800"/>
            </a:lvl7pPr>
            <a:lvl8pPr lvl="7" rtl="0">
              <a:lnSpc>
                <a:spcPct val="100000"/>
              </a:lnSpc>
              <a:spcBef>
                <a:spcPts val="0"/>
              </a:spcBef>
              <a:spcAft>
                <a:spcPts val="0"/>
              </a:spcAft>
              <a:buSzPts val="800"/>
              <a:buNone/>
              <a:defRPr sz="800"/>
            </a:lvl8pPr>
            <a:lvl9pPr lvl="8" rtl="0">
              <a:lnSpc>
                <a:spcPct val="100000"/>
              </a:lnSpc>
              <a:spcBef>
                <a:spcPts val="0"/>
              </a:spcBef>
              <a:spcAft>
                <a:spcPts val="0"/>
              </a:spcAft>
              <a:buSzPts val="800"/>
              <a:buNone/>
              <a:defRPr sz="800"/>
            </a:lvl9pPr>
          </a:lstStyle>
          <a:p/>
        </p:txBody>
      </p:sp>
      <p:pic>
        <p:nvPicPr>
          <p:cNvPr id="120" name="Google Shape;120;p12"/>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COVER">
  <p:cSld name="BLANK_1_1">
    <p:bg>
      <p:bgPr>
        <a:solidFill>
          <a:srgbClr val="FFFFFF"/>
        </a:solidFill>
      </p:bgPr>
    </p:bg>
    <p:spTree>
      <p:nvGrpSpPr>
        <p:cNvPr id="121" name="Shape 121"/>
        <p:cNvGrpSpPr/>
        <p:nvPr/>
      </p:nvGrpSpPr>
      <p:grpSpPr>
        <a:xfrm>
          <a:off x="0" y="0"/>
          <a:ext cx="0" cy="0"/>
          <a:chOff x="0" y="0"/>
          <a:chExt cx="0" cy="0"/>
        </a:xfrm>
      </p:grpSpPr>
      <p:sp>
        <p:nvSpPr>
          <p:cNvPr id="122" name="Google Shape;122;p13"/>
          <p:cNvSpPr txBox="1"/>
          <p:nvPr>
            <p:ph type="ctrTitle"/>
          </p:nvPr>
        </p:nvSpPr>
        <p:spPr>
          <a:xfrm>
            <a:off x="545450"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3400"/>
              <a:buNone/>
              <a:defRPr sz="3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23" name="Google Shape;123;p13"/>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24" name="Google Shape;124;p13"/>
          <p:cNvCxnSpPr/>
          <p:nvPr/>
        </p:nvCxnSpPr>
        <p:spPr>
          <a:xfrm flipH="1" rot="10800000">
            <a:off x="545450" y="8428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25" name="Google Shape;125;p13"/>
          <p:cNvCxnSpPr/>
          <p:nvPr/>
        </p:nvCxnSpPr>
        <p:spPr>
          <a:xfrm>
            <a:off x="545450" y="4394822"/>
            <a:ext cx="3912300" cy="0"/>
          </a:xfrm>
          <a:prstGeom prst="straightConnector1">
            <a:avLst/>
          </a:prstGeom>
          <a:noFill/>
          <a:ln cap="flat" cmpd="sng" w="9525">
            <a:solidFill>
              <a:schemeClr val="dk1"/>
            </a:solidFill>
            <a:prstDash val="solid"/>
            <a:round/>
            <a:headEnd len="med" w="med" type="none"/>
            <a:tailEnd len="med" w="med" type="none"/>
          </a:ln>
        </p:spPr>
      </p:cxnSp>
      <p:sp>
        <p:nvSpPr>
          <p:cNvPr id="126" name="Google Shape;126;p13"/>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sp>
        <p:nvSpPr>
          <p:cNvPr id="127" name="Google Shape;127;p13"/>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28" name="Google Shape;128;p13"/>
          <p:cNvSpPr txBox="1"/>
          <p:nvPr>
            <p:ph idx="3" type="subTitle"/>
          </p:nvPr>
        </p:nvSpPr>
        <p:spPr>
          <a:xfrm>
            <a:off x="545450"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29" name="Google Shape;129;p13"/>
          <p:cNvSpPr txBox="1"/>
          <p:nvPr>
            <p:ph idx="4" type="subTitle"/>
          </p:nvPr>
        </p:nvSpPr>
        <p:spPr>
          <a:xfrm>
            <a:off x="545450"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30" name="Google Shape;130;p13"/>
          <p:cNvSpPr txBox="1"/>
          <p:nvPr>
            <p:ph idx="5" type="subTitle"/>
          </p:nvPr>
        </p:nvSpPr>
        <p:spPr>
          <a:xfrm>
            <a:off x="2617088"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31" name="Google Shape;131;p13"/>
          <p:cNvSpPr txBox="1"/>
          <p:nvPr>
            <p:ph idx="6" type="subTitle"/>
          </p:nvPr>
        </p:nvSpPr>
        <p:spPr>
          <a:xfrm>
            <a:off x="2617088"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pic>
        <p:nvPicPr>
          <p:cNvPr id="132" name="Google Shape;132;p13"/>
          <p:cNvPicPr preferRelativeResize="0"/>
          <p:nvPr/>
        </p:nvPicPr>
        <p:blipFill>
          <a:blip r:embed="rId2">
            <a:alphaModFix/>
          </a:blip>
          <a:stretch>
            <a:fillRect/>
          </a:stretch>
        </p:blipFill>
        <p:spPr>
          <a:xfrm>
            <a:off x="545450"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COVER">
  <p:cSld name="BLANK_1_1_1">
    <p:bg>
      <p:bgPr>
        <a:solidFill>
          <a:srgbClr val="FFFFFF"/>
        </a:solidFill>
      </p:bgPr>
    </p:bg>
    <p:spTree>
      <p:nvGrpSpPr>
        <p:cNvPr id="133" name="Shape 133"/>
        <p:cNvGrpSpPr/>
        <p:nvPr/>
      </p:nvGrpSpPr>
      <p:grpSpPr>
        <a:xfrm>
          <a:off x="0" y="0"/>
          <a:ext cx="0" cy="0"/>
          <a:chOff x="0" y="0"/>
          <a:chExt cx="0" cy="0"/>
        </a:xfrm>
      </p:grpSpPr>
      <p:sp>
        <p:nvSpPr>
          <p:cNvPr id="134" name="Google Shape;134;p14"/>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3400"/>
              <a:buNone/>
              <a:defRPr sz="3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35" name="Google Shape;135;p14"/>
          <p:cNvCxnSpPr/>
          <p:nvPr/>
        </p:nvCxnSpPr>
        <p:spPr>
          <a:xfrm flipH="1" rot="10800000">
            <a:off x="4688725" y="3613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36" name="Google Shape;136;p14"/>
          <p:cNvCxnSpPr/>
          <p:nvPr/>
        </p:nvCxnSpPr>
        <p:spPr>
          <a:xfrm flipH="1" rot="10800000">
            <a:off x="4688725" y="842850"/>
            <a:ext cx="3909900" cy="6900"/>
          </a:xfrm>
          <a:prstGeom prst="straightConnector1">
            <a:avLst/>
          </a:prstGeom>
          <a:noFill/>
          <a:ln cap="flat" cmpd="sng" w="9525">
            <a:solidFill>
              <a:srgbClr val="131313"/>
            </a:solidFill>
            <a:prstDash val="solid"/>
            <a:round/>
            <a:headEnd len="med" w="med" type="none"/>
            <a:tailEnd len="med" w="med" type="none"/>
          </a:ln>
        </p:spPr>
      </p:cxnSp>
      <p:cxnSp>
        <p:nvCxnSpPr>
          <p:cNvPr id="137" name="Google Shape;137;p14"/>
          <p:cNvCxnSpPr/>
          <p:nvPr/>
        </p:nvCxnSpPr>
        <p:spPr>
          <a:xfrm>
            <a:off x="4687525" y="4394822"/>
            <a:ext cx="3912300" cy="0"/>
          </a:xfrm>
          <a:prstGeom prst="straightConnector1">
            <a:avLst/>
          </a:prstGeom>
          <a:noFill/>
          <a:ln cap="flat" cmpd="sng" w="9525">
            <a:solidFill>
              <a:schemeClr val="dk1"/>
            </a:solidFill>
            <a:prstDash val="solid"/>
            <a:round/>
            <a:headEnd len="med" w="med" type="none"/>
            <a:tailEnd len="med" w="med" type="none"/>
          </a:ln>
        </p:spPr>
      </p:cxnSp>
      <p:sp>
        <p:nvSpPr>
          <p:cNvPr id="138" name="Google Shape;138;p14"/>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lvl1pPr lvl="0" rtl="0" algn="r">
              <a:lnSpc>
                <a:spcPct val="100000"/>
              </a:lnSpc>
              <a:spcBef>
                <a:spcPts val="0"/>
              </a:spcBef>
              <a:spcAft>
                <a:spcPts val="0"/>
              </a:spcAft>
              <a:buClr>
                <a:schemeClr val="dk1"/>
              </a:buClr>
              <a:buSzPts val="800"/>
              <a:buNone/>
              <a:defRPr b="1" sz="800">
                <a:solidFill>
                  <a:schemeClr val="dk1"/>
                </a:solidFill>
              </a:defRPr>
            </a:lvl1pPr>
            <a:lvl2pPr lvl="1" rtl="0" algn="r">
              <a:lnSpc>
                <a:spcPct val="100000"/>
              </a:lnSpc>
              <a:spcBef>
                <a:spcPts val="0"/>
              </a:spcBef>
              <a:spcAft>
                <a:spcPts val="0"/>
              </a:spcAft>
              <a:buClr>
                <a:schemeClr val="dk1"/>
              </a:buClr>
              <a:buSzPts val="1000"/>
              <a:buNone/>
              <a:defRPr b="1" sz="1000">
                <a:solidFill>
                  <a:schemeClr val="dk1"/>
                </a:solidFill>
              </a:defRPr>
            </a:lvl2pPr>
            <a:lvl3pPr lvl="2" rtl="0" algn="r">
              <a:lnSpc>
                <a:spcPct val="100000"/>
              </a:lnSpc>
              <a:spcBef>
                <a:spcPts val="0"/>
              </a:spcBef>
              <a:spcAft>
                <a:spcPts val="0"/>
              </a:spcAft>
              <a:buClr>
                <a:schemeClr val="dk1"/>
              </a:buClr>
              <a:buSzPts val="1000"/>
              <a:buNone/>
              <a:defRPr b="1" sz="1000">
                <a:solidFill>
                  <a:schemeClr val="dk1"/>
                </a:solidFill>
              </a:defRPr>
            </a:lvl3pPr>
            <a:lvl4pPr lvl="3" rtl="0" algn="r">
              <a:lnSpc>
                <a:spcPct val="100000"/>
              </a:lnSpc>
              <a:spcBef>
                <a:spcPts val="0"/>
              </a:spcBef>
              <a:spcAft>
                <a:spcPts val="0"/>
              </a:spcAft>
              <a:buClr>
                <a:schemeClr val="dk1"/>
              </a:buClr>
              <a:buSzPts val="1000"/>
              <a:buNone/>
              <a:defRPr b="1" sz="1000">
                <a:solidFill>
                  <a:schemeClr val="dk1"/>
                </a:solidFill>
              </a:defRPr>
            </a:lvl4pPr>
            <a:lvl5pPr lvl="4" rtl="0" algn="r">
              <a:lnSpc>
                <a:spcPct val="100000"/>
              </a:lnSpc>
              <a:spcBef>
                <a:spcPts val="0"/>
              </a:spcBef>
              <a:spcAft>
                <a:spcPts val="0"/>
              </a:spcAft>
              <a:buClr>
                <a:schemeClr val="dk1"/>
              </a:buClr>
              <a:buSzPts val="1000"/>
              <a:buNone/>
              <a:defRPr b="1" sz="1000">
                <a:solidFill>
                  <a:schemeClr val="dk1"/>
                </a:solidFill>
              </a:defRPr>
            </a:lvl5pPr>
            <a:lvl6pPr lvl="5" rtl="0" algn="r">
              <a:lnSpc>
                <a:spcPct val="100000"/>
              </a:lnSpc>
              <a:spcBef>
                <a:spcPts val="0"/>
              </a:spcBef>
              <a:spcAft>
                <a:spcPts val="0"/>
              </a:spcAft>
              <a:buClr>
                <a:schemeClr val="dk1"/>
              </a:buClr>
              <a:buSzPts val="1000"/>
              <a:buNone/>
              <a:defRPr b="1" sz="1000">
                <a:solidFill>
                  <a:schemeClr val="dk1"/>
                </a:solidFill>
              </a:defRPr>
            </a:lvl6pPr>
            <a:lvl7pPr lvl="6" rtl="0" algn="r">
              <a:lnSpc>
                <a:spcPct val="100000"/>
              </a:lnSpc>
              <a:spcBef>
                <a:spcPts val="0"/>
              </a:spcBef>
              <a:spcAft>
                <a:spcPts val="0"/>
              </a:spcAft>
              <a:buClr>
                <a:schemeClr val="dk1"/>
              </a:buClr>
              <a:buSzPts val="1000"/>
              <a:buNone/>
              <a:defRPr b="1" sz="1000">
                <a:solidFill>
                  <a:schemeClr val="dk1"/>
                </a:solidFill>
              </a:defRPr>
            </a:lvl7pPr>
            <a:lvl8pPr lvl="7" rtl="0" algn="r">
              <a:lnSpc>
                <a:spcPct val="100000"/>
              </a:lnSpc>
              <a:spcBef>
                <a:spcPts val="0"/>
              </a:spcBef>
              <a:spcAft>
                <a:spcPts val="0"/>
              </a:spcAft>
              <a:buClr>
                <a:schemeClr val="dk1"/>
              </a:buClr>
              <a:buSzPts val="1000"/>
              <a:buNone/>
              <a:defRPr b="1" sz="1000">
                <a:solidFill>
                  <a:schemeClr val="dk1"/>
                </a:solidFill>
              </a:defRPr>
            </a:lvl8pPr>
            <a:lvl9pPr lvl="8" rtl="0" algn="r">
              <a:lnSpc>
                <a:spcPct val="100000"/>
              </a:lnSpc>
              <a:spcBef>
                <a:spcPts val="0"/>
              </a:spcBef>
              <a:spcAft>
                <a:spcPts val="0"/>
              </a:spcAft>
              <a:buClr>
                <a:schemeClr val="dk1"/>
              </a:buClr>
              <a:buSzPts val="1000"/>
              <a:buNone/>
              <a:defRPr b="1" sz="1000">
                <a:solidFill>
                  <a:schemeClr val="dk1"/>
                </a:solidFill>
              </a:defRPr>
            </a:lvl9pPr>
          </a:lstStyle>
          <a:p/>
        </p:txBody>
      </p:sp>
      <p:sp>
        <p:nvSpPr>
          <p:cNvPr id="139" name="Google Shape;139;p14"/>
          <p:cNvSpPr txBox="1"/>
          <p:nvPr>
            <p:ph idx="2" type="subTitle"/>
          </p:nvPr>
        </p:nvSpPr>
        <p:spPr>
          <a:xfrm>
            <a:off x="4688725" y="1287900"/>
            <a:ext cx="3909900" cy="160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40" name="Google Shape;140;p14"/>
          <p:cNvSpPr txBox="1"/>
          <p:nvPr>
            <p:ph idx="3" type="subTitle"/>
          </p:nvPr>
        </p:nvSpPr>
        <p:spPr>
          <a:xfrm>
            <a:off x="4687525"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41" name="Google Shape;141;p14"/>
          <p:cNvSpPr txBox="1"/>
          <p:nvPr>
            <p:ph idx="4" type="subTitle"/>
          </p:nvPr>
        </p:nvSpPr>
        <p:spPr>
          <a:xfrm>
            <a:off x="4687525"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sp>
        <p:nvSpPr>
          <p:cNvPr id="142" name="Google Shape;142;p14"/>
          <p:cNvSpPr txBox="1"/>
          <p:nvPr>
            <p:ph idx="5" type="subTitle"/>
          </p:nvPr>
        </p:nvSpPr>
        <p:spPr>
          <a:xfrm>
            <a:off x="6759163" y="4614750"/>
            <a:ext cx="1838400" cy="16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800"/>
              <a:buNone/>
              <a:defRPr b="1" sz="8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143" name="Google Shape;143;p14"/>
          <p:cNvSpPr txBox="1"/>
          <p:nvPr>
            <p:ph idx="6" type="subTitle"/>
          </p:nvPr>
        </p:nvSpPr>
        <p:spPr>
          <a:xfrm>
            <a:off x="6759163" y="4454250"/>
            <a:ext cx="18384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sz="600">
                <a:solidFill>
                  <a:schemeClr val="dk1"/>
                </a:solidFill>
              </a:defRPr>
            </a:lvl1pPr>
            <a:lvl2pPr lvl="1" rtl="0">
              <a:lnSpc>
                <a:spcPct val="100000"/>
              </a:lnSpc>
              <a:spcBef>
                <a:spcPts val="0"/>
              </a:spcBef>
              <a:spcAft>
                <a:spcPts val="0"/>
              </a:spcAft>
              <a:buClr>
                <a:schemeClr val="dk1"/>
              </a:buClr>
              <a:buSzPts val="800"/>
              <a:buNone/>
              <a:defRPr sz="800">
                <a:solidFill>
                  <a:schemeClr val="dk1"/>
                </a:solidFill>
              </a:defRPr>
            </a:lvl2pPr>
            <a:lvl3pPr lvl="2" rtl="0">
              <a:lnSpc>
                <a:spcPct val="100000"/>
              </a:lnSpc>
              <a:spcBef>
                <a:spcPts val="0"/>
              </a:spcBef>
              <a:spcAft>
                <a:spcPts val="0"/>
              </a:spcAft>
              <a:buClr>
                <a:schemeClr val="dk1"/>
              </a:buClr>
              <a:buSzPts val="800"/>
              <a:buNone/>
              <a:defRPr sz="800">
                <a:solidFill>
                  <a:schemeClr val="dk1"/>
                </a:solidFill>
              </a:defRPr>
            </a:lvl3pPr>
            <a:lvl4pPr lvl="3" rtl="0">
              <a:lnSpc>
                <a:spcPct val="100000"/>
              </a:lnSpc>
              <a:spcBef>
                <a:spcPts val="0"/>
              </a:spcBef>
              <a:spcAft>
                <a:spcPts val="0"/>
              </a:spcAft>
              <a:buClr>
                <a:schemeClr val="dk1"/>
              </a:buClr>
              <a:buSzPts val="800"/>
              <a:buNone/>
              <a:defRPr sz="800">
                <a:solidFill>
                  <a:schemeClr val="dk1"/>
                </a:solidFill>
              </a:defRPr>
            </a:lvl4pPr>
            <a:lvl5pPr lvl="4" rtl="0">
              <a:lnSpc>
                <a:spcPct val="100000"/>
              </a:lnSpc>
              <a:spcBef>
                <a:spcPts val="0"/>
              </a:spcBef>
              <a:spcAft>
                <a:spcPts val="0"/>
              </a:spcAft>
              <a:buClr>
                <a:schemeClr val="dk1"/>
              </a:buClr>
              <a:buSzPts val="800"/>
              <a:buNone/>
              <a:defRPr sz="800">
                <a:solidFill>
                  <a:schemeClr val="dk1"/>
                </a:solidFill>
              </a:defRPr>
            </a:lvl5pPr>
            <a:lvl6pPr lvl="5" rtl="0">
              <a:lnSpc>
                <a:spcPct val="100000"/>
              </a:lnSpc>
              <a:spcBef>
                <a:spcPts val="0"/>
              </a:spcBef>
              <a:spcAft>
                <a:spcPts val="0"/>
              </a:spcAft>
              <a:buClr>
                <a:schemeClr val="dk1"/>
              </a:buClr>
              <a:buSzPts val="800"/>
              <a:buNone/>
              <a:defRPr sz="800">
                <a:solidFill>
                  <a:schemeClr val="dk1"/>
                </a:solidFill>
              </a:defRPr>
            </a:lvl6pPr>
            <a:lvl7pPr lvl="6" rtl="0">
              <a:lnSpc>
                <a:spcPct val="100000"/>
              </a:lnSpc>
              <a:spcBef>
                <a:spcPts val="0"/>
              </a:spcBef>
              <a:spcAft>
                <a:spcPts val="0"/>
              </a:spcAft>
              <a:buClr>
                <a:schemeClr val="dk1"/>
              </a:buClr>
              <a:buSzPts val="800"/>
              <a:buNone/>
              <a:defRPr sz="800">
                <a:solidFill>
                  <a:schemeClr val="dk1"/>
                </a:solidFill>
              </a:defRPr>
            </a:lvl7pPr>
            <a:lvl8pPr lvl="7" rtl="0">
              <a:lnSpc>
                <a:spcPct val="100000"/>
              </a:lnSpc>
              <a:spcBef>
                <a:spcPts val="0"/>
              </a:spcBef>
              <a:spcAft>
                <a:spcPts val="0"/>
              </a:spcAft>
              <a:buClr>
                <a:schemeClr val="dk1"/>
              </a:buClr>
              <a:buSzPts val="800"/>
              <a:buNone/>
              <a:defRPr sz="800">
                <a:solidFill>
                  <a:schemeClr val="dk1"/>
                </a:solidFill>
              </a:defRPr>
            </a:lvl8pPr>
            <a:lvl9pPr lvl="8" rtl="0">
              <a:lnSpc>
                <a:spcPct val="100000"/>
              </a:lnSpc>
              <a:spcBef>
                <a:spcPts val="0"/>
              </a:spcBef>
              <a:spcAft>
                <a:spcPts val="0"/>
              </a:spcAft>
              <a:buClr>
                <a:schemeClr val="dk1"/>
              </a:buClr>
              <a:buSzPts val="800"/>
              <a:buNone/>
              <a:defRPr sz="800">
                <a:solidFill>
                  <a:schemeClr val="dk1"/>
                </a:solidFill>
              </a:defRPr>
            </a:lvl9pPr>
          </a:lstStyle>
          <a:p/>
        </p:txBody>
      </p:sp>
      <p:pic>
        <p:nvPicPr>
          <p:cNvPr id="144" name="Google Shape;144;p14"/>
          <p:cNvPicPr preferRelativeResize="0"/>
          <p:nvPr/>
        </p:nvPicPr>
        <p:blipFill>
          <a:blip r:embed="rId2">
            <a:alphaModFix/>
          </a:blip>
          <a:stretch>
            <a:fillRect/>
          </a:stretch>
        </p:blipFill>
        <p:spPr>
          <a:xfrm>
            <a:off x="4691338" y="525379"/>
            <a:ext cx="650950" cy="160197"/>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TITLE">
  <p:cSld name="BLANK_1_1_1_1">
    <p:bg>
      <p:bgPr>
        <a:solidFill>
          <a:srgbClr val="FFFFFF"/>
        </a:solidFill>
      </p:bgPr>
    </p:bg>
    <p:spTree>
      <p:nvGrpSpPr>
        <p:cNvPr id="145" name="Shape 145"/>
        <p:cNvGrpSpPr/>
        <p:nvPr/>
      </p:nvGrpSpPr>
      <p:grpSpPr>
        <a:xfrm>
          <a:off x="0" y="0"/>
          <a:ext cx="0" cy="0"/>
          <a:chOff x="0" y="0"/>
          <a:chExt cx="0" cy="0"/>
        </a:xfrm>
      </p:grpSpPr>
      <p:sp>
        <p:nvSpPr>
          <p:cNvPr id="146" name="Google Shape;146;p15"/>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147" name="Google Shape;147;p1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48" name="Google Shape;148;p15"/>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49" name="Google Shape;149;p1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50" name="Google Shape;150;p15"/>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51" name="Google Shape;151;p1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52" name="Google Shape;152;p1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TITLE - 2">
  <p:cSld name="BLANK_1_1_1_1_8">
    <p:bg>
      <p:bgPr>
        <a:solidFill>
          <a:srgbClr val="FFFFFF"/>
        </a:solidFill>
      </p:bgPr>
    </p:bg>
    <p:spTree>
      <p:nvGrpSpPr>
        <p:cNvPr id="153" name="Shape 153"/>
        <p:cNvGrpSpPr/>
        <p:nvPr/>
      </p:nvGrpSpPr>
      <p:grpSpPr>
        <a:xfrm>
          <a:off x="0" y="0"/>
          <a:ext cx="0" cy="0"/>
          <a:chOff x="0" y="0"/>
          <a:chExt cx="0" cy="0"/>
        </a:xfrm>
      </p:grpSpPr>
      <p:cxnSp>
        <p:nvCxnSpPr>
          <p:cNvPr id="154" name="Google Shape;154;p16"/>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55" name="Google Shape;155;p1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56" name="Google Shape;156;p1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16"/>
          <p:cNvSpPr txBox="1"/>
          <p:nvPr>
            <p:ph type="ctrTitle"/>
          </p:nvPr>
        </p:nvSpPr>
        <p:spPr>
          <a:xfrm>
            <a:off x="545450" y="368250"/>
            <a:ext cx="8053200" cy="8388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158" name="Google Shape;158;p16"/>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159" name="Google Shape;159;p16"/>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160" name="Google Shape;160;p16"/>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INDEX">
  <p:cSld name="BLANK_1_1_1_1_6">
    <p:bg>
      <p:bgPr>
        <a:solidFill>
          <a:srgbClr val="FFFFFF"/>
        </a:solidFill>
      </p:bgPr>
    </p:bg>
    <p:spTree>
      <p:nvGrpSpPr>
        <p:cNvPr id="161" name="Shape 161"/>
        <p:cNvGrpSpPr/>
        <p:nvPr/>
      </p:nvGrpSpPr>
      <p:grpSpPr>
        <a:xfrm>
          <a:off x="0" y="0"/>
          <a:ext cx="0" cy="0"/>
          <a:chOff x="0" y="0"/>
          <a:chExt cx="0" cy="0"/>
        </a:xfrm>
      </p:grpSpPr>
      <p:cxnSp>
        <p:nvCxnSpPr>
          <p:cNvPr id="162" name="Google Shape;162;p17"/>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163" name="Google Shape;163;p17"/>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164" name="Google Shape;164;p1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165" name="Google Shape;165;p17"/>
          <p:cNvCxnSpPr/>
          <p:nvPr/>
        </p:nvCxnSpPr>
        <p:spPr>
          <a:xfrm>
            <a:off x="545450" y="1205389"/>
            <a:ext cx="2537400" cy="0"/>
          </a:xfrm>
          <a:prstGeom prst="straightConnector1">
            <a:avLst/>
          </a:prstGeom>
          <a:noFill/>
          <a:ln cap="flat" cmpd="sng" w="9525">
            <a:solidFill>
              <a:srgbClr val="131313"/>
            </a:solidFill>
            <a:prstDash val="solid"/>
            <a:round/>
            <a:headEnd len="med" w="med" type="none"/>
            <a:tailEnd len="med" w="med" type="none"/>
          </a:ln>
        </p:spPr>
      </p:cxnSp>
      <p:cxnSp>
        <p:nvCxnSpPr>
          <p:cNvPr id="166" name="Google Shape;166;p17"/>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167" name="Google Shape;167;p17"/>
          <p:cNvSpPr txBox="1"/>
          <p:nvPr>
            <p:ph type="ctrTitle"/>
          </p:nvPr>
        </p:nvSpPr>
        <p:spPr>
          <a:xfrm>
            <a:off x="545450" y="368250"/>
            <a:ext cx="2304300" cy="837300"/>
          </a:xfrm>
          <a:prstGeom prst="rect">
            <a:avLst/>
          </a:prstGeom>
        </p:spPr>
        <p:txBody>
          <a:bodyPr anchorCtr="0" anchor="ctr" bIns="0" lIns="0" spcFirstLastPara="1" rIns="0" wrap="square" tIns="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cxnSp>
        <p:nvCxnSpPr>
          <p:cNvPr id="168" name="Google Shape;168;p17"/>
          <p:cNvCxnSpPr/>
          <p:nvPr/>
        </p:nvCxnSpPr>
        <p:spPr>
          <a:xfrm>
            <a:off x="3082950" y="369400"/>
            <a:ext cx="0" cy="4182600"/>
          </a:xfrm>
          <a:prstGeom prst="straightConnector1">
            <a:avLst/>
          </a:prstGeom>
          <a:noFill/>
          <a:ln cap="flat" cmpd="sng" w="9525">
            <a:solidFill>
              <a:srgbClr val="131313"/>
            </a:solidFill>
            <a:prstDash val="solid"/>
            <a:round/>
            <a:headEnd len="med" w="med" type="none"/>
            <a:tailEnd len="med" w="med" type="none"/>
          </a:ln>
        </p:spPr>
      </p:cxnSp>
      <p:sp>
        <p:nvSpPr>
          <p:cNvPr id="169" name="Google Shape;169;p17"/>
          <p:cNvSpPr txBox="1"/>
          <p:nvPr>
            <p:ph idx="2" type="subTitle"/>
          </p:nvPr>
        </p:nvSpPr>
        <p:spPr>
          <a:xfrm>
            <a:off x="552900" y="1334614"/>
            <a:ext cx="2304300" cy="552000"/>
          </a:xfrm>
          <a:prstGeom prst="rect">
            <a:avLst/>
          </a:prstGeom>
        </p:spPr>
        <p:txBody>
          <a:bodyPr anchorCtr="0" anchor="t" bIns="0" lIns="0" spcFirstLastPara="1" rIns="0" wrap="square" tIns="0">
            <a:noAutofit/>
          </a:bodyPr>
          <a:lstStyle>
            <a:lvl1pPr lvl="0" rtl="0">
              <a:spcBef>
                <a:spcPts val="0"/>
              </a:spcBef>
              <a:spcAft>
                <a:spcPts val="0"/>
              </a:spcAft>
              <a:buSzPts val="1000"/>
              <a:buNone/>
              <a:defRPr sz="10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0" name="Google Shape;170;p17"/>
          <p:cNvSpPr txBox="1"/>
          <p:nvPr>
            <p:ph idx="3" type="body"/>
          </p:nvPr>
        </p:nvSpPr>
        <p:spPr>
          <a:xfrm>
            <a:off x="3998175" y="580950"/>
            <a:ext cx="1844700" cy="914400"/>
          </a:xfrm>
          <a:prstGeom prst="rect">
            <a:avLst/>
          </a:prstGeom>
        </p:spPr>
        <p:txBody>
          <a:bodyPr anchorCtr="0" anchor="t" bIns="0" lIns="0" spcFirstLastPara="1" rIns="0" wrap="square" tIns="0">
            <a:noAutofit/>
          </a:bodyPr>
          <a:lstStyle>
            <a:lvl1pPr indent="-317500" lvl="0" marL="457200">
              <a:lnSpc>
                <a:spcPct val="90000"/>
              </a:lnSpc>
              <a:spcBef>
                <a:spcPts val="0"/>
              </a:spcBef>
              <a:spcAft>
                <a:spcPts val="0"/>
              </a:spcAft>
              <a:buSzPts val="1400"/>
              <a:buChar char="●"/>
              <a:defRPr sz="1400"/>
            </a:lvl1pPr>
            <a:lvl2pPr indent="-317500" lvl="1" marL="914400">
              <a:lnSpc>
                <a:spcPct val="90000"/>
              </a:lnSpc>
              <a:spcBef>
                <a:spcPts val="1600"/>
              </a:spcBef>
              <a:spcAft>
                <a:spcPts val="0"/>
              </a:spcAft>
              <a:buSzPts val="1400"/>
              <a:buChar char="○"/>
              <a:defRPr/>
            </a:lvl2pPr>
            <a:lvl3pPr indent="-317500" lvl="2" marL="1371600">
              <a:lnSpc>
                <a:spcPct val="90000"/>
              </a:lnSpc>
              <a:spcBef>
                <a:spcPts val="1600"/>
              </a:spcBef>
              <a:spcAft>
                <a:spcPts val="0"/>
              </a:spcAft>
              <a:buSzPts val="1400"/>
              <a:buChar char="■"/>
              <a:defRPr/>
            </a:lvl3pPr>
            <a:lvl4pPr indent="-317500" lvl="3" marL="1828800">
              <a:lnSpc>
                <a:spcPct val="90000"/>
              </a:lnSpc>
              <a:spcBef>
                <a:spcPts val="1600"/>
              </a:spcBef>
              <a:spcAft>
                <a:spcPts val="0"/>
              </a:spcAft>
              <a:buSzPts val="1400"/>
              <a:buChar char="●"/>
              <a:defRPr/>
            </a:lvl4pPr>
            <a:lvl5pPr indent="-317500" lvl="4" marL="2286000">
              <a:lnSpc>
                <a:spcPct val="90000"/>
              </a:lnSpc>
              <a:spcBef>
                <a:spcPts val="1600"/>
              </a:spcBef>
              <a:spcAft>
                <a:spcPts val="0"/>
              </a:spcAft>
              <a:buSzPts val="1400"/>
              <a:buChar char="○"/>
              <a:defRPr/>
            </a:lvl5pPr>
            <a:lvl6pPr indent="-317500" lvl="5" marL="2743200">
              <a:lnSpc>
                <a:spcPct val="90000"/>
              </a:lnSpc>
              <a:spcBef>
                <a:spcPts val="1600"/>
              </a:spcBef>
              <a:spcAft>
                <a:spcPts val="0"/>
              </a:spcAft>
              <a:buSzPts val="1400"/>
              <a:buChar char="■"/>
              <a:defRPr/>
            </a:lvl6pPr>
            <a:lvl7pPr indent="-317500" lvl="6" marL="3200400">
              <a:lnSpc>
                <a:spcPct val="90000"/>
              </a:lnSpc>
              <a:spcBef>
                <a:spcPts val="1600"/>
              </a:spcBef>
              <a:spcAft>
                <a:spcPts val="0"/>
              </a:spcAft>
              <a:buSzPts val="1400"/>
              <a:buChar char="●"/>
              <a:defRPr/>
            </a:lvl7pPr>
            <a:lvl8pPr indent="-317500" lvl="7" marL="3657600">
              <a:lnSpc>
                <a:spcPct val="90000"/>
              </a:lnSpc>
              <a:spcBef>
                <a:spcPts val="1600"/>
              </a:spcBef>
              <a:spcAft>
                <a:spcPts val="0"/>
              </a:spcAft>
              <a:buSzPts val="1400"/>
              <a:buChar char="○"/>
              <a:defRPr/>
            </a:lvl8pPr>
            <a:lvl9pPr indent="-317500" lvl="8" marL="4114800">
              <a:lnSpc>
                <a:spcPct val="90000"/>
              </a:lnSpc>
              <a:spcBef>
                <a:spcPts val="1600"/>
              </a:spcBef>
              <a:spcAft>
                <a:spcPts val="1600"/>
              </a:spcAft>
              <a:buSzPts val="1400"/>
              <a:buChar char="■"/>
              <a:defRPr/>
            </a:lvl9pPr>
          </a:lstStyle>
          <a:p/>
        </p:txBody>
      </p:sp>
      <p:sp>
        <p:nvSpPr>
          <p:cNvPr id="171" name="Google Shape;171;p17"/>
          <p:cNvSpPr txBox="1"/>
          <p:nvPr>
            <p:ph idx="4" type="body"/>
          </p:nvPr>
        </p:nvSpPr>
        <p:spPr>
          <a:xfrm>
            <a:off x="6757950" y="5809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2" name="Google Shape;172;p17"/>
          <p:cNvSpPr txBox="1"/>
          <p:nvPr>
            <p:ph idx="5" type="body"/>
          </p:nvPr>
        </p:nvSpPr>
        <p:spPr>
          <a:xfrm>
            <a:off x="3998175" y="1708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3" name="Google Shape;173;p17"/>
          <p:cNvSpPr txBox="1"/>
          <p:nvPr>
            <p:ph idx="6" type="body"/>
          </p:nvPr>
        </p:nvSpPr>
        <p:spPr>
          <a:xfrm>
            <a:off x="6757950" y="1708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4" name="Google Shape;174;p17"/>
          <p:cNvSpPr txBox="1"/>
          <p:nvPr>
            <p:ph idx="7" type="body"/>
          </p:nvPr>
        </p:nvSpPr>
        <p:spPr>
          <a:xfrm>
            <a:off x="3998175" y="2842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sp>
        <p:nvSpPr>
          <p:cNvPr id="175" name="Google Shape;175;p17"/>
          <p:cNvSpPr txBox="1"/>
          <p:nvPr>
            <p:ph idx="8" type="body"/>
          </p:nvPr>
        </p:nvSpPr>
        <p:spPr>
          <a:xfrm>
            <a:off x="6757950" y="2842050"/>
            <a:ext cx="1844700" cy="914400"/>
          </a:xfrm>
          <a:prstGeom prst="rect">
            <a:avLst/>
          </a:prstGeom>
        </p:spPr>
        <p:txBody>
          <a:bodyPr anchorCtr="0" anchor="t" bIns="0" lIns="0" spcFirstLastPara="1" rIns="0" wrap="square" tIns="0">
            <a:noAutofit/>
          </a:bodyPr>
          <a:lstStyle>
            <a:lvl1pPr indent="-317500" lvl="0" marL="457200" rtl="0">
              <a:lnSpc>
                <a:spcPct val="90000"/>
              </a:lnSpc>
              <a:spcBef>
                <a:spcPts val="0"/>
              </a:spcBef>
              <a:spcAft>
                <a:spcPts val="0"/>
              </a:spcAft>
              <a:buSzPts val="1400"/>
              <a:buChar char="●"/>
              <a:defRPr sz="1400"/>
            </a:lvl1pPr>
            <a:lvl2pPr indent="-317500" lvl="1" marL="914400" rtl="0">
              <a:lnSpc>
                <a:spcPct val="90000"/>
              </a:lnSpc>
              <a:spcBef>
                <a:spcPts val="1600"/>
              </a:spcBef>
              <a:spcAft>
                <a:spcPts val="0"/>
              </a:spcAft>
              <a:buSzPts val="1400"/>
              <a:buChar char="○"/>
              <a:defRPr/>
            </a:lvl2pPr>
            <a:lvl3pPr indent="-317500" lvl="2" marL="1371600" rtl="0">
              <a:lnSpc>
                <a:spcPct val="90000"/>
              </a:lnSpc>
              <a:spcBef>
                <a:spcPts val="1600"/>
              </a:spcBef>
              <a:spcAft>
                <a:spcPts val="0"/>
              </a:spcAft>
              <a:buSzPts val="1400"/>
              <a:buChar char="■"/>
              <a:defRPr/>
            </a:lvl3pPr>
            <a:lvl4pPr indent="-317500" lvl="3" marL="1828800" rtl="0">
              <a:lnSpc>
                <a:spcPct val="90000"/>
              </a:lnSpc>
              <a:spcBef>
                <a:spcPts val="1600"/>
              </a:spcBef>
              <a:spcAft>
                <a:spcPts val="0"/>
              </a:spcAft>
              <a:buSzPts val="1400"/>
              <a:buChar char="●"/>
              <a:defRPr/>
            </a:lvl4pPr>
            <a:lvl5pPr indent="-317500" lvl="4" marL="2286000" rtl="0">
              <a:lnSpc>
                <a:spcPct val="90000"/>
              </a:lnSpc>
              <a:spcBef>
                <a:spcPts val="1600"/>
              </a:spcBef>
              <a:spcAft>
                <a:spcPts val="0"/>
              </a:spcAft>
              <a:buSzPts val="1400"/>
              <a:buChar char="○"/>
              <a:defRPr/>
            </a:lvl5pPr>
            <a:lvl6pPr indent="-317500" lvl="5" marL="2743200" rtl="0">
              <a:lnSpc>
                <a:spcPct val="90000"/>
              </a:lnSpc>
              <a:spcBef>
                <a:spcPts val="1600"/>
              </a:spcBef>
              <a:spcAft>
                <a:spcPts val="0"/>
              </a:spcAft>
              <a:buSzPts val="1400"/>
              <a:buChar char="■"/>
              <a:defRPr/>
            </a:lvl6pPr>
            <a:lvl7pPr indent="-317500" lvl="6" marL="3200400" rtl="0">
              <a:lnSpc>
                <a:spcPct val="90000"/>
              </a:lnSpc>
              <a:spcBef>
                <a:spcPts val="1600"/>
              </a:spcBef>
              <a:spcAft>
                <a:spcPts val="0"/>
              </a:spcAft>
              <a:buSzPts val="1400"/>
              <a:buChar char="●"/>
              <a:defRPr/>
            </a:lvl7pPr>
            <a:lvl8pPr indent="-317500" lvl="7" marL="3657600" rtl="0">
              <a:lnSpc>
                <a:spcPct val="90000"/>
              </a:lnSpc>
              <a:spcBef>
                <a:spcPts val="1600"/>
              </a:spcBef>
              <a:spcAft>
                <a:spcPts val="0"/>
              </a:spcAft>
              <a:buSzPts val="1400"/>
              <a:buChar char="○"/>
              <a:defRPr/>
            </a:lvl8pPr>
            <a:lvl9pPr indent="-317500" lvl="8" marL="4114800" rtl="0">
              <a:lnSpc>
                <a:spcPct val="90000"/>
              </a:lnSpc>
              <a:spcBef>
                <a:spcPts val="1600"/>
              </a:spcBef>
              <a:spcAft>
                <a:spcPts val="1600"/>
              </a:spcAft>
              <a:buSzPts val="1400"/>
              <a:buChar char="■"/>
              <a:defRPr/>
            </a:lvl9pPr>
          </a:lstStyle>
          <a:p/>
        </p:txBody>
      </p:sp>
      <p:pic>
        <p:nvPicPr>
          <p:cNvPr id="176" name="Google Shape;176;p17"/>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TITLE BLACK">
  <p:cSld name="BLANK_1_1_1_1_5">
    <p:bg>
      <p:bgPr>
        <a:solidFill>
          <a:srgbClr val="131313"/>
        </a:solidFill>
      </p:bgPr>
    </p:bg>
    <p:spTree>
      <p:nvGrpSpPr>
        <p:cNvPr id="177" name="Shape 177"/>
        <p:cNvGrpSpPr/>
        <p:nvPr/>
      </p:nvGrpSpPr>
      <p:grpSpPr>
        <a:xfrm>
          <a:off x="0" y="0"/>
          <a:ext cx="0" cy="0"/>
          <a:chOff x="0" y="0"/>
          <a:chExt cx="0" cy="0"/>
        </a:xfrm>
      </p:grpSpPr>
      <p:sp>
        <p:nvSpPr>
          <p:cNvPr id="178" name="Google Shape;178;p18"/>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Clr>
                <a:srgbClr val="FFFFFF"/>
              </a:buClr>
              <a:buSzPts val="1800"/>
              <a:buNone/>
              <a:defRPr sz="1800">
                <a:solidFill>
                  <a:srgbClr val="FFFFFF"/>
                </a:solidFill>
              </a:defRPr>
            </a:lvl2pPr>
            <a:lvl3pPr lvl="2" rtl="0">
              <a:spcBef>
                <a:spcPts val="0"/>
              </a:spcBef>
              <a:spcAft>
                <a:spcPts val="0"/>
              </a:spcAft>
              <a:buClr>
                <a:srgbClr val="FFFFFF"/>
              </a:buClr>
              <a:buSzPts val="1800"/>
              <a:buNone/>
              <a:defRPr sz="1800">
                <a:solidFill>
                  <a:srgbClr val="FFFFFF"/>
                </a:solidFill>
              </a:defRPr>
            </a:lvl3pPr>
            <a:lvl4pPr lvl="3" rtl="0">
              <a:spcBef>
                <a:spcPts val="0"/>
              </a:spcBef>
              <a:spcAft>
                <a:spcPts val="0"/>
              </a:spcAft>
              <a:buClr>
                <a:srgbClr val="FFFFFF"/>
              </a:buClr>
              <a:buSzPts val="1800"/>
              <a:buNone/>
              <a:defRPr sz="1800">
                <a:solidFill>
                  <a:srgbClr val="FFFFFF"/>
                </a:solidFill>
              </a:defRPr>
            </a:lvl4pPr>
            <a:lvl5pPr lvl="4" rtl="0">
              <a:spcBef>
                <a:spcPts val="0"/>
              </a:spcBef>
              <a:spcAft>
                <a:spcPts val="0"/>
              </a:spcAft>
              <a:buClr>
                <a:srgbClr val="FFFFFF"/>
              </a:buClr>
              <a:buSzPts val="1800"/>
              <a:buNone/>
              <a:defRPr sz="1800">
                <a:solidFill>
                  <a:srgbClr val="FFFFFF"/>
                </a:solidFill>
              </a:defRPr>
            </a:lvl5pPr>
            <a:lvl6pPr lvl="5" rtl="0">
              <a:spcBef>
                <a:spcPts val="0"/>
              </a:spcBef>
              <a:spcAft>
                <a:spcPts val="0"/>
              </a:spcAft>
              <a:buClr>
                <a:srgbClr val="FFFFFF"/>
              </a:buClr>
              <a:buSzPts val="1800"/>
              <a:buNone/>
              <a:defRPr sz="1800">
                <a:solidFill>
                  <a:srgbClr val="FFFFFF"/>
                </a:solidFill>
              </a:defRPr>
            </a:lvl6pPr>
            <a:lvl7pPr lvl="6" rtl="0">
              <a:spcBef>
                <a:spcPts val="0"/>
              </a:spcBef>
              <a:spcAft>
                <a:spcPts val="0"/>
              </a:spcAft>
              <a:buClr>
                <a:srgbClr val="FFFFFF"/>
              </a:buClr>
              <a:buSzPts val="1800"/>
              <a:buNone/>
              <a:defRPr sz="1800">
                <a:solidFill>
                  <a:srgbClr val="FFFFFF"/>
                </a:solidFill>
              </a:defRPr>
            </a:lvl7pPr>
            <a:lvl8pPr lvl="7" rtl="0">
              <a:spcBef>
                <a:spcPts val="0"/>
              </a:spcBef>
              <a:spcAft>
                <a:spcPts val="0"/>
              </a:spcAft>
              <a:buClr>
                <a:srgbClr val="FFFFFF"/>
              </a:buClr>
              <a:buSzPts val="1800"/>
              <a:buNone/>
              <a:defRPr sz="1800">
                <a:solidFill>
                  <a:srgbClr val="FFFFFF"/>
                </a:solidFill>
              </a:defRPr>
            </a:lvl8pPr>
            <a:lvl9pPr lvl="8" rtl="0">
              <a:spcBef>
                <a:spcPts val="0"/>
              </a:spcBef>
              <a:spcAft>
                <a:spcPts val="0"/>
              </a:spcAft>
              <a:buClr>
                <a:srgbClr val="FFFFFF"/>
              </a:buClr>
              <a:buSzPts val="1800"/>
              <a:buNone/>
              <a:defRPr sz="1800">
                <a:solidFill>
                  <a:srgbClr val="FFFFFF"/>
                </a:solidFill>
              </a:defRPr>
            </a:lvl9pPr>
          </a:lstStyle>
          <a:p/>
        </p:txBody>
      </p:sp>
      <p:cxnSp>
        <p:nvCxnSpPr>
          <p:cNvPr id="179" name="Google Shape;179;p18"/>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80" name="Google Shape;180;p18"/>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81" name="Google Shape;181;p18"/>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82" name="Google Shape;182;p18"/>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83" name="Google Shape;183;p1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84" name="Google Shape;184;p18"/>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TITLE BLACK - 2">
  <p:cSld name="BLANK_1_1_1_1_5_1">
    <p:bg>
      <p:bgPr>
        <a:solidFill>
          <a:srgbClr val="131313"/>
        </a:solidFill>
      </p:bgPr>
    </p:bg>
    <p:spTree>
      <p:nvGrpSpPr>
        <p:cNvPr id="185" name="Shape 185"/>
        <p:cNvGrpSpPr/>
        <p:nvPr/>
      </p:nvGrpSpPr>
      <p:grpSpPr>
        <a:xfrm>
          <a:off x="0" y="0"/>
          <a:ext cx="0" cy="0"/>
          <a:chOff x="0" y="0"/>
          <a:chExt cx="0" cy="0"/>
        </a:xfrm>
      </p:grpSpPr>
      <p:cxnSp>
        <p:nvCxnSpPr>
          <p:cNvPr id="186" name="Google Shape;186;p19"/>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87" name="Google Shape;187;p19"/>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88" name="Google Shape;188;p1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9" name="Google Shape;189;p19"/>
          <p:cNvSpPr txBox="1"/>
          <p:nvPr>
            <p:ph type="ctrTitle"/>
          </p:nvPr>
        </p:nvSpPr>
        <p:spPr>
          <a:xfrm>
            <a:off x="545450" y="368250"/>
            <a:ext cx="8053200" cy="8388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Clr>
                <a:srgbClr val="FFFFFF"/>
              </a:buClr>
              <a:buSzPts val="1800"/>
              <a:buNone/>
              <a:defRPr sz="1800">
                <a:solidFill>
                  <a:srgbClr val="FFFFFF"/>
                </a:solidFill>
              </a:defRPr>
            </a:lvl2pPr>
            <a:lvl3pPr lvl="2" rtl="0">
              <a:spcBef>
                <a:spcPts val="0"/>
              </a:spcBef>
              <a:spcAft>
                <a:spcPts val="0"/>
              </a:spcAft>
              <a:buClr>
                <a:srgbClr val="FFFFFF"/>
              </a:buClr>
              <a:buSzPts val="1800"/>
              <a:buNone/>
              <a:defRPr sz="1800">
                <a:solidFill>
                  <a:srgbClr val="FFFFFF"/>
                </a:solidFill>
              </a:defRPr>
            </a:lvl3pPr>
            <a:lvl4pPr lvl="3" rtl="0">
              <a:spcBef>
                <a:spcPts val="0"/>
              </a:spcBef>
              <a:spcAft>
                <a:spcPts val="0"/>
              </a:spcAft>
              <a:buClr>
                <a:srgbClr val="FFFFFF"/>
              </a:buClr>
              <a:buSzPts val="1800"/>
              <a:buNone/>
              <a:defRPr sz="1800">
                <a:solidFill>
                  <a:srgbClr val="FFFFFF"/>
                </a:solidFill>
              </a:defRPr>
            </a:lvl4pPr>
            <a:lvl5pPr lvl="4" rtl="0">
              <a:spcBef>
                <a:spcPts val="0"/>
              </a:spcBef>
              <a:spcAft>
                <a:spcPts val="0"/>
              </a:spcAft>
              <a:buClr>
                <a:srgbClr val="FFFFFF"/>
              </a:buClr>
              <a:buSzPts val="1800"/>
              <a:buNone/>
              <a:defRPr sz="1800">
                <a:solidFill>
                  <a:srgbClr val="FFFFFF"/>
                </a:solidFill>
              </a:defRPr>
            </a:lvl5pPr>
            <a:lvl6pPr lvl="5" rtl="0">
              <a:spcBef>
                <a:spcPts val="0"/>
              </a:spcBef>
              <a:spcAft>
                <a:spcPts val="0"/>
              </a:spcAft>
              <a:buClr>
                <a:srgbClr val="FFFFFF"/>
              </a:buClr>
              <a:buSzPts val="1800"/>
              <a:buNone/>
              <a:defRPr sz="1800">
                <a:solidFill>
                  <a:srgbClr val="FFFFFF"/>
                </a:solidFill>
              </a:defRPr>
            </a:lvl6pPr>
            <a:lvl7pPr lvl="6" rtl="0">
              <a:spcBef>
                <a:spcPts val="0"/>
              </a:spcBef>
              <a:spcAft>
                <a:spcPts val="0"/>
              </a:spcAft>
              <a:buClr>
                <a:srgbClr val="FFFFFF"/>
              </a:buClr>
              <a:buSzPts val="1800"/>
              <a:buNone/>
              <a:defRPr sz="1800">
                <a:solidFill>
                  <a:srgbClr val="FFFFFF"/>
                </a:solidFill>
              </a:defRPr>
            </a:lvl7pPr>
            <a:lvl8pPr lvl="7" rtl="0">
              <a:spcBef>
                <a:spcPts val="0"/>
              </a:spcBef>
              <a:spcAft>
                <a:spcPts val="0"/>
              </a:spcAft>
              <a:buClr>
                <a:srgbClr val="FFFFFF"/>
              </a:buClr>
              <a:buSzPts val="1800"/>
              <a:buNone/>
              <a:defRPr sz="1800">
                <a:solidFill>
                  <a:srgbClr val="FFFFFF"/>
                </a:solidFill>
              </a:defRPr>
            </a:lvl8pPr>
            <a:lvl9pPr lvl="8" rtl="0">
              <a:spcBef>
                <a:spcPts val="0"/>
              </a:spcBef>
              <a:spcAft>
                <a:spcPts val="0"/>
              </a:spcAft>
              <a:buClr>
                <a:srgbClr val="FFFFFF"/>
              </a:buClr>
              <a:buSzPts val="1800"/>
              <a:buNone/>
              <a:defRPr sz="1800">
                <a:solidFill>
                  <a:srgbClr val="FFFFFF"/>
                </a:solidFill>
              </a:defRPr>
            </a:lvl9pPr>
          </a:lstStyle>
          <a:p/>
        </p:txBody>
      </p:sp>
      <p:cxnSp>
        <p:nvCxnSpPr>
          <p:cNvPr id="190" name="Google Shape;190;p19"/>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91" name="Google Shape;191;p19"/>
          <p:cNvCxnSpPr/>
          <p:nvPr/>
        </p:nvCxnSpPr>
        <p:spPr>
          <a:xfrm flipH="1" rot="10800000">
            <a:off x="545450" y="1200017"/>
            <a:ext cx="8053200" cy="6900"/>
          </a:xfrm>
          <a:prstGeom prst="straightConnector1">
            <a:avLst/>
          </a:prstGeom>
          <a:noFill/>
          <a:ln cap="flat" cmpd="sng" w="9525">
            <a:solidFill>
              <a:srgbClr val="FFFFFF"/>
            </a:solidFill>
            <a:prstDash val="solid"/>
            <a:round/>
            <a:headEnd len="med" w="med" type="none"/>
            <a:tailEnd len="med" w="med" type="none"/>
          </a:ln>
        </p:spPr>
      </p:cxnSp>
      <p:pic>
        <p:nvPicPr>
          <p:cNvPr id="192" name="Google Shape;192;p19"/>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BLANK - BLACK">
  <p:cSld name="BLANK_1_1_1_1_4">
    <p:bg>
      <p:bgPr>
        <a:solidFill>
          <a:srgbClr val="131313"/>
        </a:solidFill>
      </p:bgPr>
    </p:bg>
    <p:spTree>
      <p:nvGrpSpPr>
        <p:cNvPr id="193" name="Shape 193"/>
        <p:cNvGrpSpPr/>
        <p:nvPr/>
      </p:nvGrpSpPr>
      <p:grpSpPr>
        <a:xfrm>
          <a:off x="0" y="0"/>
          <a:ext cx="0" cy="0"/>
          <a:chOff x="0" y="0"/>
          <a:chExt cx="0" cy="0"/>
        </a:xfrm>
      </p:grpSpPr>
      <p:cxnSp>
        <p:nvCxnSpPr>
          <p:cNvPr id="194" name="Google Shape;194;p20"/>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195" name="Google Shape;195;p20"/>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196" name="Google Shape;196;p20"/>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197" name="Google Shape;197;p2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98" name="Google Shape;198;p20"/>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BLANK">
  <p:cSld name="BLANK_1_1_1_1_4_1">
    <p:bg>
      <p:bgPr>
        <a:solidFill>
          <a:srgbClr val="FFFFFF"/>
        </a:solidFill>
      </p:bgPr>
    </p:bg>
    <p:spTree>
      <p:nvGrpSpPr>
        <p:cNvPr id="199" name="Shape 199"/>
        <p:cNvGrpSpPr/>
        <p:nvPr/>
      </p:nvGrpSpPr>
      <p:grpSpPr>
        <a:xfrm>
          <a:off x="0" y="0"/>
          <a:ext cx="0" cy="0"/>
          <a:chOff x="0" y="0"/>
          <a:chExt cx="0" cy="0"/>
        </a:xfrm>
      </p:grpSpPr>
      <p:cxnSp>
        <p:nvCxnSpPr>
          <p:cNvPr id="200" name="Google Shape;200;p21"/>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01" name="Google Shape;201;p21"/>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02" name="Google Shape;202;p21"/>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03" name="Google Shape;203;p2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04" name="Google Shape;204;p21"/>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1 - 2">
  <p:cSld name="BLANK_1_1_1_1_3">
    <p:bg>
      <p:bgPr>
        <a:solidFill>
          <a:srgbClr val="FFFFFF"/>
        </a:solidFill>
      </p:bgPr>
    </p:bg>
    <p:spTree>
      <p:nvGrpSpPr>
        <p:cNvPr id="205" name="Shape 205"/>
        <p:cNvGrpSpPr/>
        <p:nvPr/>
      </p:nvGrpSpPr>
      <p:grpSpPr>
        <a:xfrm>
          <a:off x="0" y="0"/>
          <a:ext cx="0" cy="0"/>
          <a:chOff x="0" y="0"/>
          <a:chExt cx="0" cy="0"/>
        </a:xfrm>
      </p:grpSpPr>
      <p:sp>
        <p:nvSpPr>
          <p:cNvPr id="206" name="Google Shape;206;p22"/>
          <p:cNvSpPr txBox="1"/>
          <p:nvPr>
            <p:ph idx="1" type="body"/>
          </p:nvPr>
        </p:nvSpPr>
        <p:spPr>
          <a:xfrm>
            <a:off x="545450" y="1569224"/>
            <a:ext cx="3909900" cy="2759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07" name="Google Shape;207;p22"/>
          <p:cNvSpPr txBox="1"/>
          <p:nvPr>
            <p:ph idx="2" type="body"/>
          </p:nvPr>
        </p:nvSpPr>
        <p:spPr>
          <a:xfrm>
            <a:off x="4688725" y="1569150"/>
            <a:ext cx="3909900" cy="2759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08" name="Google Shape;208;p22"/>
          <p:cNvSpPr txBox="1"/>
          <p:nvPr>
            <p:ph type="ctrTitle"/>
          </p:nvPr>
        </p:nvSpPr>
        <p:spPr>
          <a:xfrm>
            <a:off x="545450" y="368250"/>
            <a:ext cx="8053200" cy="8319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09" name="Google Shape;209;p2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10" name="Google Shape;210;p22"/>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11" name="Google Shape;211;p22"/>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12" name="Google Shape;212;p2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213" name="Google Shape;213;p22"/>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214" name="Google Shape;214;p22"/>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1">
  <p:cSld name="BLANK_1_1_1_1_3_3">
    <p:bg>
      <p:bgPr>
        <a:solidFill>
          <a:srgbClr val="FFFFFF"/>
        </a:solidFill>
      </p:bgPr>
    </p:bg>
    <p:spTree>
      <p:nvGrpSpPr>
        <p:cNvPr id="215" name="Shape 215"/>
        <p:cNvGrpSpPr/>
        <p:nvPr/>
      </p:nvGrpSpPr>
      <p:grpSpPr>
        <a:xfrm>
          <a:off x="0" y="0"/>
          <a:ext cx="0" cy="0"/>
          <a:chOff x="0" y="0"/>
          <a:chExt cx="0" cy="0"/>
        </a:xfrm>
      </p:grpSpPr>
      <p:sp>
        <p:nvSpPr>
          <p:cNvPr id="216" name="Google Shape;216;p23"/>
          <p:cNvSpPr txBox="1"/>
          <p:nvPr>
            <p:ph idx="1" type="body"/>
          </p:nvPr>
        </p:nvSpPr>
        <p:spPr>
          <a:xfrm>
            <a:off x="545450" y="1218750"/>
            <a:ext cx="39099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17" name="Google Shape;217;p23"/>
          <p:cNvSpPr txBox="1"/>
          <p:nvPr>
            <p:ph idx="2" type="body"/>
          </p:nvPr>
        </p:nvSpPr>
        <p:spPr>
          <a:xfrm>
            <a:off x="4688725" y="1218750"/>
            <a:ext cx="39099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18" name="Google Shape;218;p23"/>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19" name="Google Shape;219;p2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20" name="Google Shape;220;p23"/>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21" name="Google Shape;221;p2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22" name="Google Shape;222;p23"/>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23" name="Google Shape;223;p2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24" name="Google Shape;224;p23"/>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2">
  <p:cSld name="BLANK_1_1_1_1_3_2">
    <p:bg>
      <p:bgPr>
        <a:solidFill>
          <a:srgbClr val="FFFFFF"/>
        </a:solidFill>
      </p:bgPr>
    </p:bg>
    <p:spTree>
      <p:nvGrpSpPr>
        <p:cNvPr id="225" name="Shape 225"/>
        <p:cNvGrpSpPr/>
        <p:nvPr/>
      </p:nvGrpSpPr>
      <p:grpSpPr>
        <a:xfrm>
          <a:off x="0" y="0"/>
          <a:ext cx="0" cy="0"/>
          <a:chOff x="0" y="0"/>
          <a:chExt cx="0" cy="0"/>
        </a:xfrm>
      </p:grpSpPr>
      <p:sp>
        <p:nvSpPr>
          <p:cNvPr id="226" name="Google Shape;226;p24"/>
          <p:cNvSpPr txBox="1"/>
          <p:nvPr>
            <p:ph idx="1" type="body"/>
          </p:nvPr>
        </p:nvSpPr>
        <p:spPr>
          <a:xfrm>
            <a:off x="545450" y="1218750"/>
            <a:ext cx="2537100" cy="31242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27" name="Google Shape;227;p24"/>
          <p:cNvSpPr txBox="1"/>
          <p:nvPr>
            <p:ph idx="2" type="body"/>
          </p:nvPr>
        </p:nvSpPr>
        <p:spPr>
          <a:xfrm>
            <a:off x="3303418" y="1218750"/>
            <a:ext cx="2537100" cy="31242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28" name="Google Shape;228;p24"/>
          <p:cNvSpPr txBox="1"/>
          <p:nvPr>
            <p:ph idx="3" type="body"/>
          </p:nvPr>
        </p:nvSpPr>
        <p:spPr>
          <a:xfrm>
            <a:off x="6061399" y="1218750"/>
            <a:ext cx="2537100" cy="31242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29" name="Google Shape;229;p24"/>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30" name="Google Shape;230;p2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31" name="Google Shape;231;p24"/>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32" name="Google Shape;232;p2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33" name="Google Shape;233;p24"/>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34" name="Google Shape;234;p2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35" name="Google Shape;235;p24"/>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2 - 2">
  <p:cSld name="BLANK_1_1_1_1_3_2_1">
    <p:bg>
      <p:bgPr>
        <a:solidFill>
          <a:srgbClr val="FFFFFF"/>
        </a:solidFill>
      </p:bgPr>
    </p:bg>
    <p:spTree>
      <p:nvGrpSpPr>
        <p:cNvPr id="236" name="Shape 236"/>
        <p:cNvGrpSpPr/>
        <p:nvPr/>
      </p:nvGrpSpPr>
      <p:grpSpPr>
        <a:xfrm>
          <a:off x="0" y="0"/>
          <a:ext cx="0" cy="0"/>
          <a:chOff x="0" y="0"/>
          <a:chExt cx="0" cy="0"/>
        </a:xfrm>
      </p:grpSpPr>
      <p:sp>
        <p:nvSpPr>
          <p:cNvPr id="237" name="Google Shape;237;p25"/>
          <p:cNvSpPr txBox="1"/>
          <p:nvPr>
            <p:ph idx="1" type="body"/>
          </p:nvPr>
        </p:nvSpPr>
        <p:spPr>
          <a:xfrm>
            <a:off x="545450" y="1569025"/>
            <a:ext cx="2537100" cy="2773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38" name="Google Shape;238;p25"/>
          <p:cNvSpPr txBox="1"/>
          <p:nvPr>
            <p:ph idx="2" type="body"/>
          </p:nvPr>
        </p:nvSpPr>
        <p:spPr>
          <a:xfrm>
            <a:off x="3303419" y="1569025"/>
            <a:ext cx="2537100" cy="2773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39" name="Google Shape;239;p25"/>
          <p:cNvSpPr txBox="1"/>
          <p:nvPr>
            <p:ph idx="3" type="body"/>
          </p:nvPr>
        </p:nvSpPr>
        <p:spPr>
          <a:xfrm>
            <a:off x="6061400" y="1569025"/>
            <a:ext cx="2537100" cy="2773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40" name="Google Shape;240;p25"/>
          <p:cNvSpPr txBox="1"/>
          <p:nvPr>
            <p:ph type="ctrTitle"/>
          </p:nvPr>
        </p:nvSpPr>
        <p:spPr>
          <a:xfrm>
            <a:off x="545450" y="368250"/>
            <a:ext cx="8053200" cy="8388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41" name="Google Shape;241;p2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42" name="Google Shape;242;p2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43" name="Google Shape;243;p25"/>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244" name="Google Shape;244;p2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245" name="Google Shape;245;p25"/>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246" name="Google Shape;246;p2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01 - black">
  <p:cSld name="BLANK_1_1_1_1_3_2_1_1">
    <p:bg>
      <p:bgPr>
        <a:solidFill>
          <a:srgbClr val="131313"/>
        </a:solidFill>
      </p:bgPr>
    </p:bg>
    <p:spTree>
      <p:nvGrpSpPr>
        <p:cNvPr id="247" name="Shape 247"/>
        <p:cNvGrpSpPr/>
        <p:nvPr/>
      </p:nvGrpSpPr>
      <p:grpSpPr>
        <a:xfrm>
          <a:off x="0" y="0"/>
          <a:ext cx="0" cy="0"/>
          <a:chOff x="0" y="0"/>
          <a:chExt cx="0" cy="0"/>
        </a:xfrm>
      </p:grpSpPr>
      <p:cxnSp>
        <p:nvCxnSpPr>
          <p:cNvPr id="248" name="Google Shape;248;p26"/>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49" name="Google Shape;249;p26"/>
          <p:cNvSpPr/>
          <p:nvPr/>
        </p:nvSpPr>
        <p:spPr>
          <a:xfrm>
            <a:off x="4688600" y="587850"/>
            <a:ext cx="3909900" cy="37407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
          <p:cNvSpPr txBox="1"/>
          <p:nvPr>
            <p:ph type="title"/>
          </p:nvPr>
        </p:nvSpPr>
        <p:spPr>
          <a:xfrm>
            <a:off x="5508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51" name="Google Shape;251;p26"/>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52" name="Google Shape;252;p2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53" name="Google Shape;253;p2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6"/>
          <p:cNvSpPr txBox="1"/>
          <p:nvPr>
            <p:ph idx="2" type="body"/>
          </p:nvPr>
        </p:nvSpPr>
        <p:spPr>
          <a:xfrm>
            <a:off x="537875" y="4037350"/>
            <a:ext cx="3909900" cy="291300"/>
          </a:xfrm>
          <a:prstGeom prst="rect">
            <a:avLst/>
          </a:prstGeom>
        </p:spPr>
        <p:txBody>
          <a:bodyPr anchorCtr="0" anchor="t" bIns="0" lIns="0" spcFirstLastPara="1" rIns="0" wrap="square" tIns="0">
            <a:noAutofit/>
          </a:bodyPr>
          <a:lstStyle>
            <a:lvl1pPr indent="-279400" lvl="0" marL="457200">
              <a:lnSpc>
                <a:spcPct val="100000"/>
              </a:lnSpc>
              <a:spcBef>
                <a:spcPts val="0"/>
              </a:spcBef>
              <a:spcAft>
                <a:spcPts val="0"/>
              </a:spcAft>
              <a:buClr>
                <a:srgbClr val="FFFFFF"/>
              </a:buClr>
              <a:buSzPts val="800"/>
              <a:buChar char="●"/>
              <a:defRPr sz="800">
                <a:solidFill>
                  <a:srgbClr val="FFFFFF"/>
                </a:solidFill>
              </a:defRPr>
            </a:lvl1pPr>
            <a:lvl2pPr indent="-279400" lvl="1" marL="914400">
              <a:lnSpc>
                <a:spcPct val="100000"/>
              </a:lnSpc>
              <a:spcBef>
                <a:spcPts val="0"/>
              </a:spcBef>
              <a:spcAft>
                <a:spcPts val="0"/>
              </a:spcAft>
              <a:buClr>
                <a:srgbClr val="FFFFFF"/>
              </a:buClr>
              <a:buSzPts val="800"/>
              <a:buChar char="○"/>
              <a:defRPr sz="800">
                <a:solidFill>
                  <a:srgbClr val="FFFFFF"/>
                </a:solidFill>
              </a:defRPr>
            </a:lvl2pPr>
            <a:lvl3pPr indent="-279400" lvl="2" marL="1371600">
              <a:lnSpc>
                <a:spcPct val="100000"/>
              </a:lnSpc>
              <a:spcBef>
                <a:spcPts val="0"/>
              </a:spcBef>
              <a:spcAft>
                <a:spcPts val="0"/>
              </a:spcAft>
              <a:buClr>
                <a:srgbClr val="FFFFFF"/>
              </a:buClr>
              <a:buSzPts val="800"/>
              <a:buChar char="■"/>
              <a:defRPr sz="800">
                <a:solidFill>
                  <a:srgbClr val="FFFFFF"/>
                </a:solidFill>
              </a:defRPr>
            </a:lvl3pPr>
            <a:lvl4pPr indent="-279400" lvl="3" marL="1828800">
              <a:lnSpc>
                <a:spcPct val="100000"/>
              </a:lnSpc>
              <a:spcBef>
                <a:spcPts val="0"/>
              </a:spcBef>
              <a:spcAft>
                <a:spcPts val="0"/>
              </a:spcAft>
              <a:buClr>
                <a:srgbClr val="FFFFFF"/>
              </a:buClr>
              <a:buSzPts val="800"/>
              <a:buChar char="●"/>
              <a:defRPr sz="800">
                <a:solidFill>
                  <a:srgbClr val="FFFFFF"/>
                </a:solidFill>
              </a:defRPr>
            </a:lvl4pPr>
            <a:lvl5pPr indent="-279400" lvl="4" marL="2286000">
              <a:lnSpc>
                <a:spcPct val="100000"/>
              </a:lnSpc>
              <a:spcBef>
                <a:spcPts val="0"/>
              </a:spcBef>
              <a:spcAft>
                <a:spcPts val="0"/>
              </a:spcAft>
              <a:buClr>
                <a:srgbClr val="FFFFFF"/>
              </a:buClr>
              <a:buSzPts val="800"/>
              <a:buChar char="○"/>
              <a:defRPr sz="800">
                <a:solidFill>
                  <a:srgbClr val="FFFFFF"/>
                </a:solidFill>
              </a:defRPr>
            </a:lvl5pPr>
            <a:lvl6pPr indent="-279400" lvl="5" marL="2743200">
              <a:lnSpc>
                <a:spcPct val="100000"/>
              </a:lnSpc>
              <a:spcBef>
                <a:spcPts val="0"/>
              </a:spcBef>
              <a:spcAft>
                <a:spcPts val="0"/>
              </a:spcAft>
              <a:buClr>
                <a:srgbClr val="FFFFFF"/>
              </a:buClr>
              <a:buSzPts val="800"/>
              <a:buChar char="■"/>
              <a:defRPr sz="800">
                <a:solidFill>
                  <a:srgbClr val="FFFFFF"/>
                </a:solidFill>
              </a:defRPr>
            </a:lvl6pPr>
            <a:lvl7pPr indent="-279400" lvl="6" marL="3200400">
              <a:lnSpc>
                <a:spcPct val="100000"/>
              </a:lnSpc>
              <a:spcBef>
                <a:spcPts val="0"/>
              </a:spcBef>
              <a:spcAft>
                <a:spcPts val="0"/>
              </a:spcAft>
              <a:buClr>
                <a:srgbClr val="FFFFFF"/>
              </a:buClr>
              <a:buSzPts val="800"/>
              <a:buChar char="●"/>
              <a:defRPr sz="800">
                <a:solidFill>
                  <a:srgbClr val="FFFFFF"/>
                </a:solidFill>
              </a:defRPr>
            </a:lvl7pPr>
            <a:lvl8pPr indent="-279400" lvl="7" marL="3657600">
              <a:lnSpc>
                <a:spcPct val="100000"/>
              </a:lnSpc>
              <a:spcBef>
                <a:spcPts val="0"/>
              </a:spcBef>
              <a:spcAft>
                <a:spcPts val="0"/>
              </a:spcAft>
              <a:buClr>
                <a:srgbClr val="FFFFFF"/>
              </a:buClr>
              <a:buSzPts val="800"/>
              <a:buChar char="○"/>
              <a:defRPr sz="800">
                <a:solidFill>
                  <a:srgbClr val="FFFFFF"/>
                </a:solidFill>
              </a:defRPr>
            </a:lvl8pPr>
            <a:lvl9pPr indent="-279400" lvl="8" marL="4114800">
              <a:lnSpc>
                <a:spcPct val="100000"/>
              </a:lnSpc>
              <a:spcBef>
                <a:spcPts val="0"/>
              </a:spcBef>
              <a:spcAft>
                <a:spcPts val="0"/>
              </a:spcAft>
              <a:buClr>
                <a:srgbClr val="FFFFFF"/>
              </a:buClr>
              <a:buSzPts val="800"/>
              <a:buChar char="■"/>
              <a:defRPr sz="800">
                <a:solidFill>
                  <a:srgbClr val="FFFFFF"/>
                </a:solidFill>
              </a:defRPr>
            </a:lvl9pPr>
          </a:lstStyle>
          <a:p/>
        </p:txBody>
      </p:sp>
      <p:pic>
        <p:nvPicPr>
          <p:cNvPr id="255" name="Google Shape;255;p26"/>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01">
  <p:cSld name="BLANK_1_1_1_1_3_2_1_1_4">
    <p:bg>
      <p:bgPr>
        <a:solidFill>
          <a:schemeClr val="lt1"/>
        </a:solidFill>
      </p:bgPr>
    </p:bg>
    <p:spTree>
      <p:nvGrpSpPr>
        <p:cNvPr id="256" name="Shape 256"/>
        <p:cNvGrpSpPr/>
        <p:nvPr/>
      </p:nvGrpSpPr>
      <p:grpSpPr>
        <a:xfrm>
          <a:off x="0" y="0"/>
          <a:ext cx="0" cy="0"/>
          <a:chOff x="0" y="0"/>
          <a:chExt cx="0" cy="0"/>
        </a:xfrm>
      </p:grpSpPr>
      <p:sp>
        <p:nvSpPr>
          <p:cNvPr id="257" name="Google Shape;257;p27"/>
          <p:cNvSpPr/>
          <p:nvPr/>
        </p:nvSpPr>
        <p:spPr>
          <a:xfrm>
            <a:off x="4688600" y="587850"/>
            <a:ext cx="3909900" cy="37407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7"/>
          <p:cNvSpPr txBox="1"/>
          <p:nvPr>
            <p:ph type="title"/>
          </p:nvPr>
        </p:nvSpPr>
        <p:spPr>
          <a:xfrm>
            <a:off x="5508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400"/>
              <a:buNone/>
              <a:defRPr sz="3400">
                <a:solidFill>
                  <a:schemeClr val="dk1"/>
                </a:solidFill>
              </a:defRPr>
            </a:lvl1pPr>
            <a:lvl2pPr lvl="1" rtl="0">
              <a:spcBef>
                <a:spcPts val="0"/>
              </a:spcBef>
              <a:spcAft>
                <a:spcPts val="0"/>
              </a:spcAft>
              <a:buClr>
                <a:schemeClr val="dk1"/>
              </a:buClr>
              <a:buSzPts val="2800"/>
              <a:buNone/>
              <a:defRPr>
                <a:solidFill>
                  <a:schemeClr val="dk1"/>
                </a:solidFill>
              </a:defRPr>
            </a:lvl2pPr>
            <a:lvl3pPr lvl="2" rtl="0">
              <a:spcBef>
                <a:spcPts val="0"/>
              </a:spcBef>
              <a:spcAft>
                <a:spcPts val="0"/>
              </a:spcAft>
              <a:buClr>
                <a:schemeClr val="dk1"/>
              </a:buClr>
              <a:buSzPts val="2800"/>
              <a:buNone/>
              <a:defRPr>
                <a:solidFill>
                  <a:schemeClr val="dk1"/>
                </a:solidFill>
              </a:defRPr>
            </a:lvl3pPr>
            <a:lvl4pPr lvl="3" rtl="0">
              <a:spcBef>
                <a:spcPts val="0"/>
              </a:spcBef>
              <a:spcAft>
                <a:spcPts val="0"/>
              </a:spcAft>
              <a:buClr>
                <a:schemeClr val="dk1"/>
              </a:buClr>
              <a:buSzPts val="2800"/>
              <a:buNone/>
              <a:defRPr>
                <a:solidFill>
                  <a:schemeClr val="dk1"/>
                </a:solidFill>
              </a:defRPr>
            </a:lvl4pPr>
            <a:lvl5pPr lvl="4" rtl="0">
              <a:spcBef>
                <a:spcPts val="0"/>
              </a:spcBef>
              <a:spcAft>
                <a:spcPts val="0"/>
              </a:spcAft>
              <a:buClr>
                <a:schemeClr val="dk1"/>
              </a:buClr>
              <a:buSzPts val="2800"/>
              <a:buNone/>
              <a:defRPr>
                <a:solidFill>
                  <a:schemeClr val="dk1"/>
                </a:solidFill>
              </a:defRPr>
            </a:lvl5pPr>
            <a:lvl6pPr lvl="5" rtl="0">
              <a:spcBef>
                <a:spcPts val="0"/>
              </a:spcBef>
              <a:spcAft>
                <a:spcPts val="0"/>
              </a:spcAft>
              <a:buClr>
                <a:schemeClr val="dk1"/>
              </a:buClr>
              <a:buSzPts val="2800"/>
              <a:buNone/>
              <a:defRPr>
                <a:solidFill>
                  <a:schemeClr val="dk1"/>
                </a:solidFill>
              </a:defRPr>
            </a:lvl6pPr>
            <a:lvl7pPr lvl="6" rtl="0">
              <a:spcBef>
                <a:spcPts val="0"/>
              </a:spcBef>
              <a:spcAft>
                <a:spcPts val="0"/>
              </a:spcAft>
              <a:buClr>
                <a:schemeClr val="dk1"/>
              </a:buClr>
              <a:buSzPts val="2800"/>
              <a:buNone/>
              <a:defRPr>
                <a:solidFill>
                  <a:schemeClr val="dk1"/>
                </a:solidFill>
              </a:defRPr>
            </a:lvl7pPr>
            <a:lvl8pPr lvl="7" rtl="0">
              <a:spcBef>
                <a:spcPts val="0"/>
              </a:spcBef>
              <a:spcAft>
                <a:spcPts val="0"/>
              </a:spcAft>
              <a:buClr>
                <a:schemeClr val="dk1"/>
              </a:buClr>
              <a:buSzPts val="2800"/>
              <a:buNone/>
              <a:defRPr>
                <a:solidFill>
                  <a:schemeClr val="dk1"/>
                </a:solidFill>
              </a:defRPr>
            </a:lvl8pPr>
            <a:lvl9pPr lvl="8" rtl="0">
              <a:spcBef>
                <a:spcPts val="0"/>
              </a:spcBef>
              <a:spcAft>
                <a:spcPts val="0"/>
              </a:spcAft>
              <a:buClr>
                <a:schemeClr val="dk1"/>
              </a:buClr>
              <a:buSzPts val="2800"/>
              <a:buNone/>
              <a:defRPr>
                <a:solidFill>
                  <a:schemeClr val="dk1"/>
                </a:solidFill>
              </a:defRPr>
            </a:lvl9pPr>
          </a:lstStyle>
          <a:p/>
        </p:txBody>
      </p:sp>
      <p:sp>
        <p:nvSpPr>
          <p:cNvPr id="259" name="Google Shape;259;p27"/>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chemeClr val="dk1"/>
              </a:buClr>
              <a:buSzPts val="600"/>
              <a:buNone/>
              <a:defRPr b="1" sz="600">
                <a:solidFill>
                  <a:schemeClr val="dk1"/>
                </a:solidFill>
              </a:defRPr>
            </a:lvl1pPr>
            <a:lvl2pPr lvl="1" rtl="0">
              <a:lnSpc>
                <a:spcPct val="100000"/>
              </a:lnSpc>
              <a:spcBef>
                <a:spcPts val="0"/>
              </a:spcBef>
              <a:spcAft>
                <a:spcPts val="0"/>
              </a:spcAft>
              <a:buClr>
                <a:schemeClr val="dk1"/>
              </a:buClr>
              <a:buSzPts val="800"/>
              <a:buNone/>
              <a:defRPr b="1" sz="800">
                <a:solidFill>
                  <a:schemeClr val="dk1"/>
                </a:solidFill>
              </a:defRPr>
            </a:lvl2pPr>
            <a:lvl3pPr lvl="2" rtl="0">
              <a:lnSpc>
                <a:spcPct val="100000"/>
              </a:lnSpc>
              <a:spcBef>
                <a:spcPts val="0"/>
              </a:spcBef>
              <a:spcAft>
                <a:spcPts val="0"/>
              </a:spcAft>
              <a:buClr>
                <a:schemeClr val="dk1"/>
              </a:buClr>
              <a:buSzPts val="800"/>
              <a:buNone/>
              <a:defRPr b="1" sz="800">
                <a:solidFill>
                  <a:schemeClr val="dk1"/>
                </a:solidFill>
              </a:defRPr>
            </a:lvl3pPr>
            <a:lvl4pPr lvl="3" rtl="0">
              <a:lnSpc>
                <a:spcPct val="100000"/>
              </a:lnSpc>
              <a:spcBef>
                <a:spcPts val="0"/>
              </a:spcBef>
              <a:spcAft>
                <a:spcPts val="0"/>
              </a:spcAft>
              <a:buClr>
                <a:schemeClr val="dk1"/>
              </a:buClr>
              <a:buSzPts val="800"/>
              <a:buNone/>
              <a:defRPr b="1" sz="800">
                <a:solidFill>
                  <a:schemeClr val="dk1"/>
                </a:solidFill>
              </a:defRPr>
            </a:lvl4pPr>
            <a:lvl5pPr lvl="4" rtl="0">
              <a:lnSpc>
                <a:spcPct val="100000"/>
              </a:lnSpc>
              <a:spcBef>
                <a:spcPts val="0"/>
              </a:spcBef>
              <a:spcAft>
                <a:spcPts val="0"/>
              </a:spcAft>
              <a:buClr>
                <a:schemeClr val="dk1"/>
              </a:buClr>
              <a:buSzPts val="800"/>
              <a:buNone/>
              <a:defRPr b="1" sz="800">
                <a:solidFill>
                  <a:schemeClr val="dk1"/>
                </a:solidFill>
              </a:defRPr>
            </a:lvl5pPr>
            <a:lvl6pPr lvl="5" rtl="0">
              <a:lnSpc>
                <a:spcPct val="100000"/>
              </a:lnSpc>
              <a:spcBef>
                <a:spcPts val="0"/>
              </a:spcBef>
              <a:spcAft>
                <a:spcPts val="0"/>
              </a:spcAft>
              <a:buClr>
                <a:schemeClr val="dk1"/>
              </a:buClr>
              <a:buSzPts val="800"/>
              <a:buNone/>
              <a:defRPr b="1" sz="800">
                <a:solidFill>
                  <a:schemeClr val="dk1"/>
                </a:solidFill>
              </a:defRPr>
            </a:lvl6pPr>
            <a:lvl7pPr lvl="6" rtl="0">
              <a:lnSpc>
                <a:spcPct val="100000"/>
              </a:lnSpc>
              <a:spcBef>
                <a:spcPts val="0"/>
              </a:spcBef>
              <a:spcAft>
                <a:spcPts val="0"/>
              </a:spcAft>
              <a:buClr>
                <a:schemeClr val="dk1"/>
              </a:buClr>
              <a:buSzPts val="800"/>
              <a:buNone/>
              <a:defRPr b="1" sz="800">
                <a:solidFill>
                  <a:schemeClr val="dk1"/>
                </a:solidFill>
              </a:defRPr>
            </a:lvl7pPr>
            <a:lvl8pPr lvl="7" rtl="0">
              <a:lnSpc>
                <a:spcPct val="100000"/>
              </a:lnSpc>
              <a:spcBef>
                <a:spcPts val="0"/>
              </a:spcBef>
              <a:spcAft>
                <a:spcPts val="0"/>
              </a:spcAft>
              <a:buClr>
                <a:schemeClr val="dk1"/>
              </a:buClr>
              <a:buSzPts val="800"/>
              <a:buNone/>
              <a:defRPr b="1" sz="800">
                <a:solidFill>
                  <a:schemeClr val="dk1"/>
                </a:solidFill>
              </a:defRPr>
            </a:lvl8pPr>
            <a:lvl9pPr lvl="8" rtl="0">
              <a:lnSpc>
                <a:spcPct val="100000"/>
              </a:lnSpc>
              <a:spcBef>
                <a:spcPts val="0"/>
              </a:spcBef>
              <a:spcAft>
                <a:spcPts val="0"/>
              </a:spcAft>
              <a:buClr>
                <a:schemeClr val="dk1"/>
              </a:buClr>
              <a:buSzPts val="800"/>
              <a:buNone/>
              <a:defRPr b="1" sz="800">
                <a:solidFill>
                  <a:schemeClr val="dk1"/>
                </a:solidFill>
              </a:defRPr>
            </a:lvl9pPr>
          </a:lstStyle>
          <a:p/>
        </p:txBody>
      </p:sp>
      <p:sp>
        <p:nvSpPr>
          <p:cNvPr id="260" name="Google Shape;260;p2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61" name="Google Shape;261;p27"/>
          <p:cNvSpPr txBox="1"/>
          <p:nvPr>
            <p:ph idx="2" type="body"/>
          </p:nvPr>
        </p:nvSpPr>
        <p:spPr>
          <a:xfrm>
            <a:off x="53787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chemeClr val="dk1"/>
              </a:buClr>
              <a:buSzPts val="800"/>
              <a:buChar char="●"/>
              <a:defRPr sz="800">
                <a:solidFill>
                  <a:schemeClr val="dk1"/>
                </a:solidFill>
              </a:defRPr>
            </a:lvl1pPr>
            <a:lvl2pPr indent="-279400" lvl="1" marL="914400" rtl="0">
              <a:lnSpc>
                <a:spcPct val="100000"/>
              </a:lnSpc>
              <a:spcBef>
                <a:spcPts val="0"/>
              </a:spcBef>
              <a:spcAft>
                <a:spcPts val="0"/>
              </a:spcAft>
              <a:buClr>
                <a:schemeClr val="dk1"/>
              </a:buClr>
              <a:buSzPts val="800"/>
              <a:buChar char="○"/>
              <a:defRPr sz="800">
                <a:solidFill>
                  <a:schemeClr val="dk1"/>
                </a:solidFill>
              </a:defRPr>
            </a:lvl2pPr>
            <a:lvl3pPr indent="-279400" lvl="2" marL="1371600" rtl="0">
              <a:lnSpc>
                <a:spcPct val="100000"/>
              </a:lnSpc>
              <a:spcBef>
                <a:spcPts val="0"/>
              </a:spcBef>
              <a:spcAft>
                <a:spcPts val="0"/>
              </a:spcAft>
              <a:buClr>
                <a:schemeClr val="dk1"/>
              </a:buClr>
              <a:buSzPts val="800"/>
              <a:buChar char="■"/>
              <a:defRPr sz="800">
                <a:solidFill>
                  <a:schemeClr val="dk1"/>
                </a:solidFill>
              </a:defRPr>
            </a:lvl3pPr>
            <a:lvl4pPr indent="-279400" lvl="3" marL="1828800" rtl="0">
              <a:lnSpc>
                <a:spcPct val="100000"/>
              </a:lnSpc>
              <a:spcBef>
                <a:spcPts val="0"/>
              </a:spcBef>
              <a:spcAft>
                <a:spcPts val="0"/>
              </a:spcAft>
              <a:buClr>
                <a:schemeClr val="dk1"/>
              </a:buClr>
              <a:buSzPts val="800"/>
              <a:buChar char="●"/>
              <a:defRPr sz="800">
                <a:solidFill>
                  <a:schemeClr val="dk1"/>
                </a:solidFill>
              </a:defRPr>
            </a:lvl4pPr>
            <a:lvl5pPr indent="-279400" lvl="4" marL="2286000" rtl="0">
              <a:lnSpc>
                <a:spcPct val="100000"/>
              </a:lnSpc>
              <a:spcBef>
                <a:spcPts val="0"/>
              </a:spcBef>
              <a:spcAft>
                <a:spcPts val="0"/>
              </a:spcAft>
              <a:buClr>
                <a:schemeClr val="dk1"/>
              </a:buClr>
              <a:buSzPts val="800"/>
              <a:buChar char="○"/>
              <a:defRPr sz="800">
                <a:solidFill>
                  <a:schemeClr val="dk1"/>
                </a:solidFill>
              </a:defRPr>
            </a:lvl5pPr>
            <a:lvl6pPr indent="-279400" lvl="5" marL="2743200" rtl="0">
              <a:lnSpc>
                <a:spcPct val="100000"/>
              </a:lnSpc>
              <a:spcBef>
                <a:spcPts val="0"/>
              </a:spcBef>
              <a:spcAft>
                <a:spcPts val="0"/>
              </a:spcAft>
              <a:buClr>
                <a:schemeClr val="dk1"/>
              </a:buClr>
              <a:buSzPts val="800"/>
              <a:buChar char="■"/>
              <a:defRPr sz="800">
                <a:solidFill>
                  <a:schemeClr val="dk1"/>
                </a:solidFill>
              </a:defRPr>
            </a:lvl6pPr>
            <a:lvl7pPr indent="-279400" lvl="6" marL="3200400" rtl="0">
              <a:lnSpc>
                <a:spcPct val="100000"/>
              </a:lnSpc>
              <a:spcBef>
                <a:spcPts val="0"/>
              </a:spcBef>
              <a:spcAft>
                <a:spcPts val="0"/>
              </a:spcAft>
              <a:buClr>
                <a:schemeClr val="dk1"/>
              </a:buClr>
              <a:buSzPts val="800"/>
              <a:buChar char="●"/>
              <a:defRPr sz="800">
                <a:solidFill>
                  <a:schemeClr val="dk1"/>
                </a:solidFill>
              </a:defRPr>
            </a:lvl7pPr>
            <a:lvl8pPr indent="-279400" lvl="7" marL="3657600" rtl="0">
              <a:lnSpc>
                <a:spcPct val="100000"/>
              </a:lnSpc>
              <a:spcBef>
                <a:spcPts val="0"/>
              </a:spcBef>
              <a:spcAft>
                <a:spcPts val="0"/>
              </a:spcAft>
              <a:buClr>
                <a:schemeClr val="dk1"/>
              </a:buClr>
              <a:buSzPts val="800"/>
              <a:buChar char="○"/>
              <a:defRPr sz="800">
                <a:solidFill>
                  <a:schemeClr val="dk1"/>
                </a:solidFill>
              </a:defRPr>
            </a:lvl8pPr>
            <a:lvl9pPr indent="-279400" lvl="8" marL="4114800" rtl="0">
              <a:lnSpc>
                <a:spcPct val="100000"/>
              </a:lnSpc>
              <a:spcBef>
                <a:spcPts val="0"/>
              </a:spcBef>
              <a:spcAft>
                <a:spcPts val="0"/>
              </a:spcAft>
              <a:buClr>
                <a:schemeClr val="dk1"/>
              </a:buClr>
              <a:buSzPts val="800"/>
              <a:buChar char="■"/>
              <a:defRPr sz="800">
                <a:solidFill>
                  <a:schemeClr val="dk1"/>
                </a:solidFill>
              </a:defRPr>
            </a:lvl9pPr>
          </a:lstStyle>
          <a:p/>
        </p:txBody>
      </p:sp>
      <p:cxnSp>
        <p:nvCxnSpPr>
          <p:cNvPr id="262" name="Google Shape;262;p27"/>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63" name="Google Shape;263;p27"/>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264" name="Google Shape;264;p27"/>
          <p:cNvSpPr txBox="1"/>
          <p:nvPr>
            <p:ph idx="3"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265" name="Google Shape;265;p27"/>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 01">
  <p:cSld name="BLANK_1_1_1_1_3_2_1_1_3">
    <p:bg>
      <p:bgPr>
        <a:solidFill>
          <a:srgbClr val="131313"/>
        </a:solidFill>
      </p:bgPr>
    </p:bg>
    <p:spTree>
      <p:nvGrpSpPr>
        <p:cNvPr id="266" name="Shape 266"/>
        <p:cNvGrpSpPr/>
        <p:nvPr/>
      </p:nvGrpSpPr>
      <p:grpSpPr>
        <a:xfrm>
          <a:off x="0" y="0"/>
          <a:ext cx="0" cy="0"/>
          <a:chOff x="0" y="0"/>
          <a:chExt cx="0" cy="0"/>
        </a:xfrm>
      </p:grpSpPr>
      <p:pic>
        <p:nvPicPr>
          <p:cNvPr id="267" name="Google Shape;267;p28"/>
          <p:cNvPicPr preferRelativeResize="0"/>
          <p:nvPr/>
        </p:nvPicPr>
        <p:blipFill>
          <a:blip r:embed="rId2">
            <a:alphaModFix amt="69000"/>
          </a:blip>
          <a:stretch>
            <a:fillRect/>
          </a:stretch>
        </p:blipFill>
        <p:spPr>
          <a:xfrm>
            <a:off x="50" y="0"/>
            <a:ext cx="9144000" cy="5143500"/>
          </a:xfrm>
          <a:prstGeom prst="rect">
            <a:avLst/>
          </a:prstGeom>
          <a:noFill/>
          <a:ln>
            <a:noFill/>
          </a:ln>
        </p:spPr>
      </p:pic>
      <p:cxnSp>
        <p:nvCxnSpPr>
          <p:cNvPr id="268" name="Google Shape;268;p28"/>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69" name="Google Shape;269;p28"/>
          <p:cNvSpPr txBox="1"/>
          <p:nvPr>
            <p:ph type="title"/>
          </p:nvPr>
        </p:nvSpPr>
        <p:spPr>
          <a:xfrm>
            <a:off x="5508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70" name="Google Shape;270;p28"/>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71" name="Google Shape;271;p28"/>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72" name="Google Shape;272;p2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73" name="Google Shape;273;p28"/>
          <p:cNvSpPr txBox="1"/>
          <p:nvPr>
            <p:ph idx="2" type="body"/>
          </p:nvPr>
        </p:nvSpPr>
        <p:spPr>
          <a:xfrm>
            <a:off x="53787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pic>
        <p:nvPicPr>
          <p:cNvPr id="274" name="Google Shape;274;p28"/>
          <p:cNvPicPr preferRelativeResize="0"/>
          <p:nvPr/>
        </p:nvPicPr>
        <p:blipFill>
          <a:blip r:embed="rId3">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 01 - 2">
  <p:cSld name="BLANK_1_1_1_1_3_2_1_1_3_1">
    <p:bg>
      <p:bgPr>
        <a:solidFill>
          <a:srgbClr val="131313"/>
        </a:solidFill>
      </p:bgPr>
    </p:bg>
    <p:spTree>
      <p:nvGrpSpPr>
        <p:cNvPr id="275" name="Shape 275"/>
        <p:cNvGrpSpPr/>
        <p:nvPr/>
      </p:nvGrpSpPr>
      <p:grpSpPr>
        <a:xfrm>
          <a:off x="0" y="0"/>
          <a:ext cx="0" cy="0"/>
          <a:chOff x="0" y="0"/>
          <a:chExt cx="0" cy="0"/>
        </a:xfrm>
      </p:grpSpPr>
      <p:pic>
        <p:nvPicPr>
          <p:cNvPr id="276" name="Google Shape;276;p29"/>
          <p:cNvPicPr preferRelativeResize="0"/>
          <p:nvPr/>
        </p:nvPicPr>
        <p:blipFill>
          <a:blip r:embed="rId2">
            <a:alphaModFix amt="70000"/>
          </a:blip>
          <a:stretch>
            <a:fillRect/>
          </a:stretch>
        </p:blipFill>
        <p:spPr>
          <a:xfrm>
            <a:off x="50" y="0"/>
            <a:ext cx="9144000" cy="5143500"/>
          </a:xfrm>
          <a:prstGeom prst="rect">
            <a:avLst/>
          </a:prstGeom>
          <a:noFill/>
          <a:ln>
            <a:noFill/>
          </a:ln>
        </p:spPr>
      </p:pic>
      <p:cxnSp>
        <p:nvCxnSpPr>
          <p:cNvPr id="277" name="Google Shape;277;p29"/>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78" name="Google Shape;278;p29"/>
          <p:cNvSpPr txBox="1"/>
          <p:nvPr>
            <p:ph type="title"/>
          </p:nvPr>
        </p:nvSpPr>
        <p:spPr>
          <a:xfrm>
            <a:off x="468865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79" name="Google Shape;279;p29"/>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80" name="Google Shape;280;p29"/>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81" name="Google Shape;281;p2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82" name="Google Shape;282;p29"/>
          <p:cNvSpPr txBox="1"/>
          <p:nvPr>
            <p:ph idx="2" type="body"/>
          </p:nvPr>
        </p:nvSpPr>
        <p:spPr>
          <a:xfrm>
            <a:off x="467567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pic>
        <p:nvPicPr>
          <p:cNvPr id="283" name="Google Shape;283;p29"/>
          <p:cNvPicPr preferRelativeResize="0"/>
          <p:nvPr/>
        </p:nvPicPr>
        <p:blipFill>
          <a:blip r:embed="rId3">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02">
  <p:cSld name="BLANK_1_1_1_1_3_2_1_1_1">
    <p:bg>
      <p:bgPr>
        <a:solidFill>
          <a:srgbClr val="131313"/>
        </a:solidFill>
      </p:bgPr>
    </p:bg>
    <p:spTree>
      <p:nvGrpSpPr>
        <p:cNvPr id="284" name="Shape 284"/>
        <p:cNvGrpSpPr/>
        <p:nvPr/>
      </p:nvGrpSpPr>
      <p:grpSpPr>
        <a:xfrm>
          <a:off x="0" y="0"/>
          <a:ext cx="0" cy="0"/>
          <a:chOff x="0" y="0"/>
          <a:chExt cx="0" cy="0"/>
        </a:xfrm>
      </p:grpSpPr>
      <p:cxnSp>
        <p:nvCxnSpPr>
          <p:cNvPr id="285" name="Google Shape;285;p30"/>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286" name="Google Shape;286;p30"/>
          <p:cNvSpPr/>
          <p:nvPr/>
        </p:nvSpPr>
        <p:spPr>
          <a:xfrm>
            <a:off x="545450" y="587850"/>
            <a:ext cx="3909900" cy="37407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0"/>
          <p:cNvSpPr txBox="1"/>
          <p:nvPr>
            <p:ph type="title"/>
          </p:nvPr>
        </p:nvSpPr>
        <p:spPr>
          <a:xfrm>
            <a:off x="4701700" y="588000"/>
            <a:ext cx="3909900" cy="32358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rgbClr val="FFFFFF"/>
              </a:buClr>
              <a:buSzPts val="3400"/>
              <a:buNone/>
              <a:defRPr sz="3400">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288" name="Google Shape;288;p30"/>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289" name="Google Shape;289;p30"/>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290" name="Google Shape;290;p3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0"/>
          <p:cNvSpPr txBox="1"/>
          <p:nvPr>
            <p:ph idx="2" type="body"/>
          </p:nvPr>
        </p:nvSpPr>
        <p:spPr>
          <a:xfrm>
            <a:off x="4688725" y="4037350"/>
            <a:ext cx="3909900" cy="291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pic>
        <p:nvPicPr>
          <p:cNvPr id="292" name="Google Shape;292;p30"/>
          <p:cNvPicPr preferRelativeResize="0"/>
          <p:nvPr/>
        </p:nvPicPr>
        <p:blipFill>
          <a:blip r:embed="rId2">
            <a:alphaModFix/>
          </a:blip>
          <a:stretch>
            <a:fillRect/>
          </a:stretch>
        </p:blipFill>
        <p:spPr>
          <a:xfrm>
            <a:off x="547050" y="4639175"/>
            <a:ext cx="453574"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3">
  <p:cSld name="BLANK_1_1_1_1_3_1">
    <p:bg>
      <p:bgPr>
        <a:solidFill>
          <a:srgbClr val="FFFFFF"/>
        </a:solidFill>
      </p:bgPr>
    </p:bg>
    <p:spTree>
      <p:nvGrpSpPr>
        <p:cNvPr id="293" name="Shape 293"/>
        <p:cNvGrpSpPr/>
        <p:nvPr/>
      </p:nvGrpSpPr>
      <p:grpSpPr>
        <a:xfrm>
          <a:off x="0" y="0"/>
          <a:ext cx="0" cy="0"/>
          <a:chOff x="0" y="0"/>
          <a:chExt cx="0" cy="0"/>
        </a:xfrm>
      </p:grpSpPr>
      <p:sp>
        <p:nvSpPr>
          <p:cNvPr id="294" name="Google Shape;294;p31"/>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295" name="Google Shape;295;p31"/>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296" name="Google Shape;296;p31"/>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297" name="Google Shape;297;p31"/>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298" name="Google Shape;298;p31"/>
          <p:cNvSpPr/>
          <p:nvPr/>
        </p:nvSpPr>
        <p:spPr>
          <a:xfrm>
            <a:off x="4688600" y="1069350"/>
            <a:ext cx="39099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9" name="Google Shape;299;p31"/>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00" name="Google Shape;300;p31"/>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01" name="Google Shape;301;p3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302" name="Google Shape;302;p31"/>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3 - 2">
  <p:cSld name="BLANK_1_1_1_1_3_1_1">
    <p:bg>
      <p:bgPr>
        <a:solidFill>
          <a:srgbClr val="FFFFFF"/>
        </a:solidFill>
      </p:bgPr>
    </p:bg>
    <p:spTree>
      <p:nvGrpSpPr>
        <p:cNvPr id="303" name="Shape 303"/>
        <p:cNvGrpSpPr/>
        <p:nvPr/>
      </p:nvGrpSpPr>
      <p:grpSpPr>
        <a:xfrm>
          <a:off x="0" y="0"/>
          <a:ext cx="0" cy="0"/>
          <a:chOff x="0" y="0"/>
          <a:chExt cx="0" cy="0"/>
        </a:xfrm>
      </p:grpSpPr>
      <p:sp>
        <p:nvSpPr>
          <p:cNvPr id="304" name="Google Shape;304;p32"/>
          <p:cNvSpPr txBox="1"/>
          <p:nvPr>
            <p:ph idx="1" type="body"/>
          </p:nvPr>
        </p:nvSpPr>
        <p:spPr>
          <a:xfrm>
            <a:off x="545450" y="1569150"/>
            <a:ext cx="3909900" cy="2759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05" name="Google Shape;305;p32"/>
          <p:cNvSpPr txBox="1"/>
          <p:nvPr>
            <p:ph type="ctrTitle"/>
          </p:nvPr>
        </p:nvSpPr>
        <p:spPr>
          <a:xfrm>
            <a:off x="545450" y="368250"/>
            <a:ext cx="8053200" cy="8319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06" name="Google Shape;306;p3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307" name="Google Shape;307;p32"/>
          <p:cNvSpPr/>
          <p:nvPr/>
        </p:nvSpPr>
        <p:spPr>
          <a:xfrm>
            <a:off x="4688600" y="1410338"/>
            <a:ext cx="3909900" cy="2918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8" name="Google Shape;308;p32"/>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09" name="Google Shape;309;p32"/>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10" name="Google Shape;310;p3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11" name="Google Shape;311;p32"/>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312" name="Google Shape;312;p32"/>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4">
  <p:cSld name="BLANK_1_1_1_1_2">
    <p:bg>
      <p:bgPr>
        <a:solidFill>
          <a:srgbClr val="FFFFFF"/>
        </a:solidFill>
      </p:bgPr>
    </p:bg>
    <p:spTree>
      <p:nvGrpSpPr>
        <p:cNvPr id="313" name="Shape 313"/>
        <p:cNvGrpSpPr/>
        <p:nvPr/>
      </p:nvGrpSpPr>
      <p:grpSpPr>
        <a:xfrm>
          <a:off x="0" y="0"/>
          <a:ext cx="0" cy="0"/>
          <a:chOff x="0" y="0"/>
          <a:chExt cx="0" cy="0"/>
        </a:xfrm>
      </p:grpSpPr>
      <p:sp>
        <p:nvSpPr>
          <p:cNvPr id="314" name="Google Shape;314;p33"/>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15" name="Google Shape;315;p3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16" name="Google Shape;316;p33"/>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317" name="Google Shape;317;p33"/>
          <p:cNvSpPr/>
          <p:nvPr/>
        </p:nvSpPr>
        <p:spPr>
          <a:xfrm>
            <a:off x="3303500" y="1069350"/>
            <a:ext cx="5295000" cy="3259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8" name="Google Shape;318;p3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19" name="Google Shape;319;p33"/>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20" name="Google Shape;320;p3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33"/>
          <p:cNvSpPr txBox="1"/>
          <p:nvPr>
            <p:ph idx="2" type="body"/>
          </p:nvPr>
        </p:nvSpPr>
        <p:spPr>
          <a:xfrm>
            <a:off x="545450" y="1217900"/>
            <a:ext cx="2537100" cy="28743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322" name="Google Shape;322;p33"/>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4 - 2">
  <p:cSld name="BLANK_1_1_1_1_2_2">
    <p:bg>
      <p:bgPr>
        <a:solidFill>
          <a:srgbClr val="FFFFFF"/>
        </a:solidFill>
      </p:bgPr>
    </p:bg>
    <p:spTree>
      <p:nvGrpSpPr>
        <p:cNvPr id="323" name="Shape 323"/>
        <p:cNvGrpSpPr/>
        <p:nvPr/>
      </p:nvGrpSpPr>
      <p:grpSpPr>
        <a:xfrm>
          <a:off x="0" y="0"/>
          <a:ext cx="0" cy="0"/>
          <a:chOff x="0" y="0"/>
          <a:chExt cx="0" cy="0"/>
        </a:xfrm>
      </p:grpSpPr>
      <p:sp>
        <p:nvSpPr>
          <p:cNvPr id="324" name="Google Shape;324;p34"/>
          <p:cNvSpPr txBox="1"/>
          <p:nvPr>
            <p:ph type="ctrTitle"/>
          </p:nvPr>
        </p:nvSpPr>
        <p:spPr>
          <a:xfrm>
            <a:off x="545450" y="368250"/>
            <a:ext cx="8053200" cy="8319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25" name="Google Shape;325;p3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26" name="Google Shape;326;p3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27" name="Google Shape;327;p34"/>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28" name="Google Shape;328;p3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29" name="Google Shape;329;p34"/>
          <p:cNvCxnSpPr/>
          <p:nvPr/>
        </p:nvCxnSpPr>
        <p:spPr>
          <a:xfrm flipH="1" rot="10800000">
            <a:off x="545450" y="1200017"/>
            <a:ext cx="8053200" cy="6900"/>
          </a:xfrm>
          <a:prstGeom prst="straightConnector1">
            <a:avLst/>
          </a:prstGeom>
          <a:noFill/>
          <a:ln cap="flat" cmpd="sng" w="9525">
            <a:solidFill>
              <a:srgbClr val="131313"/>
            </a:solidFill>
            <a:prstDash val="solid"/>
            <a:round/>
            <a:headEnd len="med" w="med" type="none"/>
            <a:tailEnd len="med" w="med" type="none"/>
          </a:ln>
        </p:spPr>
      </p:cxnSp>
      <p:sp>
        <p:nvSpPr>
          <p:cNvPr id="330" name="Google Shape;330;p34"/>
          <p:cNvSpPr txBox="1"/>
          <p:nvPr>
            <p:ph idx="2" type="body"/>
          </p:nvPr>
        </p:nvSpPr>
        <p:spPr>
          <a:xfrm>
            <a:off x="545450" y="1569150"/>
            <a:ext cx="2537100" cy="2759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31" name="Google Shape;331;p34"/>
          <p:cNvSpPr/>
          <p:nvPr/>
        </p:nvSpPr>
        <p:spPr>
          <a:xfrm>
            <a:off x="3303500" y="1410350"/>
            <a:ext cx="5295000" cy="2918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2" name="Google Shape;332;p34"/>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5">
  <p:cSld name="BLANK_1_1_1_1_2_1">
    <p:bg>
      <p:bgPr>
        <a:solidFill>
          <a:srgbClr val="FFFFFF"/>
        </a:solidFill>
      </p:bgPr>
    </p:bg>
    <p:spTree>
      <p:nvGrpSpPr>
        <p:cNvPr id="333" name="Shape 333"/>
        <p:cNvGrpSpPr/>
        <p:nvPr/>
      </p:nvGrpSpPr>
      <p:grpSpPr>
        <a:xfrm>
          <a:off x="0" y="0"/>
          <a:ext cx="0" cy="0"/>
          <a:chOff x="0" y="0"/>
          <a:chExt cx="0" cy="0"/>
        </a:xfrm>
      </p:grpSpPr>
      <p:sp>
        <p:nvSpPr>
          <p:cNvPr id="334" name="Google Shape;334;p35"/>
          <p:cNvSpPr txBox="1"/>
          <p:nvPr>
            <p:ph idx="1" type="body"/>
          </p:nvPr>
        </p:nvSpPr>
        <p:spPr>
          <a:xfrm>
            <a:off x="545450" y="1217900"/>
            <a:ext cx="2537100" cy="311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35" name="Google Shape;335;p35"/>
          <p:cNvSpPr txBox="1"/>
          <p:nvPr>
            <p:ph idx="2" type="body"/>
          </p:nvPr>
        </p:nvSpPr>
        <p:spPr>
          <a:xfrm>
            <a:off x="3303425" y="1217900"/>
            <a:ext cx="2537100" cy="311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36" name="Google Shape;336;p35"/>
          <p:cNvSpPr txBox="1"/>
          <p:nvPr>
            <p:ph type="ctrTitle"/>
          </p:nvPr>
        </p:nvSpPr>
        <p:spPr>
          <a:xfrm>
            <a:off x="545450" y="368250"/>
            <a:ext cx="52953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37" name="Google Shape;337;p35"/>
          <p:cNvCxnSpPr/>
          <p:nvPr/>
        </p:nvCxnSpPr>
        <p:spPr>
          <a:xfrm flipH="1" rot="10800000">
            <a:off x="545450" y="361350"/>
            <a:ext cx="5295300" cy="6900"/>
          </a:xfrm>
          <a:prstGeom prst="straightConnector1">
            <a:avLst/>
          </a:prstGeom>
          <a:noFill/>
          <a:ln cap="flat" cmpd="sng" w="9525">
            <a:solidFill>
              <a:srgbClr val="131313"/>
            </a:solidFill>
            <a:prstDash val="solid"/>
            <a:round/>
            <a:headEnd len="med" w="med" type="none"/>
            <a:tailEnd len="med" w="med" type="none"/>
          </a:ln>
        </p:spPr>
      </p:cxnSp>
      <p:cxnSp>
        <p:nvCxnSpPr>
          <p:cNvPr id="338" name="Google Shape;338;p35"/>
          <p:cNvCxnSpPr/>
          <p:nvPr/>
        </p:nvCxnSpPr>
        <p:spPr>
          <a:xfrm flipH="1" rot="10800000">
            <a:off x="545450" y="842850"/>
            <a:ext cx="5295300" cy="6900"/>
          </a:xfrm>
          <a:prstGeom prst="straightConnector1">
            <a:avLst/>
          </a:prstGeom>
          <a:noFill/>
          <a:ln cap="flat" cmpd="sng" w="9525">
            <a:solidFill>
              <a:srgbClr val="131313"/>
            </a:solidFill>
            <a:prstDash val="solid"/>
            <a:round/>
            <a:headEnd len="med" w="med" type="none"/>
            <a:tailEnd len="med" w="med" type="none"/>
          </a:ln>
        </p:spPr>
      </p:cxnSp>
      <p:sp>
        <p:nvSpPr>
          <p:cNvPr id="339" name="Google Shape;339;p35"/>
          <p:cNvSpPr/>
          <p:nvPr/>
        </p:nvSpPr>
        <p:spPr>
          <a:xfrm>
            <a:off x="6061400" y="361350"/>
            <a:ext cx="25371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0" name="Google Shape;340;p3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41" name="Google Shape;341;p35"/>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42" name="Google Shape;342;p3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343" name="Google Shape;343;p3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5 - 2">
  <p:cSld name="BLANK_1_1_1_1_2_1_2">
    <p:bg>
      <p:bgPr>
        <a:solidFill>
          <a:srgbClr val="FFFFFF"/>
        </a:solidFill>
      </p:bgPr>
    </p:bg>
    <p:spTree>
      <p:nvGrpSpPr>
        <p:cNvPr id="344" name="Shape 344"/>
        <p:cNvGrpSpPr/>
        <p:nvPr/>
      </p:nvGrpSpPr>
      <p:grpSpPr>
        <a:xfrm>
          <a:off x="0" y="0"/>
          <a:ext cx="0" cy="0"/>
          <a:chOff x="0" y="0"/>
          <a:chExt cx="0" cy="0"/>
        </a:xfrm>
      </p:grpSpPr>
      <p:sp>
        <p:nvSpPr>
          <p:cNvPr id="345" name="Google Shape;345;p36"/>
          <p:cNvSpPr txBox="1"/>
          <p:nvPr>
            <p:ph idx="1" type="body"/>
          </p:nvPr>
        </p:nvSpPr>
        <p:spPr>
          <a:xfrm>
            <a:off x="545450" y="1572768"/>
            <a:ext cx="2537100" cy="275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46" name="Google Shape;346;p36"/>
          <p:cNvSpPr txBox="1"/>
          <p:nvPr>
            <p:ph idx="2" type="body"/>
          </p:nvPr>
        </p:nvSpPr>
        <p:spPr>
          <a:xfrm>
            <a:off x="3303425" y="1572768"/>
            <a:ext cx="2537100" cy="275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47" name="Google Shape;347;p36"/>
          <p:cNvSpPr txBox="1"/>
          <p:nvPr>
            <p:ph type="ctrTitle"/>
          </p:nvPr>
        </p:nvSpPr>
        <p:spPr>
          <a:xfrm>
            <a:off x="545450" y="368250"/>
            <a:ext cx="5295300" cy="8406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48" name="Google Shape;348;p36"/>
          <p:cNvCxnSpPr/>
          <p:nvPr/>
        </p:nvCxnSpPr>
        <p:spPr>
          <a:xfrm flipH="1" rot="10800000">
            <a:off x="545450" y="361350"/>
            <a:ext cx="5295300" cy="6900"/>
          </a:xfrm>
          <a:prstGeom prst="straightConnector1">
            <a:avLst/>
          </a:prstGeom>
          <a:noFill/>
          <a:ln cap="flat" cmpd="sng" w="9525">
            <a:solidFill>
              <a:srgbClr val="131313"/>
            </a:solidFill>
            <a:prstDash val="solid"/>
            <a:round/>
            <a:headEnd len="med" w="med" type="none"/>
            <a:tailEnd len="med" w="med" type="none"/>
          </a:ln>
        </p:spPr>
      </p:cxnSp>
      <p:sp>
        <p:nvSpPr>
          <p:cNvPr id="349" name="Google Shape;349;p36"/>
          <p:cNvSpPr/>
          <p:nvPr/>
        </p:nvSpPr>
        <p:spPr>
          <a:xfrm>
            <a:off x="6061400" y="361350"/>
            <a:ext cx="25371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0" name="Google Shape;350;p36"/>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51" name="Google Shape;351;p36"/>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52" name="Google Shape;352;p3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53" name="Google Shape;353;p36"/>
          <p:cNvCxnSpPr/>
          <p:nvPr/>
        </p:nvCxnSpPr>
        <p:spPr>
          <a:xfrm>
            <a:off x="545450" y="1208850"/>
            <a:ext cx="5295600" cy="0"/>
          </a:xfrm>
          <a:prstGeom prst="straightConnector1">
            <a:avLst/>
          </a:prstGeom>
          <a:noFill/>
          <a:ln cap="flat" cmpd="sng" w="9525">
            <a:solidFill>
              <a:srgbClr val="131313"/>
            </a:solidFill>
            <a:prstDash val="solid"/>
            <a:round/>
            <a:headEnd len="med" w="med" type="none"/>
            <a:tailEnd len="med" w="med" type="none"/>
          </a:ln>
        </p:spPr>
      </p:cxnSp>
      <p:pic>
        <p:nvPicPr>
          <p:cNvPr id="354" name="Google Shape;354;p36"/>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6">
  <p:cSld name="BLANK_1_1_1_1_2_1_1">
    <p:bg>
      <p:bgPr>
        <a:solidFill>
          <a:srgbClr val="FFFFFF"/>
        </a:solidFill>
      </p:bgPr>
    </p:bg>
    <p:spTree>
      <p:nvGrpSpPr>
        <p:cNvPr id="355" name="Shape 355"/>
        <p:cNvGrpSpPr/>
        <p:nvPr/>
      </p:nvGrpSpPr>
      <p:grpSpPr>
        <a:xfrm>
          <a:off x="0" y="0"/>
          <a:ext cx="0" cy="0"/>
          <a:chOff x="0" y="0"/>
          <a:chExt cx="0" cy="0"/>
        </a:xfrm>
      </p:grpSpPr>
      <p:sp>
        <p:nvSpPr>
          <p:cNvPr id="356" name="Google Shape;356;p37"/>
          <p:cNvSpPr txBox="1"/>
          <p:nvPr>
            <p:ph type="ctrTitle"/>
          </p:nvPr>
        </p:nvSpPr>
        <p:spPr>
          <a:xfrm>
            <a:off x="545450" y="368250"/>
            <a:ext cx="39099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57" name="Google Shape;357;p37"/>
          <p:cNvSpPr txBox="1"/>
          <p:nvPr>
            <p:ph idx="1" type="body"/>
          </p:nvPr>
        </p:nvSpPr>
        <p:spPr>
          <a:xfrm>
            <a:off x="545450" y="1218750"/>
            <a:ext cx="39099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358" name="Google Shape;358;p37"/>
          <p:cNvCxnSpPr/>
          <p:nvPr/>
        </p:nvCxnSpPr>
        <p:spPr>
          <a:xfrm flipH="1" rot="10800000">
            <a:off x="545450" y="8428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359" name="Google Shape;359;p37"/>
          <p:cNvSpPr/>
          <p:nvPr/>
        </p:nvSpPr>
        <p:spPr>
          <a:xfrm>
            <a:off x="4688600" y="361350"/>
            <a:ext cx="39099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0" name="Google Shape;360;p37"/>
          <p:cNvCxnSpPr/>
          <p:nvPr/>
        </p:nvCxnSpPr>
        <p:spPr>
          <a:xfrm>
            <a:off x="545450" y="4555322"/>
            <a:ext cx="8054100" cy="600"/>
          </a:xfrm>
          <a:prstGeom prst="straightConnector1">
            <a:avLst/>
          </a:prstGeom>
          <a:noFill/>
          <a:ln cap="flat" cmpd="sng" w="9525">
            <a:solidFill>
              <a:srgbClr val="131313"/>
            </a:solidFill>
            <a:prstDash val="solid"/>
            <a:round/>
            <a:headEnd len="med" w="med" type="none"/>
            <a:tailEnd len="med" w="med" type="none"/>
          </a:ln>
        </p:spPr>
      </p:cxnSp>
      <p:sp>
        <p:nvSpPr>
          <p:cNvPr id="361" name="Google Shape;361;p37"/>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62" name="Google Shape;362;p3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63" name="Google Shape;363;p37"/>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pic>
        <p:nvPicPr>
          <p:cNvPr id="364" name="Google Shape;364;p37"/>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6 - 2">
  <p:cSld name="BLANK_1_1_1_1_2_1_1_2">
    <p:bg>
      <p:bgPr>
        <a:solidFill>
          <a:srgbClr val="FFFFFF"/>
        </a:solidFill>
      </p:bgPr>
    </p:bg>
    <p:spTree>
      <p:nvGrpSpPr>
        <p:cNvPr id="365" name="Shape 365"/>
        <p:cNvGrpSpPr/>
        <p:nvPr/>
      </p:nvGrpSpPr>
      <p:grpSpPr>
        <a:xfrm>
          <a:off x="0" y="0"/>
          <a:ext cx="0" cy="0"/>
          <a:chOff x="0" y="0"/>
          <a:chExt cx="0" cy="0"/>
        </a:xfrm>
      </p:grpSpPr>
      <p:sp>
        <p:nvSpPr>
          <p:cNvPr id="366" name="Google Shape;366;p38"/>
          <p:cNvSpPr txBox="1"/>
          <p:nvPr>
            <p:ph type="ctrTitle"/>
          </p:nvPr>
        </p:nvSpPr>
        <p:spPr>
          <a:xfrm>
            <a:off x="545450" y="368250"/>
            <a:ext cx="3909900" cy="8406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67" name="Google Shape;367;p38"/>
          <p:cNvCxnSpPr/>
          <p:nvPr/>
        </p:nvCxnSpPr>
        <p:spPr>
          <a:xfrm flipH="1" rot="10800000">
            <a:off x="545450" y="3613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368" name="Google Shape;368;p38"/>
          <p:cNvSpPr txBox="1"/>
          <p:nvPr>
            <p:ph idx="1" type="body"/>
          </p:nvPr>
        </p:nvSpPr>
        <p:spPr>
          <a:xfrm>
            <a:off x="545450" y="1572768"/>
            <a:ext cx="3909900" cy="27510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369" name="Google Shape;369;p38"/>
          <p:cNvCxnSpPr/>
          <p:nvPr/>
        </p:nvCxnSpPr>
        <p:spPr>
          <a:xfrm flipH="1" rot="10800000">
            <a:off x="545450" y="1201950"/>
            <a:ext cx="3909900" cy="6900"/>
          </a:xfrm>
          <a:prstGeom prst="straightConnector1">
            <a:avLst/>
          </a:prstGeom>
          <a:noFill/>
          <a:ln cap="flat" cmpd="sng" w="9525">
            <a:solidFill>
              <a:srgbClr val="131313"/>
            </a:solidFill>
            <a:prstDash val="solid"/>
            <a:round/>
            <a:headEnd len="med" w="med" type="none"/>
            <a:tailEnd len="med" w="med" type="none"/>
          </a:ln>
        </p:spPr>
      </p:cxnSp>
      <p:sp>
        <p:nvSpPr>
          <p:cNvPr id="370" name="Google Shape;370;p38"/>
          <p:cNvSpPr/>
          <p:nvPr/>
        </p:nvSpPr>
        <p:spPr>
          <a:xfrm>
            <a:off x="4688600" y="361350"/>
            <a:ext cx="39099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1" name="Google Shape;371;p38"/>
          <p:cNvCxnSpPr/>
          <p:nvPr/>
        </p:nvCxnSpPr>
        <p:spPr>
          <a:xfrm>
            <a:off x="545450" y="4555322"/>
            <a:ext cx="8054100" cy="600"/>
          </a:xfrm>
          <a:prstGeom prst="straightConnector1">
            <a:avLst/>
          </a:prstGeom>
          <a:noFill/>
          <a:ln cap="flat" cmpd="sng" w="9525">
            <a:solidFill>
              <a:srgbClr val="131313"/>
            </a:solidFill>
            <a:prstDash val="solid"/>
            <a:round/>
            <a:headEnd len="med" w="med" type="none"/>
            <a:tailEnd len="med" w="med" type="none"/>
          </a:ln>
        </p:spPr>
      </p:cxnSp>
      <p:sp>
        <p:nvSpPr>
          <p:cNvPr id="372" name="Google Shape;372;p38"/>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73" name="Google Shape;373;p3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374" name="Google Shape;374;p38"/>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7">
  <p:cSld name="BLANK_1_1_1_1_2_1_1_1">
    <p:bg>
      <p:bgPr>
        <a:solidFill>
          <a:srgbClr val="FFFFFF"/>
        </a:solidFill>
      </p:bgPr>
    </p:bg>
    <p:spTree>
      <p:nvGrpSpPr>
        <p:cNvPr id="375" name="Shape 375"/>
        <p:cNvGrpSpPr/>
        <p:nvPr/>
      </p:nvGrpSpPr>
      <p:grpSpPr>
        <a:xfrm>
          <a:off x="0" y="0"/>
          <a:ext cx="0" cy="0"/>
          <a:chOff x="0" y="0"/>
          <a:chExt cx="0" cy="0"/>
        </a:xfrm>
      </p:grpSpPr>
      <p:sp>
        <p:nvSpPr>
          <p:cNvPr id="376" name="Google Shape;376;p39"/>
          <p:cNvSpPr txBox="1"/>
          <p:nvPr>
            <p:ph type="ctrTitle"/>
          </p:nvPr>
        </p:nvSpPr>
        <p:spPr>
          <a:xfrm>
            <a:off x="545450" y="368250"/>
            <a:ext cx="2537100" cy="8337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77" name="Google Shape;377;p39"/>
          <p:cNvCxnSpPr/>
          <p:nvPr/>
        </p:nvCxnSpPr>
        <p:spPr>
          <a:xfrm flipH="1" rot="10800000">
            <a:off x="545450" y="361350"/>
            <a:ext cx="2537100" cy="6900"/>
          </a:xfrm>
          <a:prstGeom prst="straightConnector1">
            <a:avLst/>
          </a:prstGeom>
          <a:noFill/>
          <a:ln cap="flat" cmpd="sng" w="9525">
            <a:solidFill>
              <a:srgbClr val="131313"/>
            </a:solidFill>
            <a:prstDash val="solid"/>
            <a:round/>
            <a:headEnd len="med" w="med" type="none"/>
            <a:tailEnd len="med" w="med" type="none"/>
          </a:ln>
        </p:spPr>
      </p:cxnSp>
      <p:sp>
        <p:nvSpPr>
          <p:cNvPr id="378" name="Google Shape;378;p39"/>
          <p:cNvSpPr/>
          <p:nvPr/>
        </p:nvSpPr>
        <p:spPr>
          <a:xfrm>
            <a:off x="3303500" y="361350"/>
            <a:ext cx="52950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9"/>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80" name="Google Shape;380;p3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81" name="Google Shape;381;p39"/>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382" name="Google Shape;382;p39"/>
          <p:cNvSpPr txBox="1"/>
          <p:nvPr>
            <p:ph idx="2" type="body"/>
          </p:nvPr>
        </p:nvSpPr>
        <p:spPr>
          <a:xfrm>
            <a:off x="545450" y="1572768"/>
            <a:ext cx="2537100" cy="27579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383" name="Google Shape;383;p39"/>
          <p:cNvCxnSpPr/>
          <p:nvPr/>
        </p:nvCxnSpPr>
        <p:spPr>
          <a:xfrm flipH="1" rot="10800000">
            <a:off x="545450" y="1201950"/>
            <a:ext cx="2537100" cy="6900"/>
          </a:xfrm>
          <a:prstGeom prst="straightConnector1">
            <a:avLst/>
          </a:prstGeom>
          <a:noFill/>
          <a:ln cap="flat" cmpd="sng" w="9525">
            <a:solidFill>
              <a:srgbClr val="131313"/>
            </a:solidFill>
            <a:prstDash val="solid"/>
            <a:round/>
            <a:headEnd len="med" w="med" type="none"/>
            <a:tailEnd len="med" w="med" type="none"/>
          </a:ln>
        </p:spPr>
      </p:cxnSp>
      <p:pic>
        <p:nvPicPr>
          <p:cNvPr id="384" name="Google Shape;384;p39"/>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7 - 2">
  <p:cSld name="BLANK_1_1_1_1_2_1_1_1_1">
    <p:bg>
      <p:bgPr>
        <a:solidFill>
          <a:srgbClr val="FFFFFF"/>
        </a:solidFill>
      </p:bgPr>
    </p:bg>
    <p:spTree>
      <p:nvGrpSpPr>
        <p:cNvPr id="385" name="Shape 385"/>
        <p:cNvGrpSpPr/>
        <p:nvPr/>
      </p:nvGrpSpPr>
      <p:grpSpPr>
        <a:xfrm>
          <a:off x="0" y="0"/>
          <a:ext cx="0" cy="0"/>
          <a:chOff x="0" y="0"/>
          <a:chExt cx="0" cy="0"/>
        </a:xfrm>
      </p:grpSpPr>
      <p:sp>
        <p:nvSpPr>
          <p:cNvPr id="386" name="Google Shape;386;p40"/>
          <p:cNvSpPr txBox="1"/>
          <p:nvPr>
            <p:ph idx="1" type="body"/>
          </p:nvPr>
        </p:nvSpPr>
        <p:spPr>
          <a:xfrm>
            <a:off x="545450" y="1821750"/>
            <a:ext cx="2537100" cy="2507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387" name="Google Shape;387;p40"/>
          <p:cNvSpPr txBox="1"/>
          <p:nvPr>
            <p:ph type="ctrTitle"/>
          </p:nvPr>
        </p:nvSpPr>
        <p:spPr>
          <a:xfrm>
            <a:off x="545450" y="368250"/>
            <a:ext cx="2537100" cy="1084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88" name="Google Shape;388;p40"/>
          <p:cNvCxnSpPr/>
          <p:nvPr/>
        </p:nvCxnSpPr>
        <p:spPr>
          <a:xfrm flipH="1" rot="10800000">
            <a:off x="545450" y="361350"/>
            <a:ext cx="2537100" cy="6900"/>
          </a:xfrm>
          <a:prstGeom prst="straightConnector1">
            <a:avLst/>
          </a:prstGeom>
          <a:noFill/>
          <a:ln cap="flat" cmpd="sng" w="9525">
            <a:solidFill>
              <a:srgbClr val="131313"/>
            </a:solidFill>
            <a:prstDash val="solid"/>
            <a:round/>
            <a:headEnd len="med" w="med" type="none"/>
            <a:tailEnd len="med" w="med" type="none"/>
          </a:ln>
        </p:spPr>
      </p:cxnSp>
      <p:cxnSp>
        <p:nvCxnSpPr>
          <p:cNvPr id="389" name="Google Shape;389;p40"/>
          <p:cNvCxnSpPr/>
          <p:nvPr/>
        </p:nvCxnSpPr>
        <p:spPr>
          <a:xfrm flipH="1" rot="10800000">
            <a:off x="545450" y="1452825"/>
            <a:ext cx="2537100" cy="6900"/>
          </a:xfrm>
          <a:prstGeom prst="straightConnector1">
            <a:avLst/>
          </a:prstGeom>
          <a:noFill/>
          <a:ln cap="flat" cmpd="sng" w="9525">
            <a:solidFill>
              <a:srgbClr val="131313"/>
            </a:solidFill>
            <a:prstDash val="solid"/>
            <a:round/>
            <a:headEnd len="med" w="med" type="none"/>
            <a:tailEnd len="med" w="med" type="none"/>
          </a:ln>
        </p:spPr>
      </p:cxnSp>
      <p:sp>
        <p:nvSpPr>
          <p:cNvPr id="390" name="Google Shape;390;p40"/>
          <p:cNvSpPr/>
          <p:nvPr/>
        </p:nvSpPr>
        <p:spPr>
          <a:xfrm>
            <a:off x="3303500" y="361350"/>
            <a:ext cx="5295000" cy="3967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392" name="Google Shape;392;p4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393" name="Google Shape;393;p40"/>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pic>
        <p:nvPicPr>
          <p:cNvPr id="394" name="Google Shape;394;p40"/>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8">
  <p:cSld name="BLANK_1_1_1_1_1">
    <p:bg>
      <p:bgPr>
        <a:solidFill>
          <a:srgbClr val="FFFFFF"/>
        </a:solidFill>
      </p:bgPr>
    </p:bg>
    <p:spTree>
      <p:nvGrpSpPr>
        <p:cNvPr id="395" name="Shape 395"/>
        <p:cNvGrpSpPr/>
        <p:nvPr/>
      </p:nvGrpSpPr>
      <p:grpSpPr>
        <a:xfrm>
          <a:off x="0" y="0"/>
          <a:ext cx="0" cy="0"/>
          <a:chOff x="0" y="0"/>
          <a:chExt cx="0" cy="0"/>
        </a:xfrm>
      </p:grpSpPr>
      <p:cxnSp>
        <p:nvCxnSpPr>
          <p:cNvPr id="396" name="Google Shape;396;p41"/>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397" name="Google Shape;397;p41"/>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398" name="Google Shape;398;p41"/>
          <p:cNvSpPr txBox="1"/>
          <p:nvPr>
            <p:ph type="ctrTitle"/>
          </p:nvPr>
        </p:nvSpPr>
        <p:spPr>
          <a:xfrm>
            <a:off x="545450" y="842850"/>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399" name="Google Shape;399;p41"/>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00" name="Google Shape;400;p41"/>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01" name="Google Shape;401;p4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402" name="Google Shape;402;p41"/>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9">
  <p:cSld name="BLANK_1_1_1_1_1_1">
    <p:bg>
      <p:bgPr>
        <a:solidFill>
          <a:srgbClr val="FFFFFF"/>
        </a:solidFill>
      </p:bgPr>
    </p:bg>
    <p:spTree>
      <p:nvGrpSpPr>
        <p:cNvPr id="403" name="Shape 403"/>
        <p:cNvGrpSpPr/>
        <p:nvPr/>
      </p:nvGrpSpPr>
      <p:grpSpPr>
        <a:xfrm>
          <a:off x="0" y="0"/>
          <a:ext cx="0" cy="0"/>
          <a:chOff x="0" y="0"/>
          <a:chExt cx="0" cy="0"/>
        </a:xfrm>
      </p:grpSpPr>
      <p:sp>
        <p:nvSpPr>
          <p:cNvPr id="404" name="Google Shape;404;p42"/>
          <p:cNvSpPr txBox="1"/>
          <p:nvPr>
            <p:ph idx="1" type="body"/>
          </p:nvPr>
        </p:nvSpPr>
        <p:spPr>
          <a:xfrm>
            <a:off x="3303500" y="843275"/>
            <a:ext cx="2537100" cy="3485700"/>
          </a:xfrm>
          <a:prstGeom prst="rect">
            <a:avLst/>
          </a:prstGeom>
        </p:spPr>
        <p:txBody>
          <a:bodyPr anchorCtr="0" anchor="t" bIns="0" lIns="0" spcFirstLastPara="1" rIns="0" wrap="square" tIns="0">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405" name="Google Shape;405;p42"/>
          <p:cNvSpPr txBox="1"/>
          <p:nvPr>
            <p:ph type="ctrTitle"/>
          </p:nvPr>
        </p:nvSpPr>
        <p:spPr>
          <a:xfrm>
            <a:off x="545450" y="843312"/>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406" name="Google Shape;406;p42"/>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07" name="Google Shape;407;p42"/>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08" name="Google Shape;408;p42"/>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09" name="Google Shape;409;p4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10" name="Google Shape;410;p42"/>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11" name="Google Shape;411;p42"/>
          <p:cNvSpPr txBox="1"/>
          <p:nvPr>
            <p:ph idx="3" type="body"/>
          </p:nvPr>
        </p:nvSpPr>
        <p:spPr>
          <a:xfrm>
            <a:off x="6061150" y="843275"/>
            <a:ext cx="25371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412" name="Google Shape;412;p42"/>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09 - img">
  <p:cSld name="BLANK_1_1_1_1_1_1_3">
    <p:bg>
      <p:bgPr>
        <a:solidFill>
          <a:srgbClr val="FFFFFF"/>
        </a:solidFill>
      </p:bgPr>
    </p:bg>
    <p:spTree>
      <p:nvGrpSpPr>
        <p:cNvPr id="413" name="Shape 413"/>
        <p:cNvGrpSpPr/>
        <p:nvPr/>
      </p:nvGrpSpPr>
      <p:grpSpPr>
        <a:xfrm>
          <a:off x="0" y="0"/>
          <a:ext cx="0" cy="0"/>
          <a:chOff x="0" y="0"/>
          <a:chExt cx="0" cy="0"/>
        </a:xfrm>
      </p:grpSpPr>
      <p:sp>
        <p:nvSpPr>
          <p:cNvPr id="414" name="Google Shape;414;p43"/>
          <p:cNvSpPr txBox="1"/>
          <p:nvPr>
            <p:ph idx="1" type="body"/>
          </p:nvPr>
        </p:nvSpPr>
        <p:spPr>
          <a:xfrm>
            <a:off x="3303500" y="843275"/>
            <a:ext cx="25371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15" name="Google Shape;415;p43"/>
          <p:cNvSpPr txBox="1"/>
          <p:nvPr>
            <p:ph type="ctrTitle"/>
          </p:nvPr>
        </p:nvSpPr>
        <p:spPr>
          <a:xfrm>
            <a:off x="545450" y="843312"/>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416" name="Google Shape;416;p4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17" name="Google Shape;417;p4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18" name="Google Shape;418;p43"/>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19" name="Google Shape;419;p4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20" name="Google Shape;420;p43"/>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21" name="Google Shape;421;p43"/>
          <p:cNvSpPr/>
          <p:nvPr/>
        </p:nvSpPr>
        <p:spPr>
          <a:xfrm>
            <a:off x="6061400" y="572063"/>
            <a:ext cx="2537100" cy="37569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2" name="Google Shape;422;p43"/>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0">
  <p:cSld name="BLANK_1_1_1_1_1_1_2">
    <p:bg>
      <p:bgPr>
        <a:solidFill>
          <a:srgbClr val="FFFFFF"/>
        </a:solidFill>
      </p:bgPr>
    </p:bg>
    <p:spTree>
      <p:nvGrpSpPr>
        <p:cNvPr id="423" name="Shape 423"/>
        <p:cNvGrpSpPr/>
        <p:nvPr/>
      </p:nvGrpSpPr>
      <p:grpSpPr>
        <a:xfrm>
          <a:off x="0" y="0"/>
          <a:ext cx="0" cy="0"/>
          <a:chOff x="0" y="0"/>
          <a:chExt cx="0" cy="0"/>
        </a:xfrm>
      </p:grpSpPr>
      <p:sp>
        <p:nvSpPr>
          <p:cNvPr id="424" name="Google Shape;424;p44"/>
          <p:cNvSpPr txBox="1"/>
          <p:nvPr>
            <p:ph idx="1" type="body"/>
          </p:nvPr>
        </p:nvSpPr>
        <p:spPr>
          <a:xfrm>
            <a:off x="3303500" y="843275"/>
            <a:ext cx="39099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25" name="Google Shape;425;p44"/>
          <p:cNvSpPr txBox="1"/>
          <p:nvPr>
            <p:ph type="ctrTitle"/>
          </p:nvPr>
        </p:nvSpPr>
        <p:spPr>
          <a:xfrm>
            <a:off x="545450" y="843312"/>
            <a:ext cx="2304300" cy="348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sz="18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cxnSp>
        <p:nvCxnSpPr>
          <p:cNvPr id="426" name="Google Shape;426;p44"/>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27" name="Google Shape;427;p44"/>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28" name="Google Shape;428;p44"/>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29" name="Google Shape;429;p4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30" name="Google Shape;430;p44"/>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pic>
        <p:nvPicPr>
          <p:cNvPr id="431" name="Google Shape;431;p44"/>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1">
  <p:cSld name="BLANK_1_1_1_1_1_1_1">
    <p:bg>
      <p:bgPr>
        <a:solidFill>
          <a:srgbClr val="FFFFFF"/>
        </a:solidFill>
      </p:bgPr>
    </p:bg>
    <p:spTree>
      <p:nvGrpSpPr>
        <p:cNvPr id="432" name="Shape 432"/>
        <p:cNvGrpSpPr/>
        <p:nvPr/>
      </p:nvGrpSpPr>
      <p:grpSpPr>
        <a:xfrm>
          <a:off x="0" y="0"/>
          <a:ext cx="0" cy="0"/>
          <a:chOff x="0" y="0"/>
          <a:chExt cx="0" cy="0"/>
        </a:xfrm>
      </p:grpSpPr>
      <p:cxnSp>
        <p:nvCxnSpPr>
          <p:cNvPr id="433" name="Google Shape;433;p4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34" name="Google Shape;434;p4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35" name="Google Shape;435;p45"/>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36" name="Google Shape;436;p4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37" name="Google Shape;437;p45"/>
          <p:cNvCxnSpPr/>
          <p:nvPr/>
        </p:nvCxnSpPr>
        <p:spPr>
          <a:xfrm>
            <a:off x="6060813"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38" name="Google Shape;438;p45"/>
          <p:cNvSpPr txBox="1"/>
          <p:nvPr>
            <p:ph idx="2" type="body"/>
          </p:nvPr>
        </p:nvSpPr>
        <p:spPr>
          <a:xfrm>
            <a:off x="6298700" y="843275"/>
            <a:ext cx="23118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439" name="Google Shape;439;p45"/>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1 - 2">
  <p:cSld name="BLANK_1_1_1_1_1_1_1_1">
    <p:bg>
      <p:bgPr>
        <a:solidFill>
          <a:srgbClr val="FFFFFF"/>
        </a:solidFill>
      </p:bgPr>
    </p:bg>
    <p:spTree>
      <p:nvGrpSpPr>
        <p:cNvPr id="440" name="Shape 440"/>
        <p:cNvGrpSpPr/>
        <p:nvPr/>
      </p:nvGrpSpPr>
      <p:grpSpPr>
        <a:xfrm>
          <a:off x="0" y="0"/>
          <a:ext cx="0" cy="0"/>
          <a:chOff x="0" y="0"/>
          <a:chExt cx="0" cy="0"/>
        </a:xfrm>
      </p:grpSpPr>
      <p:cxnSp>
        <p:nvCxnSpPr>
          <p:cNvPr id="441" name="Google Shape;441;p46"/>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42" name="Google Shape;442;p46"/>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43" name="Google Shape;443;p4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44" name="Google Shape;444;p4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cxnSp>
        <p:nvCxnSpPr>
          <p:cNvPr id="445" name="Google Shape;445;p46"/>
          <p:cNvCxnSpPr/>
          <p:nvPr/>
        </p:nvCxnSpPr>
        <p:spPr>
          <a:xfrm>
            <a:off x="3082950" y="369400"/>
            <a:ext cx="0" cy="4192800"/>
          </a:xfrm>
          <a:prstGeom prst="straightConnector1">
            <a:avLst/>
          </a:prstGeom>
          <a:noFill/>
          <a:ln cap="flat" cmpd="sng" w="9525">
            <a:solidFill>
              <a:srgbClr val="131313"/>
            </a:solidFill>
            <a:prstDash val="solid"/>
            <a:round/>
            <a:headEnd len="med" w="med" type="none"/>
            <a:tailEnd len="med" w="med" type="none"/>
          </a:ln>
        </p:spPr>
      </p:cxnSp>
      <p:sp>
        <p:nvSpPr>
          <p:cNvPr id="446" name="Google Shape;446;p46"/>
          <p:cNvSpPr txBox="1"/>
          <p:nvPr>
            <p:ph idx="2" type="body"/>
          </p:nvPr>
        </p:nvSpPr>
        <p:spPr>
          <a:xfrm>
            <a:off x="545450" y="843275"/>
            <a:ext cx="2311800" cy="34857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pic>
        <p:nvPicPr>
          <p:cNvPr id="447" name="Google Shape;447;p46"/>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1">
  <p:cSld name="BLANK_1_1_1_1_1_1_1_1_1">
    <p:bg>
      <p:bgPr>
        <a:solidFill>
          <a:srgbClr val="FFFFFF"/>
        </a:solidFill>
      </p:bgPr>
    </p:bg>
    <p:spTree>
      <p:nvGrpSpPr>
        <p:cNvPr id="448" name="Shape 448"/>
        <p:cNvGrpSpPr/>
        <p:nvPr/>
      </p:nvGrpSpPr>
      <p:grpSpPr>
        <a:xfrm>
          <a:off x="0" y="0"/>
          <a:ext cx="0" cy="0"/>
          <a:chOff x="0" y="0"/>
          <a:chExt cx="0" cy="0"/>
        </a:xfrm>
      </p:grpSpPr>
      <p:pic>
        <p:nvPicPr>
          <p:cNvPr id="449" name="Google Shape;449;p47"/>
          <p:cNvPicPr preferRelativeResize="0"/>
          <p:nvPr/>
        </p:nvPicPr>
        <p:blipFill>
          <a:blip r:embed="rId2">
            <a:alphaModFix/>
          </a:blip>
          <a:stretch>
            <a:fillRect/>
          </a:stretch>
        </p:blipFill>
        <p:spPr>
          <a:xfrm>
            <a:off x="547263" y="4639176"/>
            <a:ext cx="453571" cy="111625"/>
          </a:xfrm>
          <a:prstGeom prst="rect">
            <a:avLst/>
          </a:prstGeom>
          <a:noFill/>
          <a:ln>
            <a:noFill/>
          </a:ln>
        </p:spPr>
      </p:pic>
      <p:sp>
        <p:nvSpPr>
          <p:cNvPr id="450" name="Google Shape;450;p47"/>
          <p:cNvSpPr txBox="1"/>
          <p:nvPr>
            <p:ph idx="1" type="body"/>
          </p:nvPr>
        </p:nvSpPr>
        <p:spPr>
          <a:xfrm>
            <a:off x="5454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1" name="Google Shape;451;p47"/>
          <p:cNvSpPr txBox="1"/>
          <p:nvPr>
            <p:ph idx="2" type="body"/>
          </p:nvPr>
        </p:nvSpPr>
        <p:spPr>
          <a:xfrm>
            <a:off x="5410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2" name="Google Shape;452;p47"/>
          <p:cNvSpPr txBox="1"/>
          <p:nvPr>
            <p:ph idx="3"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3" name="Google Shape;453;p47"/>
          <p:cNvSpPr txBox="1"/>
          <p:nvPr>
            <p:ph idx="4"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4" name="Google Shape;454;p47"/>
          <p:cNvSpPr txBox="1"/>
          <p:nvPr>
            <p:ph idx="5"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5" name="Google Shape;455;p47"/>
          <p:cNvSpPr txBox="1"/>
          <p:nvPr>
            <p:ph idx="6"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6" name="Google Shape;456;p47"/>
          <p:cNvSpPr txBox="1"/>
          <p:nvPr>
            <p:ph idx="7" type="body"/>
          </p:nvPr>
        </p:nvSpPr>
        <p:spPr>
          <a:xfrm>
            <a:off x="5454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7" name="Google Shape;457;p47"/>
          <p:cNvSpPr txBox="1"/>
          <p:nvPr>
            <p:ph idx="8" type="body"/>
          </p:nvPr>
        </p:nvSpPr>
        <p:spPr>
          <a:xfrm>
            <a:off x="5410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58" name="Google Shape;458;p47"/>
          <p:cNvSpPr txBox="1"/>
          <p:nvPr>
            <p:ph idx="9"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59" name="Google Shape;459;p47"/>
          <p:cNvSpPr txBox="1"/>
          <p:nvPr>
            <p:ph idx="13"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sp>
        <p:nvSpPr>
          <p:cNvPr id="460" name="Google Shape;460;p47"/>
          <p:cNvSpPr txBox="1"/>
          <p:nvPr>
            <p:ph idx="14"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1600"/>
              </a:spcBef>
              <a:spcAft>
                <a:spcPts val="0"/>
              </a:spcAft>
              <a:buSzPts val="4400"/>
              <a:buChar char="○"/>
              <a:defRPr b="1" sz="4400"/>
            </a:lvl2pPr>
            <a:lvl3pPr indent="-508000" lvl="2" marL="1371600" rtl="0">
              <a:lnSpc>
                <a:spcPct val="100000"/>
              </a:lnSpc>
              <a:spcBef>
                <a:spcPts val="1600"/>
              </a:spcBef>
              <a:spcAft>
                <a:spcPts val="0"/>
              </a:spcAft>
              <a:buSzPts val="4400"/>
              <a:buChar char="■"/>
              <a:defRPr b="1" sz="4400"/>
            </a:lvl3pPr>
            <a:lvl4pPr indent="-508000" lvl="3" marL="1828800" rtl="0">
              <a:lnSpc>
                <a:spcPct val="100000"/>
              </a:lnSpc>
              <a:spcBef>
                <a:spcPts val="1600"/>
              </a:spcBef>
              <a:spcAft>
                <a:spcPts val="0"/>
              </a:spcAft>
              <a:buSzPts val="4400"/>
              <a:buChar char="●"/>
              <a:defRPr b="1" sz="4400"/>
            </a:lvl4pPr>
            <a:lvl5pPr indent="-508000" lvl="4" marL="2286000" rtl="0">
              <a:lnSpc>
                <a:spcPct val="100000"/>
              </a:lnSpc>
              <a:spcBef>
                <a:spcPts val="1600"/>
              </a:spcBef>
              <a:spcAft>
                <a:spcPts val="0"/>
              </a:spcAft>
              <a:buSzPts val="4400"/>
              <a:buChar char="○"/>
              <a:defRPr b="1" sz="4400"/>
            </a:lvl5pPr>
            <a:lvl6pPr indent="-508000" lvl="5" marL="2743200" rtl="0">
              <a:lnSpc>
                <a:spcPct val="100000"/>
              </a:lnSpc>
              <a:spcBef>
                <a:spcPts val="1600"/>
              </a:spcBef>
              <a:spcAft>
                <a:spcPts val="0"/>
              </a:spcAft>
              <a:buSzPts val="4400"/>
              <a:buChar char="■"/>
              <a:defRPr b="1" sz="4400"/>
            </a:lvl6pPr>
            <a:lvl7pPr indent="-508000" lvl="6" marL="3200400" rtl="0">
              <a:lnSpc>
                <a:spcPct val="100000"/>
              </a:lnSpc>
              <a:spcBef>
                <a:spcPts val="1600"/>
              </a:spcBef>
              <a:spcAft>
                <a:spcPts val="0"/>
              </a:spcAft>
              <a:buSzPts val="4400"/>
              <a:buChar char="●"/>
              <a:defRPr b="1" sz="4400"/>
            </a:lvl7pPr>
            <a:lvl8pPr indent="-508000" lvl="7" marL="3657600" rtl="0">
              <a:lnSpc>
                <a:spcPct val="100000"/>
              </a:lnSpc>
              <a:spcBef>
                <a:spcPts val="1600"/>
              </a:spcBef>
              <a:spcAft>
                <a:spcPts val="0"/>
              </a:spcAft>
              <a:buSzPts val="4400"/>
              <a:buChar char="○"/>
              <a:defRPr b="1" sz="4400"/>
            </a:lvl8pPr>
            <a:lvl9pPr indent="-508000" lvl="8" marL="4114800" rtl="0">
              <a:lnSpc>
                <a:spcPct val="100000"/>
              </a:lnSpc>
              <a:spcBef>
                <a:spcPts val="1600"/>
              </a:spcBef>
              <a:spcAft>
                <a:spcPts val="1600"/>
              </a:spcAft>
              <a:buSzPts val="4400"/>
              <a:buChar char="■"/>
              <a:defRPr b="1" sz="4400"/>
            </a:lvl9pPr>
          </a:lstStyle>
          <a:p/>
        </p:txBody>
      </p:sp>
      <p:sp>
        <p:nvSpPr>
          <p:cNvPr id="461" name="Google Shape;461;p47"/>
          <p:cNvSpPr txBox="1"/>
          <p:nvPr>
            <p:ph idx="15"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1000"/>
              </a:spcBef>
              <a:spcAft>
                <a:spcPts val="0"/>
              </a:spcAft>
              <a:buSzPts val="800"/>
              <a:buChar char="○"/>
              <a:defRPr sz="800"/>
            </a:lvl2pPr>
            <a:lvl3pPr indent="-279400" lvl="2" marL="1371600" rtl="0">
              <a:lnSpc>
                <a:spcPct val="100000"/>
              </a:lnSpc>
              <a:spcBef>
                <a:spcPts val="1000"/>
              </a:spcBef>
              <a:spcAft>
                <a:spcPts val="0"/>
              </a:spcAft>
              <a:buSzPts val="800"/>
              <a:buChar char="■"/>
              <a:defRPr sz="800"/>
            </a:lvl3pPr>
            <a:lvl4pPr indent="-279400" lvl="3" marL="1828800" rtl="0">
              <a:lnSpc>
                <a:spcPct val="100000"/>
              </a:lnSpc>
              <a:spcBef>
                <a:spcPts val="1000"/>
              </a:spcBef>
              <a:spcAft>
                <a:spcPts val="0"/>
              </a:spcAft>
              <a:buSzPts val="800"/>
              <a:buChar char="●"/>
              <a:defRPr sz="800"/>
            </a:lvl4pPr>
            <a:lvl5pPr indent="-279400" lvl="4" marL="2286000" rtl="0">
              <a:lnSpc>
                <a:spcPct val="100000"/>
              </a:lnSpc>
              <a:spcBef>
                <a:spcPts val="1000"/>
              </a:spcBef>
              <a:spcAft>
                <a:spcPts val="0"/>
              </a:spcAft>
              <a:buSzPts val="800"/>
              <a:buChar char="○"/>
              <a:defRPr sz="800"/>
            </a:lvl5pPr>
            <a:lvl6pPr indent="-279400" lvl="5" marL="2743200" rtl="0">
              <a:lnSpc>
                <a:spcPct val="100000"/>
              </a:lnSpc>
              <a:spcBef>
                <a:spcPts val="1000"/>
              </a:spcBef>
              <a:spcAft>
                <a:spcPts val="0"/>
              </a:spcAft>
              <a:buSzPts val="800"/>
              <a:buChar char="■"/>
              <a:defRPr sz="800"/>
            </a:lvl6pPr>
            <a:lvl7pPr indent="-279400" lvl="6" marL="3200400" rtl="0">
              <a:lnSpc>
                <a:spcPct val="100000"/>
              </a:lnSpc>
              <a:spcBef>
                <a:spcPts val="1000"/>
              </a:spcBef>
              <a:spcAft>
                <a:spcPts val="0"/>
              </a:spcAft>
              <a:buSzPts val="800"/>
              <a:buChar char="●"/>
              <a:defRPr sz="800"/>
            </a:lvl7pPr>
            <a:lvl8pPr indent="-279400" lvl="7" marL="3657600" rtl="0">
              <a:lnSpc>
                <a:spcPct val="100000"/>
              </a:lnSpc>
              <a:spcBef>
                <a:spcPts val="1000"/>
              </a:spcBef>
              <a:spcAft>
                <a:spcPts val="0"/>
              </a:spcAft>
              <a:buSzPts val="800"/>
              <a:buChar char="○"/>
              <a:defRPr sz="800"/>
            </a:lvl8pPr>
            <a:lvl9pPr indent="-279400" lvl="8" marL="4114800" rtl="0">
              <a:lnSpc>
                <a:spcPct val="100000"/>
              </a:lnSpc>
              <a:spcBef>
                <a:spcPts val="1000"/>
              </a:spcBef>
              <a:spcAft>
                <a:spcPts val="1000"/>
              </a:spcAft>
              <a:buSzPts val="800"/>
              <a:buChar char="■"/>
              <a:defRPr sz="800"/>
            </a:lvl9pPr>
          </a:lstStyle>
          <a:p/>
        </p:txBody>
      </p:sp>
      <p:cxnSp>
        <p:nvCxnSpPr>
          <p:cNvPr id="462" name="Google Shape;462;p47"/>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63" name="Google Shape;463;p47"/>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464" name="Google Shape;464;p47"/>
          <p:cNvSpPr txBox="1"/>
          <p:nvPr>
            <p:ph idx="16"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465" name="Google Shape;465;p4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6" name="Google Shape;466;p47"/>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467" name="Google Shape;467;p47"/>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1 - black">
  <p:cSld name="BLANK_1_1_1_1_1_1_1_1_1_2">
    <p:bg>
      <p:bgPr>
        <a:solidFill>
          <a:srgbClr val="131313"/>
        </a:solidFill>
      </p:bgPr>
    </p:bg>
    <p:spTree>
      <p:nvGrpSpPr>
        <p:cNvPr id="468" name="Shape 468"/>
        <p:cNvGrpSpPr/>
        <p:nvPr/>
      </p:nvGrpSpPr>
      <p:grpSpPr>
        <a:xfrm>
          <a:off x="0" y="0"/>
          <a:ext cx="0" cy="0"/>
          <a:chOff x="0" y="0"/>
          <a:chExt cx="0" cy="0"/>
        </a:xfrm>
      </p:grpSpPr>
      <p:pic>
        <p:nvPicPr>
          <p:cNvPr id="469" name="Google Shape;469;p48"/>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470" name="Google Shape;470;p48"/>
          <p:cNvSpPr txBox="1"/>
          <p:nvPr>
            <p:ph idx="1" type="body"/>
          </p:nvPr>
        </p:nvSpPr>
        <p:spPr>
          <a:xfrm>
            <a:off x="5454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1" name="Google Shape;471;p48"/>
          <p:cNvSpPr txBox="1"/>
          <p:nvPr>
            <p:ph idx="2" type="body"/>
          </p:nvPr>
        </p:nvSpPr>
        <p:spPr>
          <a:xfrm>
            <a:off x="5410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2" name="Google Shape;472;p48"/>
          <p:cNvSpPr txBox="1"/>
          <p:nvPr>
            <p:ph idx="3"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3" name="Google Shape;473;p48"/>
          <p:cNvSpPr txBox="1"/>
          <p:nvPr>
            <p:ph idx="4"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4" name="Google Shape;474;p48"/>
          <p:cNvSpPr txBox="1"/>
          <p:nvPr>
            <p:ph idx="5"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5" name="Google Shape;475;p48"/>
          <p:cNvSpPr txBox="1"/>
          <p:nvPr>
            <p:ph idx="6"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6" name="Google Shape;476;p48"/>
          <p:cNvSpPr txBox="1"/>
          <p:nvPr>
            <p:ph idx="7" type="body"/>
          </p:nvPr>
        </p:nvSpPr>
        <p:spPr>
          <a:xfrm>
            <a:off x="5454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7" name="Google Shape;477;p48"/>
          <p:cNvSpPr txBox="1"/>
          <p:nvPr>
            <p:ph idx="8" type="body"/>
          </p:nvPr>
        </p:nvSpPr>
        <p:spPr>
          <a:xfrm>
            <a:off x="5410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78" name="Google Shape;478;p48"/>
          <p:cNvSpPr txBox="1"/>
          <p:nvPr>
            <p:ph idx="9"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79" name="Google Shape;479;p48"/>
          <p:cNvSpPr txBox="1"/>
          <p:nvPr>
            <p:ph idx="13"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480" name="Google Shape;480;p48"/>
          <p:cNvSpPr txBox="1"/>
          <p:nvPr>
            <p:ph idx="14"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481" name="Google Shape;481;p48"/>
          <p:cNvSpPr txBox="1"/>
          <p:nvPr>
            <p:ph idx="15"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482" name="Google Shape;482;p48"/>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483" name="Google Shape;483;p48"/>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484" name="Google Shape;484;p48"/>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cxnSp>
        <p:nvCxnSpPr>
          <p:cNvPr id="485" name="Google Shape;485;p48"/>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486" name="Google Shape;486;p48"/>
          <p:cNvSpPr txBox="1"/>
          <p:nvPr>
            <p:ph idx="16"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487" name="Google Shape;487;p4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2">
  <p:cSld name="BLANK_1_1_1_1_1_1_1_1_1_1">
    <p:bg>
      <p:bgPr>
        <a:solidFill>
          <a:srgbClr val="FFFFFF"/>
        </a:solidFill>
      </p:bgPr>
    </p:bg>
    <p:spTree>
      <p:nvGrpSpPr>
        <p:cNvPr id="488" name="Shape 488"/>
        <p:cNvGrpSpPr/>
        <p:nvPr/>
      </p:nvGrpSpPr>
      <p:grpSpPr>
        <a:xfrm>
          <a:off x="0" y="0"/>
          <a:ext cx="0" cy="0"/>
          <a:chOff x="0" y="0"/>
          <a:chExt cx="0" cy="0"/>
        </a:xfrm>
      </p:grpSpPr>
      <p:sp>
        <p:nvSpPr>
          <p:cNvPr id="489" name="Google Shape;489;p49"/>
          <p:cNvSpPr txBox="1"/>
          <p:nvPr>
            <p:ph idx="1"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0" name="Google Shape;490;p49"/>
          <p:cNvSpPr txBox="1"/>
          <p:nvPr>
            <p:ph idx="2"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1" name="Google Shape;491;p49"/>
          <p:cNvSpPr txBox="1"/>
          <p:nvPr>
            <p:ph idx="3"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2" name="Google Shape;492;p49"/>
          <p:cNvSpPr txBox="1"/>
          <p:nvPr>
            <p:ph idx="4"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3" name="Google Shape;493;p49"/>
          <p:cNvSpPr txBox="1"/>
          <p:nvPr>
            <p:ph idx="5"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4" name="Google Shape;494;p49"/>
          <p:cNvSpPr txBox="1"/>
          <p:nvPr>
            <p:ph idx="6"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5" name="Google Shape;495;p49"/>
          <p:cNvSpPr txBox="1"/>
          <p:nvPr>
            <p:ph idx="7"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496" name="Google Shape;496;p49"/>
          <p:cNvSpPr txBox="1"/>
          <p:nvPr>
            <p:ph idx="8"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497" name="Google Shape;497;p49"/>
          <p:cNvSpPr txBox="1"/>
          <p:nvPr>
            <p:ph idx="9"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498" name="Google Shape;498;p49"/>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499" name="Google Shape;499;p49"/>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00" name="Google Shape;500;p49"/>
          <p:cNvSpPr txBox="1"/>
          <p:nvPr>
            <p:ph idx="1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01" name="Google Shape;501;p4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2" name="Google Shape;502;p49"/>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03" name="Google Shape;503;p49"/>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04" name="Google Shape;504;p49"/>
          <p:cNvCxnSpPr/>
          <p:nvPr/>
        </p:nvCxnSpPr>
        <p:spPr>
          <a:xfrm>
            <a:off x="3082950" y="842475"/>
            <a:ext cx="0" cy="3706800"/>
          </a:xfrm>
          <a:prstGeom prst="straightConnector1">
            <a:avLst/>
          </a:prstGeom>
          <a:noFill/>
          <a:ln cap="flat" cmpd="sng" w="9525">
            <a:solidFill>
              <a:srgbClr val="131313"/>
            </a:solidFill>
            <a:prstDash val="solid"/>
            <a:round/>
            <a:headEnd len="med" w="med" type="none"/>
            <a:tailEnd len="med" w="med" type="none"/>
          </a:ln>
        </p:spPr>
      </p:cxnSp>
      <p:pic>
        <p:nvPicPr>
          <p:cNvPr id="505" name="Google Shape;505;p49"/>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2">
  <p:cSld name="BLANK_1_1_1_1_1_1_1_1_1_1_3">
    <p:bg>
      <p:bgPr>
        <a:solidFill>
          <a:srgbClr val="FFFFFF"/>
        </a:solidFill>
      </p:bgPr>
    </p:bg>
    <p:spTree>
      <p:nvGrpSpPr>
        <p:cNvPr id="506" name="Shape 506"/>
        <p:cNvGrpSpPr/>
        <p:nvPr/>
      </p:nvGrpSpPr>
      <p:grpSpPr>
        <a:xfrm>
          <a:off x="0" y="0"/>
          <a:ext cx="0" cy="0"/>
          <a:chOff x="0" y="0"/>
          <a:chExt cx="0" cy="0"/>
        </a:xfrm>
      </p:grpSpPr>
      <p:sp>
        <p:nvSpPr>
          <p:cNvPr id="507" name="Google Shape;507;p50"/>
          <p:cNvSpPr txBox="1"/>
          <p:nvPr>
            <p:ph idx="1"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508" name="Google Shape;508;p50"/>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09" name="Google Shape;509;p50"/>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10" name="Google Shape;510;p5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11" name="Google Shape;511;p5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12" name="Google Shape;512;p50"/>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13" name="Google Shape;513;p50"/>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14" name="Google Shape;514;p50"/>
          <p:cNvCxnSpPr/>
          <p:nvPr/>
        </p:nvCxnSpPr>
        <p:spPr>
          <a:xfrm>
            <a:off x="3082950" y="842475"/>
            <a:ext cx="0" cy="3706800"/>
          </a:xfrm>
          <a:prstGeom prst="straightConnector1">
            <a:avLst/>
          </a:prstGeom>
          <a:noFill/>
          <a:ln cap="flat" cmpd="sng" w="9525">
            <a:solidFill>
              <a:srgbClr val="131313"/>
            </a:solidFill>
            <a:prstDash val="solid"/>
            <a:round/>
            <a:headEnd len="med" w="med" type="none"/>
            <a:tailEnd len="med" w="med" type="none"/>
          </a:ln>
        </p:spPr>
      </p:cxnSp>
      <p:pic>
        <p:nvPicPr>
          <p:cNvPr id="515" name="Google Shape;515;p50"/>
          <p:cNvPicPr preferRelativeResize="0"/>
          <p:nvPr/>
        </p:nvPicPr>
        <p:blipFill>
          <a:blip r:embed="rId2">
            <a:alphaModFix/>
          </a:blip>
          <a:stretch>
            <a:fillRect/>
          </a:stretch>
        </p:blipFill>
        <p:spPr>
          <a:xfrm>
            <a:off x="547263" y="4639176"/>
            <a:ext cx="453571" cy="111625"/>
          </a:xfrm>
          <a:prstGeom prst="rect">
            <a:avLst/>
          </a:prstGeom>
          <a:noFill/>
          <a:ln>
            <a:noFill/>
          </a:ln>
        </p:spPr>
      </p:pic>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2 - black">
  <p:cSld name="BLANK_1_1_1_1_1_1_1_1_1_1_2">
    <p:bg>
      <p:bgPr>
        <a:solidFill>
          <a:srgbClr val="131313"/>
        </a:solidFill>
      </p:bgPr>
    </p:bg>
    <p:spTree>
      <p:nvGrpSpPr>
        <p:cNvPr id="516" name="Shape 516"/>
        <p:cNvGrpSpPr/>
        <p:nvPr/>
      </p:nvGrpSpPr>
      <p:grpSpPr>
        <a:xfrm>
          <a:off x="0" y="0"/>
          <a:ext cx="0" cy="0"/>
          <a:chOff x="0" y="0"/>
          <a:chExt cx="0" cy="0"/>
        </a:xfrm>
      </p:grpSpPr>
      <p:pic>
        <p:nvPicPr>
          <p:cNvPr id="517" name="Google Shape;517;p51"/>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518" name="Google Shape;518;p51"/>
          <p:cNvSpPr txBox="1"/>
          <p:nvPr>
            <p:ph idx="1" type="body"/>
          </p:nvPr>
        </p:nvSpPr>
        <p:spPr>
          <a:xfrm>
            <a:off x="60659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19" name="Google Shape;519;p51"/>
          <p:cNvSpPr txBox="1"/>
          <p:nvPr>
            <p:ph idx="2" type="body"/>
          </p:nvPr>
        </p:nvSpPr>
        <p:spPr>
          <a:xfrm>
            <a:off x="60615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20" name="Google Shape;520;p51"/>
          <p:cNvSpPr txBox="1"/>
          <p:nvPr>
            <p:ph idx="3" type="body"/>
          </p:nvPr>
        </p:nvSpPr>
        <p:spPr>
          <a:xfrm>
            <a:off x="33057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21" name="Google Shape;521;p51"/>
          <p:cNvSpPr txBox="1"/>
          <p:nvPr>
            <p:ph idx="4" type="body"/>
          </p:nvPr>
        </p:nvSpPr>
        <p:spPr>
          <a:xfrm>
            <a:off x="33013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22" name="Google Shape;522;p51"/>
          <p:cNvSpPr txBox="1"/>
          <p:nvPr>
            <p:ph idx="5" type="body"/>
          </p:nvPr>
        </p:nvSpPr>
        <p:spPr>
          <a:xfrm>
            <a:off x="33035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23" name="Google Shape;523;p51"/>
          <p:cNvSpPr txBox="1"/>
          <p:nvPr>
            <p:ph idx="6" type="body"/>
          </p:nvPr>
        </p:nvSpPr>
        <p:spPr>
          <a:xfrm>
            <a:off x="32991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24" name="Google Shape;524;p51"/>
          <p:cNvSpPr txBox="1"/>
          <p:nvPr>
            <p:ph idx="7" type="body"/>
          </p:nvPr>
        </p:nvSpPr>
        <p:spPr>
          <a:xfrm>
            <a:off x="60615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25" name="Google Shape;525;p51"/>
          <p:cNvSpPr txBox="1"/>
          <p:nvPr>
            <p:ph idx="8" type="body"/>
          </p:nvPr>
        </p:nvSpPr>
        <p:spPr>
          <a:xfrm>
            <a:off x="60571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26" name="Google Shape;526;p51"/>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27" name="Google Shape;527;p51"/>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28" name="Google Shape;528;p51"/>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29" name="Google Shape;529;p51"/>
          <p:cNvSpPr txBox="1"/>
          <p:nvPr>
            <p:ph idx="9"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30" name="Google Shape;530;p51"/>
          <p:cNvCxnSpPr/>
          <p:nvPr/>
        </p:nvCxnSpPr>
        <p:spPr>
          <a:xfrm>
            <a:off x="3082950" y="842475"/>
            <a:ext cx="0" cy="3706800"/>
          </a:xfrm>
          <a:prstGeom prst="straightConnector1">
            <a:avLst/>
          </a:prstGeom>
          <a:noFill/>
          <a:ln cap="flat" cmpd="sng" w="9525">
            <a:solidFill>
              <a:srgbClr val="FFFFFF"/>
            </a:solidFill>
            <a:prstDash val="solid"/>
            <a:round/>
            <a:headEnd len="med" w="med" type="none"/>
            <a:tailEnd len="med" w="med" type="none"/>
          </a:ln>
        </p:spPr>
      </p:cxnSp>
      <p:cxnSp>
        <p:nvCxnSpPr>
          <p:cNvPr id="531" name="Google Shape;531;p51"/>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532" name="Google Shape;532;p51"/>
          <p:cNvSpPr txBox="1"/>
          <p:nvPr>
            <p:ph idx="13"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33" name="Google Shape;533;p5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12 black">
  <p:cSld name="BLANK_1_1_1_1_1_1_1_1_1_1_2_1">
    <p:bg>
      <p:bgPr>
        <a:solidFill>
          <a:srgbClr val="131313"/>
        </a:solidFill>
      </p:bgPr>
    </p:bg>
    <p:spTree>
      <p:nvGrpSpPr>
        <p:cNvPr id="534" name="Shape 534"/>
        <p:cNvGrpSpPr/>
        <p:nvPr/>
      </p:nvGrpSpPr>
      <p:grpSpPr>
        <a:xfrm>
          <a:off x="0" y="0"/>
          <a:ext cx="0" cy="0"/>
          <a:chOff x="0" y="0"/>
          <a:chExt cx="0" cy="0"/>
        </a:xfrm>
      </p:grpSpPr>
      <p:pic>
        <p:nvPicPr>
          <p:cNvPr id="535" name="Google Shape;535;p52"/>
          <p:cNvPicPr preferRelativeResize="0"/>
          <p:nvPr/>
        </p:nvPicPr>
        <p:blipFill>
          <a:blip r:embed="rId2">
            <a:alphaModFix/>
          </a:blip>
          <a:stretch>
            <a:fillRect/>
          </a:stretch>
        </p:blipFill>
        <p:spPr>
          <a:xfrm>
            <a:off x="547050" y="4639175"/>
            <a:ext cx="453574" cy="111625"/>
          </a:xfrm>
          <a:prstGeom prst="rect">
            <a:avLst/>
          </a:prstGeom>
          <a:noFill/>
          <a:ln>
            <a:noFill/>
          </a:ln>
        </p:spPr>
      </p:pic>
      <p:cxnSp>
        <p:nvCxnSpPr>
          <p:cNvPr id="536" name="Google Shape;536;p52"/>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37" name="Google Shape;537;p52"/>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38" name="Google Shape;538;p52"/>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39" name="Google Shape;539;p52"/>
          <p:cNvSpPr txBox="1"/>
          <p:nvPr>
            <p:ph idx="1" type="body"/>
          </p:nvPr>
        </p:nvSpPr>
        <p:spPr>
          <a:xfrm>
            <a:off x="545450" y="1218751"/>
            <a:ext cx="2304300" cy="31101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40" name="Google Shape;540;p52"/>
          <p:cNvCxnSpPr/>
          <p:nvPr/>
        </p:nvCxnSpPr>
        <p:spPr>
          <a:xfrm>
            <a:off x="3082950" y="842475"/>
            <a:ext cx="0" cy="3706800"/>
          </a:xfrm>
          <a:prstGeom prst="straightConnector1">
            <a:avLst/>
          </a:prstGeom>
          <a:noFill/>
          <a:ln cap="flat" cmpd="sng" w="9525">
            <a:solidFill>
              <a:srgbClr val="FFFFFF"/>
            </a:solidFill>
            <a:prstDash val="solid"/>
            <a:round/>
            <a:headEnd len="med" w="med" type="none"/>
            <a:tailEnd len="med" w="med" type="none"/>
          </a:ln>
        </p:spPr>
      </p:cxnSp>
      <p:cxnSp>
        <p:nvCxnSpPr>
          <p:cNvPr id="541" name="Google Shape;541;p52"/>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542" name="Google Shape;542;p52"/>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43" name="Google Shape;543;p5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3">
  <p:cSld name="BLANK_1_1_1_1_1_1_1_1_1_1_1">
    <p:bg>
      <p:bgPr>
        <a:solidFill>
          <a:srgbClr val="FFFFFF"/>
        </a:solidFill>
      </p:bgPr>
    </p:bg>
    <p:spTree>
      <p:nvGrpSpPr>
        <p:cNvPr id="544" name="Shape 544"/>
        <p:cNvGrpSpPr/>
        <p:nvPr/>
      </p:nvGrpSpPr>
      <p:grpSpPr>
        <a:xfrm>
          <a:off x="0" y="0"/>
          <a:ext cx="0" cy="0"/>
          <a:chOff x="0" y="0"/>
          <a:chExt cx="0" cy="0"/>
        </a:xfrm>
      </p:grpSpPr>
      <p:pic>
        <p:nvPicPr>
          <p:cNvPr id="545" name="Google Shape;545;p53"/>
          <p:cNvPicPr preferRelativeResize="0"/>
          <p:nvPr/>
        </p:nvPicPr>
        <p:blipFill>
          <a:blip r:embed="rId2">
            <a:alphaModFix/>
          </a:blip>
          <a:stretch>
            <a:fillRect/>
          </a:stretch>
        </p:blipFill>
        <p:spPr>
          <a:xfrm>
            <a:off x="547263" y="4639176"/>
            <a:ext cx="453571" cy="111625"/>
          </a:xfrm>
          <a:prstGeom prst="rect">
            <a:avLst/>
          </a:prstGeom>
          <a:noFill/>
          <a:ln>
            <a:noFill/>
          </a:ln>
        </p:spPr>
      </p:pic>
      <p:sp>
        <p:nvSpPr>
          <p:cNvPr id="546" name="Google Shape;546;p53"/>
          <p:cNvSpPr txBox="1"/>
          <p:nvPr>
            <p:ph idx="1" type="body"/>
          </p:nvPr>
        </p:nvSpPr>
        <p:spPr>
          <a:xfrm>
            <a:off x="33123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47" name="Google Shape;547;p53"/>
          <p:cNvSpPr txBox="1"/>
          <p:nvPr>
            <p:ph idx="2" type="body"/>
          </p:nvPr>
        </p:nvSpPr>
        <p:spPr>
          <a:xfrm>
            <a:off x="33079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48" name="Google Shape;548;p53"/>
          <p:cNvSpPr txBox="1"/>
          <p:nvPr>
            <p:ph idx="3"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49" name="Google Shape;549;p53"/>
          <p:cNvSpPr txBox="1"/>
          <p:nvPr>
            <p:ph idx="4"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50" name="Google Shape;550;p53"/>
          <p:cNvSpPr txBox="1"/>
          <p:nvPr>
            <p:ph idx="5"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51" name="Google Shape;551;p53"/>
          <p:cNvSpPr txBox="1"/>
          <p:nvPr>
            <p:ph idx="6"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52" name="Google Shape;552;p53"/>
          <p:cNvSpPr txBox="1"/>
          <p:nvPr>
            <p:ph idx="7" type="body"/>
          </p:nvPr>
        </p:nvSpPr>
        <p:spPr>
          <a:xfrm>
            <a:off x="33079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53" name="Google Shape;553;p53"/>
          <p:cNvSpPr txBox="1"/>
          <p:nvPr>
            <p:ph idx="8" type="body"/>
          </p:nvPr>
        </p:nvSpPr>
        <p:spPr>
          <a:xfrm>
            <a:off x="33035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554" name="Google Shape;554;p53"/>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55" name="Google Shape;555;p53"/>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56" name="Google Shape;556;p53"/>
          <p:cNvSpPr txBox="1"/>
          <p:nvPr>
            <p:ph idx="9"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57" name="Google Shape;557;p5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8" name="Google Shape;558;p53"/>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59" name="Google Shape;559;p53"/>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560" name="Google Shape;560;p53"/>
          <p:cNvSpPr/>
          <p:nvPr/>
        </p:nvSpPr>
        <p:spPr>
          <a:xfrm>
            <a:off x="6061250" y="1069350"/>
            <a:ext cx="25371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3 - black">
  <p:cSld name="BLANK_1_1_1_1_1_1_1_1_1_1_1_2">
    <p:bg>
      <p:bgPr>
        <a:solidFill>
          <a:srgbClr val="131313"/>
        </a:solidFill>
      </p:bgPr>
    </p:bg>
    <p:spTree>
      <p:nvGrpSpPr>
        <p:cNvPr id="561" name="Shape 561"/>
        <p:cNvGrpSpPr/>
        <p:nvPr/>
      </p:nvGrpSpPr>
      <p:grpSpPr>
        <a:xfrm>
          <a:off x="0" y="0"/>
          <a:ext cx="0" cy="0"/>
          <a:chOff x="0" y="0"/>
          <a:chExt cx="0" cy="0"/>
        </a:xfrm>
      </p:grpSpPr>
      <p:pic>
        <p:nvPicPr>
          <p:cNvPr id="562" name="Google Shape;562;p54"/>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563" name="Google Shape;563;p54"/>
          <p:cNvSpPr txBox="1"/>
          <p:nvPr>
            <p:ph idx="1" type="body"/>
          </p:nvPr>
        </p:nvSpPr>
        <p:spPr>
          <a:xfrm>
            <a:off x="331230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64" name="Google Shape;564;p54"/>
          <p:cNvSpPr txBox="1"/>
          <p:nvPr>
            <p:ph idx="2" type="body"/>
          </p:nvPr>
        </p:nvSpPr>
        <p:spPr>
          <a:xfrm>
            <a:off x="330790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65" name="Google Shape;565;p54"/>
          <p:cNvSpPr txBox="1"/>
          <p:nvPr>
            <p:ph idx="3"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66" name="Google Shape;566;p54"/>
          <p:cNvSpPr txBox="1"/>
          <p:nvPr>
            <p:ph idx="4"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67" name="Google Shape;567;p54"/>
          <p:cNvSpPr txBox="1"/>
          <p:nvPr>
            <p:ph idx="5"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68" name="Google Shape;568;p54"/>
          <p:cNvSpPr txBox="1"/>
          <p:nvPr>
            <p:ph idx="6"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sp>
        <p:nvSpPr>
          <p:cNvPr id="569" name="Google Shape;569;p54"/>
          <p:cNvSpPr txBox="1"/>
          <p:nvPr>
            <p:ph idx="7" type="body"/>
          </p:nvPr>
        </p:nvSpPr>
        <p:spPr>
          <a:xfrm>
            <a:off x="330790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rgbClr val="FFFFFF"/>
              </a:buClr>
              <a:buSzPts val="4400"/>
              <a:buChar char="●"/>
              <a:defRPr b="1" sz="4400">
                <a:solidFill>
                  <a:srgbClr val="FFFFFF"/>
                </a:solidFill>
              </a:defRPr>
            </a:lvl1pPr>
            <a:lvl2pPr indent="-508000" lvl="1" marL="914400" rtl="0">
              <a:lnSpc>
                <a:spcPct val="100000"/>
              </a:lnSpc>
              <a:spcBef>
                <a:spcPts val="0"/>
              </a:spcBef>
              <a:spcAft>
                <a:spcPts val="0"/>
              </a:spcAft>
              <a:buClr>
                <a:srgbClr val="FFFFFF"/>
              </a:buClr>
              <a:buSzPts val="4400"/>
              <a:buChar char="○"/>
              <a:defRPr b="1" sz="4400">
                <a:solidFill>
                  <a:srgbClr val="FFFFFF"/>
                </a:solidFill>
              </a:defRPr>
            </a:lvl2pPr>
            <a:lvl3pPr indent="-508000" lvl="2" marL="1371600" rtl="0">
              <a:lnSpc>
                <a:spcPct val="100000"/>
              </a:lnSpc>
              <a:spcBef>
                <a:spcPts val="0"/>
              </a:spcBef>
              <a:spcAft>
                <a:spcPts val="0"/>
              </a:spcAft>
              <a:buClr>
                <a:srgbClr val="FFFFFF"/>
              </a:buClr>
              <a:buSzPts val="4400"/>
              <a:buChar char="■"/>
              <a:defRPr b="1" sz="4400">
                <a:solidFill>
                  <a:srgbClr val="FFFFFF"/>
                </a:solidFill>
              </a:defRPr>
            </a:lvl3pPr>
            <a:lvl4pPr indent="-508000" lvl="3" marL="1828800" rtl="0">
              <a:lnSpc>
                <a:spcPct val="100000"/>
              </a:lnSpc>
              <a:spcBef>
                <a:spcPts val="0"/>
              </a:spcBef>
              <a:spcAft>
                <a:spcPts val="0"/>
              </a:spcAft>
              <a:buClr>
                <a:srgbClr val="FFFFFF"/>
              </a:buClr>
              <a:buSzPts val="4400"/>
              <a:buChar char="●"/>
              <a:defRPr b="1" sz="4400">
                <a:solidFill>
                  <a:srgbClr val="FFFFFF"/>
                </a:solidFill>
              </a:defRPr>
            </a:lvl4pPr>
            <a:lvl5pPr indent="-508000" lvl="4" marL="2286000" rtl="0">
              <a:lnSpc>
                <a:spcPct val="100000"/>
              </a:lnSpc>
              <a:spcBef>
                <a:spcPts val="0"/>
              </a:spcBef>
              <a:spcAft>
                <a:spcPts val="0"/>
              </a:spcAft>
              <a:buClr>
                <a:srgbClr val="FFFFFF"/>
              </a:buClr>
              <a:buSzPts val="4400"/>
              <a:buChar char="○"/>
              <a:defRPr b="1" sz="4400">
                <a:solidFill>
                  <a:srgbClr val="FFFFFF"/>
                </a:solidFill>
              </a:defRPr>
            </a:lvl5pPr>
            <a:lvl6pPr indent="-508000" lvl="5" marL="2743200" rtl="0">
              <a:lnSpc>
                <a:spcPct val="100000"/>
              </a:lnSpc>
              <a:spcBef>
                <a:spcPts val="0"/>
              </a:spcBef>
              <a:spcAft>
                <a:spcPts val="0"/>
              </a:spcAft>
              <a:buClr>
                <a:srgbClr val="FFFFFF"/>
              </a:buClr>
              <a:buSzPts val="4400"/>
              <a:buChar char="■"/>
              <a:defRPr b="1" sz="4400">
                <a:solidFill>
                  <a:srgbClr val="FFFFFF"/>
                </a:solidFill>
              </a:defRPr>
            </a:lvl6pPr>
            <a:lvl7pPr indent="-508000" lvl="6" marL="3200400" rtl="0">
              <a:lnSpc>
                <a:spcPct val="100000"/>
              </a:lnSpc>
              <a:spcBef>
                <a:spcPts val="0"/>
              </a:spcBef>
              <a:spcAft>
                <a:spcPts val="0"/>
              </a:spcAft>
              <a:buClr>
                <a:srgbClr val="FFFFFF"/>
              </a:buClr>
              <a:buSzPts val="4400"/>
              <a:buChar char="●"/>
              <a:defRPr b="1" sz="4400">
                <a:solidFill>
                  <a:srgbClr val="FFFFFF"/>
                </a:solidFill>
              </a:defRPr>
            </a:lvl7pPr>
            <a:lvl8pPr indent="-508000" lvl="7" marL="3657600" rtl="0">
              <a:lnSpc>
                <a:spcPct val="100000"/>
              </a:lnSpc>
              <a:spcBef>
                <a:spcPts val="0"/>
              </a:spcBef>
              <a:spcAft>
                <a:spcPts val="0"/>
              </a:spcAft>
              <a:buClr>
                <a:srgbClr val="FFFFFF"/>
              </a:buClr>
              <a:buSzPts val="4400"/>
              <a:buChar char="○"/>
              <a:defRPr b="1" sz="4400">
                <a:solidFill>
                  <a:srgbClr val="FFFFFF"/>
                </a:solidFill>
              </a:defRPr>
            </a:lvl8pPr>
            <a:lvl9pPr indent="-508000" lvl="8" marL="4114800" rtl="0">
              <a:lnSpc>
                <a:spcPct val="100000"/>
              </a:lnSpc>
              <a:spcBef>
                <a:spcPts val="0"/>
              </a:spcBef>
              <a:spcAft>
                <a:spcPts val="0"/>
              </a:spcAft>
              <a:buClr>
                <a:srgbClr val="FFFFFF"/>
              </a:buClr>
              <a:buSzPts val="4400"/>
              <a:buChar char="■"/>
              <a:defRPr b="1" sz="4400">
                <a:solidFill>
                  <a:srgbClr val="FFFFFF"/>
                </a:solidFill>
              </a:defRPr>
            </a:lvl9pPr>
          </a:lstStyle>
          <a:p/>
        </p:txBody>
      </p:sp>
      <p:sp>
        <p:nvSpPr>
          <p:cNvPr id="570" name="Google Shape;570;p54"/>
          <p:cNvSpPr txBox="1"/>
          <p:nvPr>
            <p:ph idx="8" type="body"/>
          </p:nvPr>
        </p:nvSpPr>
        <p:spPr>
          <a:xfrm>
            <a:off x="330350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rgbClr val="FFFFFF"/>
              </a:buClr>
              <a:buSzPts val="800"/>
              <a:buChar char="●"/>
              <a:defRPr sz="800">
                <a:solidFill>
                  <a:srgbClr val="FFFFFF"/>
                </a:solidFill>
              </a:defRPr>
            </a:lvl1pPr>
            <a:lvl2pPr indent="-279400" lvl="1" marL="914400" rtl="0">
              <a:lnSpc>
                <a:spcPct val="100000"/>
              </a:lnSpc>
              <a:spcBef>
                <a:spcPts val="0"/>
              </a:spcBef>
              <a:spcAft>
                <a:spcPts val="0"/>
              </a:spcAft>
              <a:buClr>
                <a:srgbClr val="FFFFFF"/>
              </a:buClr>
              <a:buSzPts val="800"/>
              <a:buChar char="○"/>
              <a:defRPr sz="800">
                <a:solidFill>
                  <a:srgbClr val="FFFFFF"/>
                </a:solidFill>
              </a:defRPr>
            </a:lvl2pPr>
            <a:lvl3pPr indent="-279400" lvl="2" marL="1371600" rtl="0">
              <a:lnSpc>
                <a:spcPct val="100000"/>
              </a:lnSpc>
              <a:spcBef>
                <a:spcPts val="0"/>
              </a:spcBef>
              <a:spcAft>
                <a:spcPts val="0"/>
              </a:spcAft>
              <a:buClr>
                <a:srgbClr val="FFFFFF"/>
              </a:buClr>
              <a:buSzPts val="800"/>
              <a:buChar char="■"/>
              <a:defRPr sz="800">
                <a:solidFill>
                  <a:srgbClr val="FFFFFF"/>
                </a:solidFill>
              </a:defRPr>
            </a:lvl3pPr>
            <a:lvl4pPr indent="-279400" lvl="3" marL="1828800" rtl="0">
              <a:lnSpc>
                <a:spcPct val="100000"/>
              </a:lnSpc>
              <a:spcBef>
                <a:spcPts val="0"/>
              </a:spcBef>
              <a:spcAft>
                <a:spcPts val="0"/>
              </a:spcAft>
              <a:buClr>
                <a:srgbClr val="FFFFFF"/>
              </a:buClr>
              <a:buSzPts val="800"/>
              <a:buChar char="●"/>
              <a:defRPr sz="800">
                <a:solidFill>
                  <a:srgbClr val="FFFFFF"/>
                </a:solidFill>
              </a:defRPr>
            </a:lvl4pPr>
            <a:lvl5pPr indent="-279400" lvl="4" marL="2286000" rtl="0">
              <a:lnSpc>
                <a:spcPct val="100000"/>
              </a:lnSpc>
              <a:spcBef>
                <a:spcPts val="0"/>
              </a:spcBef>
              <a:spcAft>
                <a:spcPts val="0"/>
              </a:spcAft>
              <a:buClr>
                <a:srgbClr val="FFFFFF"/>
              </a:buClr>
              <a:buSzPts val="800"/>
              <a:buChar char="○"/>
              <a:defRPr sz="800">
                <a:solidFill>
                  <a:srgbClr val="FFFFFF"/>
                </a:solidFill>
              </a:defRPr>
            </a:lvl5pPr>
            <a:lvl6pPr indent="-279400" lvl="5" marL="2743200" rtl="0">
              <a:lnSpc>
                <a:spcPct val="100000"/>
              </a:lnSpc>
              <a:spcBef>
                <a:spcPts val="0"/>
              </a:spcBef>
              <a:spcAft>
                <a:spcPts val="0"/>
              </a:spcAft>
              <a:buClr>
                <a:srgbClr val="FFFFFF"/>
              </a:buClr>
              <a:buSzPts val="800"/>
              <a:buChar char="■"/>
              <a:defRPr sz="800">
                <a:solidFill>
                  <a:srgbClr val="FFFFFF"/>
                </a:solidFill>
              </a:defRPr>
            </a:lvl6pPr>
            <a:lvl7pPr indent="-279400" lvl="6" marL="3200400" rtl="0">
              <a:lnSpc>
                <a:spcPct val="100000"/>
              </a:lnSpc>
              <a:spcBef>
                <a:spcPts val="0"/>
              </a:spcBef>
              <a:spcAft>
                <a:spcPts val="0"/>
              </a:spcAft>
              <a:buClr>
                <a:srgbClr val="FFFFFF"/>
              </a:buClr>
              <a:buSzPts val="800"/>
              <a:buChar char="●"/>
              <a:defRPr sz="800">
                <a:solidFill>
                  <a:srgbClr val="FFFFFF"/>
                </a:solidFill>
              </a:defRPr>
            </a:lvl7pPr>
            <a:lvl8pPr indent="-279400" lvl="7" marL="3657600" rtl="0">
              <a:lnSpc>
                <a:spcPct val="100000"/>
              </a:lnSpc>
              <a:spcBef>
                <a:spcPts val="0"/>
              </a:spcBef>
              <a:spcAft>
                <a:spcPts val="0"/>
              </a:spcAft>
              <a:buClr>
                <a:srgbClr val="FFFFFF"/>
              </a:buClr>
              <a:buSzPts val="800"/>
              <a:buChar char="○"/>
              <a:defRPr sz="800">
                <a:solidFill>
                  <a:srgbClr val="FFFFFF"/>
                </a:solidFill>
              </a:defRPr>
            </a:lvl8pPr>
            <a:lvl9pPr indent="-279400" lvl="8" marL="4114800" rtl="0">
              <a:lnSpc>
                <a:spcPct val="100000"/>
              </a:lnSpc>
              <a:spcBef>
                <a:spcPts val="0"/>
              </a:spcBef>
              <a:spcAft>
                <a:spcPts val="0"/>
              </a:spcAft>
              <a:buClr>
                <a:srgbClr val="FFFFFF"/>
              </a:buClr>
              <a:buSzPts val="800"/>
              <a:buChar char="■"/>
              <a:defRPr sz="800">
                <a:solidFill>
                  <a:srgbClr val="FFFFFF"/>
                </a:solidFill>
              </a:defRPr>
            </a:lvl9pPr>
          </a:lstStyle>
          <a:p/>
        </p:txBody>
      </p:sp>
      <p:cxnSp>
        <p:nvCxnSpPr>
          <p:cNvPr id="571" name="Google Shape;571;p54"/>
          <p:cNvCxnSpPr/>
          <p:nvPr/>
        </p:nvCxnSpPr>
        <p:spPr>
          <a:xfrm flipH="1" rot="10800000">
            <a:off x="545450" y="3613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72" name="Google Shape;572;p54"/>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rgbClr val="FFFFFF"/>
              </a:buClr>
              <a:buSzPts val="1800"/>
              <a:buNone/>
              <a:defRPr sz="1800">
                <a:solidFill>
                  <a:srgbClr val="FFFFFF"/>
                </a:solidFill>
              </a:defRPr>
            </a:lvl1pPr>
            <a:lvl2pPr lvl="1" rtl="0">
              <a:spcBef>
                <a:spcPts val="0"/>
              </a:spcBef>
              <a:spcAft>
                <a:spcPts val="0"/>
              </a:spcAft>
              <a:buClr>
                <a:srgbClr val="FFFFFF"/>
              </a:buClr>
              <a:buSzPts val="1800"/>
              <a:buNone/>
              <a:defRPr sz="1800">
                <a:solidFill>
                  <a:srgbClr val="FFFFFF"/>
                </a:solidFill>
              </a:defRPr>
            </a:lvl2pPr>
            <a:lvl3pPr lvl="2" rtl="0">
              <a:spcBef>
                <a:spcPts val="0"/>
              </a:spcBef>
              <a:spcAft>
                <a:spcPts val="0"/>
              </a:spcAft>
              <a:buClr>
                <a:srgbClr val="FFFFFF"/>
              </a:buClr>
              <a:buSzPts val="1800"/>
              <a:buNone/>
              <a:defRPr sz="1800">
                <a:solidFill>
                  <a:srgbClr val="FFFFFF"/>
                </a:solidFill>
              </a:defRPr>
            </a:lvl3pPr>
            <a:lvl4pPr lvl="3" rtl="0">
              <a:spcBef>
                <a:spcPts val="0"/>
              </a:spcBef>
              <a:spcAft>
                <a:spcPts val="0"/>
              </a:spcAft>
              <a:buClr>
                <a:srgbClr val="FFFFFF"/>
              </a:buClr>
              <a:buSzPts val="1800"/>
              <a:buNone/>
              <a:defRPr sz="1800">
                <a:solidFill>
                  <a:srgbClr val="FFFFFF"/>
                </a:solidFill>
              </a:defRPr>
            </a:lvl4pPr>
            <a:lvl5pPr lvl="4" rtl="0">
              <a:spcBef>
                <a:spcPts val="0"/>
              </a:spcBef>
              <a:spcAft>
                <a:spcPts val="0"/>
              </a:spcAft>
              <a:buClr>
                <a:srgbClr val="FFFFFF"/>
              </a:buClr>
              <a:buSzPts val="1800"/>
              <a:buNone/>
              <a:defRPr sz="1800">
                <a:solidFill>
                  <a:srgbClr val="FFFFFF"/>
                </a:solidFill>
              </a:defRPr>
            </a:lvl5pPr>
            <a:lvl6pPr lvl="5" rtl="0">
              <a:spcBef>
                <a:spcPts val="0"/>
              </a:spcBef>
              <a:spcAft>
                <a:spcPts val="0"/>
              </a:spcAft>
              <a:buClr>
                <a:srgbClr val="FFFFFF"/>
              </a:buClr>
              <a:buSzPts val="1800"/>
              <a:buNone/>
              <a:defRPr sz="1800">
                <a:solidFill>
                  <a:srgbClr val="FFFFFF"/>
                </a:solidFill>
              </a:defRPr>
            </a:lvl6pPr>
            <a:lvl7pPr lvl="6" rtl="0">
              <a:spcBef>
                <a:spcPts val="0"/>
              </a:spcBef>
              <a:spcAft>
                <a:spcPts val="0"/>
              </a:spcAft>
              <a:buClr>
                <a:srgbClr val="FFFFFF"/>
              </a:buClr>
              <a:buSzPts val="1800"/>
              <a:buNone/>
              <a:defRPr sz="1800">
                <a:solidFill>
                  <a:srgbClr val="FFFFFF"/>
                </a:solidFill>
              </a:defRPr>
            </a:lvl7pPr>
            <a:lvl8pPr lvl="7" rtl="0">
              <a:spcBef>
                <a:spcPts val="0"/>
              </a:spcBef>
              <a:spcAft>
                <a:spcPts val="0"/>
              </a:spcAft>
              <a:buClr>
                <a:srgbClr val="FFFFFF"/>
              </a:buClr>
              <a:buSzPts val="1800"/>
              <a:buNone/>
              <a:defRPr sz="1800">
                <a:solidFill>
                  <a:srgbClr val="FFFFFF"/>
                </a:solidFill>
              </a:defRPr>
            </a:lvl8pPr>
            <a:lvl9pPr lvl="8" rtl="0">
              <a:spcBef>
                <a:spcPts val="0"/>
              </a:spcBef>
              <a:spcAft>
                <a:spcPts val="0"/>
              </a:spcAft>
              <a:buClr>
                <a:srgbClr val="FFFFFF"/>
              </a:buClr>
              <a:buSzPts val="1800"/>
              <a:buNone/>
              <a:defRPr sz="1800">
                <a:solidFill>
                  <a:srgbClr val="FFFFFF"/>
                </a:solidFill>
              </a:defRPr>
            </a:lvl9pPr>
          </a:lstStyle>
          <a:p/>
        </p:txBody>
      </p:sp>
      <p:cxnSp>
        <p:nvCxnSpPr>
          <p:cNvPr id="573" name="Google Shape;573;p54"/>
          <p:cNvCxnSpPr/>
          <p:nvPr/>
        </p:nvCxnSpPr>
        <p:spPr>
          <a:xfrm flipH="1" rot="10800000">
            <a:off x="545450" y="842850"/>
            <a:ext cx="8053200" cy="6900"/>
          </a:xfrm>
          <a:prstGeom prst="straightConnector1">
            <a:avLst/>
          </a:prstGeom>
          <a:noFill/>
          <a:ln cap="flat" cmpd="sng" w="9525">
            <a:solidFill>
              <a:srgbClr val="FFFFFF"/>
            </a:solidFill>
            <a:prstDash val="solid"/>
            <a:round/>
            <a:headEnd len="med" w="med" type="none"/>
            <a:tailEnd len="med" w="med" type="none"/>
          </a:ln>
        </p:spPr>
      </p:cxnSp>
      <p:sp>
        <p:nvSpPr>
          <p:cNvPr id="574" name="Google Shape;574;p54"/>
          <p:cNvSpPr/>
          <p:nvPr/>
        </p:nvSpPr>
        <p:spPr>
          <a:xfrm>
            <a:off x="6061250" y="1069350"/>
            <a:ext cx="25371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5" name="Google Shape;575;p54"/>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576" name="Google Shape;576;p54"/>
          <p:cNvSpPr txBox="1"/>
          <p:nvPr>
            <p:ph idx="9"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577" name="Google Shape;577;p5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4">
  <p:cSld name="BLANK_1_1_1_1_1_1_1_1_1_1_1_1">
    <p:bg>
      <p:bgPr>
        <a:solidFill>
          <a:srgbClr val="FFFFFF"/>
        </a:solidFill>
      </p:bgPr>
    </p:bg>
    <p:spTree>
      <p:nvGrpSpPr>
        <p:cNvPr id="578" name="Shape 578"/>
        <p:cNvGrpSpPr/>
        <p:nvPr/>
      </p:nvGrpSpPr>
      <p:grpSpPr>
        <a:xfrm>
          <a:off x="0" y="0"/>
          <a:ext cx="0" cy="0"/>
          <a:chOff x="0" y="0"/>
          <a:chExt cx="0" cy="0"/>
        </a:xfrm>
      </p:grpSpPr>
      <p:pic>
        <p:nvPicPr>
          <p:cNvPr id="579" name="Google Shape;579;p55"/>
          <p:cNvPicPr preferRelativeResize="0"/>
          <p:nvPr/>
        </p:nvPicPr>
        <p:blipFill>
          <a:blip r:embed="rId2">
            <a:alphaModFix/>
          </a:blip>
          <a:stretch>
            <a:fillRect/>
          </a:stretch>
        </p:blipFill>
        <p:spPr>
          <a:xfrm>
            <a:off x="547263" y="4639176"/>
            <a:ext cx="453571" cy="111625"/>
          </a:xfrm>
          <a:prstGeom prst="rect">
            <a:avLst/>
          </a:prstGeom>
          <a:noFill/>
          <a:ln>
            <a:noFill/>
          </a:ln>
        </p:spPr>
      </p:pic>
      <p:sp>
        <p:nvSpPr>
          <p:cNvPr id="580" name="Google Shape;580;p55"/>
          <p:cNvSpPr txBox="1"/>
          <p:nvPr>
            <p:ph idx="1"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81" name="Google Shape;581;p55"/>
          <p:cNvSpPr txBox="1"/>
          <p:nvPr>
            <p:ph idx="2"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sp>
        <p:nvSpPr>
          <p:cNvPr id="582" name="Google Shape;582;p55"/>
          <p:cNvSpPr txBox="1"/>
          <p:nvPr>
            <p:ph idx="3"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SzPts val="4400"/>
              <a:buChar char="●"/>
              <a:defRPr b="1" sz="4400"/>
            </a:lvl1pPr>
            <a:lvl2pPr indent="-508000" lvl="1" marL="914400" rtl="0">
              <a:lnSpc>
                <a:spcPct val="100000"/>
              </a:lnSpc>
              <a:spcBef>
                <a:spcPts val="0"/>
              </a:spcBef>
              <a:spcAft>
                <a:spcPts val="0"/>
              </a:spcAft>
              <a:buSzPts val="4400"/>
              <a:buChar char="○"/>
              <a:defRPr b="1" sz="4400"/>
            </a:lvl2pPr>
            <a:lvl3pPr indent="-508000" lvl="2" marL="1371600" rtl="0">
              <a:lnSpc>
                <a:spcPct val="100000"/>
              </a:lnSpc>
              <a:spcBef>
                <a:spcPts val="0"/>
              </a:spcBef>
              <a:spcAft>
                <a:spcPts val="0"/>
              </a:spcAft>
              <a:buSzPts val="4400"/>
              <a:buChar char="■"/>
              <a:defRPr b="1" sz="4400"/>
            </a:lvl3pPr>
            <a:lvl4pPr indent="-508000" lvl="3" marL="1828800" rtl="0">
              <a:lnSpc>
                <a:spcPct val="100000"/>
              </a:lnSpc>
              <a:spcBef>
                <a:spcPts val="0"/>
              </a:spcBef>
              <a:spcAft>
                <a:spcPts val="0"/>
              </a:spcAft>
              <a:buSzPts val="4400"/>
              <a:buChar char="●"/>
              <a:defRPr b="1" sz="4400"/>
            </a:lvl4pPr>
            <a:lvl5pPr indent="-508000" lvl="4" marL="2286000" rtl="0">
              <a:lnSpc>
                <a:spcPct val="100000"/>
              </a:lnSpc>
              <a:spcBef>
                <a:spcPts val="0"/>
              </a:spcBef>
              <a:spcAft>
                <a:spcPts val="0"/>
              </a:spcAft>
              <a:buSzPts val="4400"/>
              <a:buChar char="○"/>
              <a:defRPr b="1" sz="4400"/>
            </a:lvl5pPr>
            <a:lvl6pPr indent="-508000" lvl="5" marL="2743200" rtl="0">
              <a:lnSpc>
                <a:spcPct val="100000"/>
              </a:lnSpc>
              <a:spcBef>
                <a:spcPts val="0"/>
              </a:spcBef>
              <a:spcAft>
                <a:spcPts val="0"/>
              </a:spcAft>
              <a:buSzPts val="4400"/>
              <a:buChar char="■"/>
              <a:defRPr b="1" sz="4400"/>
            </a:lvl6pPr>
            <a:lvl7pPr indent="-508000" lvl="6" marL="3200400" rtl="0">
              <a:lnSpc>
                <a:spcPct val="100000"/>
              </a:lnSpc>
              <a:spcBef>
                <a:spcPts val="0"/>
              </a:spcBef>
              <a:spcAft>
                <a:spcPts val="0"/>
              </a:spcAft>
              <a:buSzPts val="4400"/>
              <a:buChar char="●"/>
              <a:defRPr b="1" sz="4400"/>
            </a:lvl7pPr>
            <a:lvl8pPr indent="-508000" lvl="7" marL="3657600" rtl="0">
              <a:lnSpc>
                <a:spcPct val="100000"/>
              </a:lnSpc>
              <a:spcBef>
                <a:spcPts val="0"/>
              </a:spcBef>
              <a:spcAft>
                <a:spcPts val="0"/>
              </a:spcAft>
              <a:buSzPts val="4400"/>
              <a:buChar char="○"/>
              <a:defRPr b="1" sz="4400"/>
            </a:lvl8pPr>
            <a:lvl9pPr indent="-508000" lvl="8" marL="4114800" rtl="0">
              <a:lnSpc>
                <a:spcPct val="100000"/>
              </a:lnSpc>
              <a:spcBef>
                <a:spcPts val="0"/>
              </a:spcBef>
              <a:spcAft>
                <a:spcPts val="0"/>
              </a:spcAft>
              <a:buSzPts val="4400"/>
              <a:buChar char="■"/>
              <a:defRPr b="1" sz="4400"/>
            </a:lvl9pPr>
          </a:lstStyle>
          <a:p/>
        </p:txBody>
      </p:sp>
      <p:sp>
        <p:nvSpPr>
          <p:cNvPr id="583" name="Google Shape;583;p55"/>
          <p:cNvSpPr txBox="1"/>
          <p:nvPr>
            <p:ph idx="4"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SzPts val="800"/>
              <a:buChar char="●"/>
              <a:defRPr sz="800"/>
            </a:lvl1pPr>
            <a:lvl2pPr indent="-279400" lvl="1" marL="914400" rtl="0">
              <a:lnSpc>
                <a:spcPct val="100000"/>
              </a:lnSpc>
              <a:spcBef>
                <a:spcPts val="0"/>
              </a:spcBef>
              <a:spcAft>
                <a:spcPts val="0"/>
              </a:spcAft>
              <a:buSzPts val="800"/>
              <a:buChar char="○"/>
              <a:defRPr sz="800"/>
            </a:lvl2pPr>
            <a:lvl3pPr indent="-279400" lvl="2" marL="1371600" rtl="0">
              <a:lnSpc>
                <a:spcPct val="100000"/>
              </a:lnSpc>
              <a:spcBef>
                <a:spcPts val="0"/>
              </a:spcBef>
              <a:spcAft>
                <a:spcPts val="0"/>
              </a:spcAft>
              <a:buSzPts val="800"/>
              <a:buChar char="■"/>
              <a:defRPr sz="800"/>
            </a:lvl3pPr>
            <a:lvl4pPr indent="-279400" lvl="3" marL="1828800" rtl="0">
              <a:lnSpc>
                <a:spcPct val="100000"/>
              </a:lnSpc>
              <a:spcBef>
                <a:spcPts val="0"/>
              </a:spcBef>
              <a:spcAft>
                <a:spcPts val="0"/>
              </a:spcAft>
              <a:buSzPts val="800"/>
              <a:buChar char="●"/>
              <a:defRPr sz="800"/>
            </a:lvl4pPr>
            <a:lvl5pPr indent="-279400" lvl="4" marL="2286000" rtl="0">
              <a:lnSpc>
                <a:spcPct val="100000"/>
              </a:lnSpc>
              <a:spcBef>
                <a:spcPts val="0"/>
              </a:spcBef>
              <a:spcAft>
                <a:spcPts val="0"/>
              </a:spcAft>
              <a:buSzPts val="800"/>
              <a:buChar char="○"/>
              <a:defRPr sz="800"/>
            </a:lvl5pPr>
            <a:lvl6pPr indent="-279400" lvl="5" marL="2743200" rtl="0">
              <a:lnSpc>
                <a:spcPct val="100000"/>
              </a:lnSpc>
              <a:spcBef>
                <a:spcPts val="0"/>
              </a:spcBef>
              <a:spcAft>
                <a:spcPts val="0"/>
              </a:spcAft>
              <a:buSzPts val="800"/>
              <a:buChar char="■"/>
              <a:defRPr sz="800"/>
            </a:lvl6pPr>
            <a:lvl7pPr indent="-279400" lvl="6" marL="3200400" rtl="0">
              <a:lnSpc>
                <a:spcPct val="100000"/>
              </a:lnSpc>
              <a:spcBef>
                <a:spcPts val="0"/>
              </a:spcBef>
              <a:spcAft>
                <a:spcPts val="0"/>
              </a:spcAft>
              <a:buSzPts val="800"/>
              <a:buChar char="●"/>
              <a:defRPr sz="800"/>
            </a:lvl7pPr>
            <a:lvl8pPr indent="-279400" lvl="7" marL="3657600" rtl="0">
              <a:lnSpc>
                <a:spcPct val="100000"/>
              </a:lnSpc>
              <a:spcBef>
                <a:spcPts val="0"/>
              </a:spcBef>
              <a:spcAft>
                <a:spcPts val="0"/>
              </a:spcAft>
              <a:buSzPts val="800"/>
              <a:buChar char="○"/>
              <a:defRPr sz="800"/>
            </a:lvl8pPr>
            <a:lvl9pPr indent="-279400" lvl="8" marL="4114800" rtl="0">
              <a:lnSpc>
                <a:spcPct val="100000"/>
              </a:lnSpc>
              <a:spcBef>
                <a:spcPts val="0"/>
              </a:spcBef>
              <a:spcAft>
                <a:spcPts val="0"/>
              </a:spcAft>
              <a:buSzPts val="800"/>
              <a:buChar char="■"/>
              <a:defRPr sz="800"/>
            </a:lvl9pPr>
          </a:lstStyle>
          <a:p/>
        </p:txBody>
      </p:sp>
      <p:cxnSp>
        <p:nvCxnSpPr>
          <p:cNvPr id="584" name="Google Shape;584;p55"/>
          <p:cNvCxnSpPr/>
          <p:nvPr/>
        </p:nvCxnSpPr>
        <p:spPr>
          <a:xfrm flipH="1" rot="10800000">
            <a:off x="545450" y="361350"/>
            <a:ext cx="8053200" cy="6900"/>
          </a:xfrm>
          <a:prstGeom prst="straightConnector1">
            <a:avLst/>
          </a:prstGeom>
          <a:noFill/>
          <a:ln cap="flat" cmpd="sng" w="9525">
            <a:solidFill>
              <a:srgbClr val="131313"/>
            </a:solidFill>
            <a:prstDash val="solid"/>
            <a:round/>
            <a:headEnd len="med" w="med" type="none"/>
            <a:tailEnd len="med" w="med" type="none"/>
          </a:ln>
        </p:spPr>
      </p:cxnSp>
      <p:cxnSp>
        <p:nvCxnSpPr>
          <p:cNvPr id="585" name="Google Shape;585;p55"/>
          <p:cNvCxnSpPr/>
          <p:nvPr/>
        </p:nvCxnSpPr>
        <p:spPr>
          <a:xfrm flipH="1" rot="10800000">
            <a:off x="545450" y="4548422"/>
            <a:ext cx="8053200" cy="6900"/>
          </a:xfrm>
          <a:prstGeom prst="straightConnector1">
            <a:avLst/>
          </a:prstGeom>
          <a:noFill/>
          <a:ln cap="flat" cmpd="sng" w="9525">
            <a:solidFill>
              <a:srgbClr val="131313"/>
            </a:solidFill>
            <a:prstDash val="solid"/>
            <a:round/>
            <a:headEnd len="med" w="med" type="none"/>
            <a:tailEnd len="med" w="med" type="none"/>
          </a:ln>
        </p:spPr>
      </p:cxnSp>
      <p:sp>
        <p:nvSpPr>
          <p:cNvPr id="586" name="Google Shape;586;p55"/>
          <p:cNvSpPr txBox="1"/>
          <p:nvPr>
            <p:ph idx="5"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SzPts val="600"/>
              <a:buNone/>
              <a:defRPr b="1" sz="600"/>
            </a:lvl1pPr>
            <a:lvl2pPr lvl="1" rtl="0">
              <a:lnSpc>
                <a:spcPct val="100000"/>
              </a:lnSpc>
              <a:spcBef>
                <a:spcPts val="0"/>
              </a:spcBef>
              <a:spcAft>
                <a:spcPts val="0"/>
              </a:spcAft>
              <a:buSzPts val="800"/>
              <a:buNone/>
              <a:defRPr b="1" sz="800"/>
            </a:lvl2pPr>
            <a:lvl3pPr lvl="2" rtl="0">
              <a:lnSpc>
                <a:spcPct val="100000"/>
              </a:lnSpc>
              <a:spcBef>
                <a:spcPts val="0"/>
              </a:spcBef>
              <a:spcAft>
                <a:spcPts val="0"/>
              </a:spcAft>
              <a:buSzPts val="800"/>
              <a:buNone/>
              <a:defRPr b="1" sz="800"/>
            </a:lvl3pPr>
            <a:lvl4pPr lvl="3" rtl="0">
              <a:lnSpc>
                <a:spcPct val="100000"/>
              </a:lnSpc>
              <a:spcBef>
                <a:spcPts val="0"/>
              </a:spcBef>
              <a:spcAft>
                <a:spcPts val="0"/>
              </a:spcAft>
              <a:buSzPts val="800"/>
              <a:buNone/>
              <a:defRPr b="1" sz="800"/>
            </a:lvl4pPr>
            <a:lvl5pPr lvl="4" rtl="0">
              <a:lnSpc>
                <a:spcPct val="100000"/>
              </a:lnSpc>
              <a:spcBef>
                <a:spcPts val="0"/>
              </a:spcBef>
              <a:spcAft>
                <a:spcPts val="0"/>
              </a:spcAft>
              <a:buSzPts val="800"/>
              <a:buNone/>
              <a:defRPr b="1" sz="800"/>
            </a:lvl5pPr>
            <a:lvl6pPr lvl="5" rtl="0">
              <a:lnSpc>
                <a:spcPct val="100000"/>
              </a:lnSpc>
              <a:spcBef>
                <a:spcPts val="0"/>
              </a:spcBef>
              <a:spcAft>
                <a:spcPts val="0"/>
              </a:spcAft>
              <a:buSzPts val="800"/>
              <a:buNone/>
              <a:defRPr b="1" sz="800"/>
            </a:lvl6pPr>
            <a:lvl7pPr lvl="6" rtl="0">
              <a:lnSpc>
                <a:spcPct val="100000"/>
              </a:lnSpc>
              <a:spcBef>
                <a:spcPts val="0"/>
              </a:spcBef>
              <a:spcAft>
                <a:spcPts val="0"/>
              </a:spcAft>
              <a:buSzPts val="800"/>
              <a:buNone/>
              <a:defRPr b="1" sz="800"/>
            </a:lvl7pPr>
            <a:lvl8pPr lvl="7" rtl="0">
              <a:lnSpc>
                <a:spcPct val="100000"/>
              </a:lnSpc>
              <a:spcBef>
                <a:spcPts val="0"/>
              </a:spcBef>
              <a:spcAft>
                <a:spcPts val="0"/>
              </a:spcAft>
              <a:buSzPts val="800"/>
              <a:buNone/>
              <a:defRPr b="1" sz="800"/>
            </a:lvl8pPr>
            <a:lvl9pPr lvl="8" rtl="0">
              <a:lnSpc>
                <a:spcPct val="100000"/>
              </a:lnSpc>
              <a:spcBef>
                <a:spcPts val="0"/>
              </a:spcBef>
              <a:spcAft>
                <a:spcPts val="0"/>
              </a:spcAft>
              <a:buSzPts val="800"/>
              <a:buNone/>
              <a:defRPr b="1" sz="800"/>
            </a:lvl9pPr>
          </a:lstStyle>
          <a:p/>
        </p:txBody>
      </p:sp>
      <p:sp>
        <p:nvSpPr>
          <p:cNvPr id="587" name="Google Shape;587;p5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chemeClr val="dk2"/>
                </a:solidFill>
                <a:latin typeface="Inter"/>
                <a:ea typeface="Inter"/>
                <a:cs typeface="Inter"/>
                <a:sym typeface="Inter"/>
              </a:defRPr>
            </a:lvl1pPr>
            <a:lvl2pPr lvl="1" rtl="0" algn="r">
              <a:buNone/>
              <a:defRPr b="1" sz="600">
                <a:solidFill>
                  <a:schemeClr val="dk2"/>
                </a:solidFill>
                <a:latin typeface="Inter"/>
                <a:ea typeface="Inter"/>
                <a:cs typeface="Inter"/>
                <a:sym typeface="Inter"/>
              </a:defRPr>
            </a:lvl2pPr>
            <a:lvl3pPr lvl="2" rtl="0" algn="r">
              <a:buNone/>
              <a:defRPr b="1" sz="600">
                <a:solidFill>
                  <a:schemeClr val="dk2"/>
                </a:solidFill>
                <a:latin typeface="Inter"/>
                <a:ea typeface="Inter"/>
                <a:cs typeface="Inter"/>
                <a:sym typeface="Inter"/>
              </a:defRPr>
            </a:lvl3pPr>
            <a:lvl4pPr lvl="3" rtl="0" algn="r">
              <a:buNone/>
              <a:defRPr b="1" sz="600">
                <a:solidFill>
                  <a:schemeClr val="dk2"/>
                </a:solidFill>
                <a:latin typeface="Inter"/>
                <a:ea typeface="Inter"/>
                <a:cs typeface="Inter"/>
                <a:sym typeface="Inter"/>
              </a:defRPr>
            </a:lvl4pPr>
            <a:lvl5pPr lvl="4" rtl="0" algn="r">
              <a:buNone/>
              <a:defRPr b="1" sz="600">
                <a:solidFill>
                  <a:schemeClr val="dk2"/>
                </a:solidFill>
                <a:latin typeface="Inter"/>
                <a:ea typeface="Inter"/>
                <a:cs typeface="Inter"/>
                <a:sym typeface="Inter"/>
              </a:defRPr>
            </a:lvl5pPr>
            <a:lvl6pPr lvl="5" rtl="0" algn="r">
              <a:buNone/>
              <a:defRPr b="1" sz="600">
                <a:solidFill>
                  <a:schemeClr val="dk2"/>
                </a:solidFill>
                <a:latin typeface="Inter"/>
                <a:ea typeface="Inter"/>
                <a:cs typeface="Inter"/>
                <a:sym typeface="Inter"/>
              </a:defRPr>
            </a:lvl6pPr>
            <a:lvl7pPr lvl="6" rtl="0" algn="r">
              <a:buNone/>
              <a:defRPr b="1" sz="600">
                <a:solidFill>
                  <a:schemeClr val="dk2"/>
                </a:solidFill>
                <a:latin typeface="Inter"/>
                <a:ea typeface="Inter"/>
                <a:cs typeface="Inter"/>
                <a:sym typeface="Inter"/>
              </a:defRPr>
            </a:lvl7pPr>
            <a:lvl8pPr lvl="7" rtl="0" algn="r">
              <a:buNone/>
              <a:defRPr b="1" sz="600">
                <a:solidFill>
                  <a:schemeClr val="dk2"/>
                </a:solidFill>
                <a:latin typeface="Inter"/>
                <a:ea typeface="Inter"/>
                <a:cs typeface="Inter"/>
                <a:sym typeface="Inter"/>
              </a:defRPr>
            </a:lvl8pPr>
            <a:lvl9pPr lvl="8" rtl="0"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8" name="Google Shape;588;p55"/>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89" name="Google Shape;589;p55"/>
          <p:cNvCxnSpPr/>
          <p:nvPr/>
        </p:nvCxnSpPr>
        <p:spPr>
          <a:xfrm flipH="1" rot="10800000">
            <a:off x="545450" y="842850"/>
            <a:ext cx="8053200" cy="6900"/>
          </a:xfrm>
          <a:prstGeom prst="straightConnector1">
            <a:avLst/>
          </a:prstGeom>
          <a:noFill/>
          <a:ln cap="flat" cmpd="sng" w="9525">
            <a:solidFill>
              <a:srgbClr val="131313"/>
            </a:solidFill>
            <a:prstDash val="solid"/>
            <a:round/>
            <a:headEnd len="med" w="med" type="none"/>
            <a:tailEnd len="med" w="med" type="none"/>
          </a:ln>
        </p:spPr>
      </p:cxnSp>
      <p:sp>
        <p:nvSpPr>
          <p:cNvPr id="590" name="Google Shape;590;p55"/>
          <p:cNvSpPr/>
          <p:nvPr/>
        </p:nvSpPr>
        <p:spPr>
          <a:xfrm>
            <a:off x="3303500" y="1069350"/>
            <a:ext cx="52950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 05 - black">
  <p:cSld name="BLANK_1_1_1_1_1_1_1_1_1_1_1_1_1">
    <p:bg>
      <p:bgPr>
        <a:solidFill>
          <a:srgbClr val="131313"/>
        </a:solidFill>
      </p:bgPr>
    </p:bg>
    <p:spTree>
      <p:nvGrpSpPr>
        <p:cNvPr id="591" name="Shape 591"/>
        <p:cNvGrpSpPr/>
        <p:nvPr/>
      </p:nvGrpSpPr>
      <p:grpSpPr>
        <a:xfrm>
          <a:off x="0" y="0"/>
          <a:ext cx="0" cy="0"/>
          <a:chOff x="0" y="0"/>
          <a:chExt cx="0" cy="0"/>
        </a:xfrm>
      </p:grpSpPr>
      <p:pic>
        <p:nvPicPr>
          <p:cNvPr id="592" name="Google Shape;592;p56"/>
          <p:cNvPicPr preferRelativeResize="0"/>
          <p:nvPr/>
        </p:nvPicPr>
        <p:blipFill>
          <a:blip r:embed="rId2">
            <a:alphaModFix/>
          </a:blip>
          <a:stretch>
            <a:fillRect/>
          </a:stretch>
        </p:blipFill>
        <p:spPr>
          <a:xfrm>
            <a:off x="547050" y="4639175"/>
            <a:ext cx="453574" cy="111625"/>
          </a:xfrm>
          <a:prstGeom prst="rect">
            <a:avLst/>
          </a:prstGeom>
          <a:noFill/>
          <a:ln>
            <a:noFill/>
          </a:ln>
        </p:spPr>
      </p:pic>
      <p:sp>
        <p:nvSpPr>
          <p:cNvPr id="593" name="Google Shape;593;p56"/>
          <p:cNvSpPr txBox="1"/>
          <p:nvPr>
            <p:ph idx="1" type="body"/>
          </p:nvPr>
        </p:nvSpPr>
        <p:spPr>
          <a:xfrm>
            <a:off x="552050" y="1218750"/>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chemeClr val="lt1"/>
              </a:buClr>
              <a:buSzPts val="4400"/>
              <a:buChar char="●"/>
              <a:defRPr b="1" sz="4400">
                <a:solidFill>
                  <a:schemeClr val="lt1"/>
                </a:solidFill>
              </a:defRPr>
            </a:lvl1pPr>
            <a:lvl2pPr indent="-508000" lvl="1" marL="914400" rtl="0">
              <a:lnSpc>
                <a:spcPct val="100000"/>
              </a:lnSpc>
              <a:spcBef>
                <a:spcPts val="0"/>
              </a:spcBef>
              <a:spcAft>
                <a:spcPts val="0"/>
              </a:spcAft>
              <a:buClr>
                <a:schemeClr val="lt1"/>
              </a:buClr>
              <a:buSzPts val="4400"/>
              <a:buChar char="○"/>
              <a:defRPr b="1" sz="4400">
                <a:solidFill>
                  <a:schemeClr val="lt1"/>
                </a:solidFill>
              </a:defRPr>
            </a:lvl2pPr>
            <a:lvl3pPr indent="-508000" lvl="2" marL="1371600" rtl="0">
              <a:lnSpc>
                <a:spcPct val="100000"/>
              </a:lnSpc>
              <a:spcBef>
                <a:spcPts val="0"/>
              </a:spcBef>
              <a:spcAft>
                <a:spcPts val="0"/>
              </a:spcAft>
              <a:buClr>
                <a:schemeClr val="lt1"/>
              </a:buClr>
              <a:buSzPts val="4400"/>
              <a:buChar char="■"/>
              <a:defRPr b="1" sz="4400">
                <a:solidFill>
                  <a:schemeClr val="lt1"/>
                </a:solidFill>
              </a:defRPr>
            </a:lvl3pPr>
            <a:lvl4pPr indent="-508000" lvl="3" marL="1828800" rtl="0">
              <a:lnSpc>
                <a:spcPct val="100000"/>
              </a:lnSpc>
              <a:spcBef>
                <a:spcPts val="0"/>
              </a:spcBef>
              <a:spcAft>
                <a:spcPts val="0"/>
              </a:spcAft>
              <a:buClr>
                <a:schemeClr val="lt1"/>
              </a:buClr>
              <a:buSzPts val="4400"/>
              <a:buChar char="●"/>
              <a:defRPr b="1" sz="4400">
                <a:solidFill>
                  <a:schemeClr val="lt1"/>
                </a:solidFill>
              </a:defRPr>
            </a:lvl4pPr>
            <a:lvl5pPr indent="-508000" lvl="4" marL="2286000" rtl="0">
              <a:lnSpc>
                <a:spcPct val="100000"/>
              </a:lnSpc>
              <a:spcBef>
                <a:spcPts val="0"/>
              </a:spcBef>
              <a:spcAft>
                <a:spcPts val="0"/>
              </a:spcAft>
              <a:buClr>
                <a:schemeClr val="lt1"/>
              </a:buClr>
              <a:buSzPts val="4400"/>
              <a:buChar char="○"/>
              <a:defRPr b="1" sz="4400">
                <a:solidFill>
                  <a:schemeClr val="lt1"/>
                </a:solidFill>
              </a:defRPr>
            </a:lvl5pPr>
            <a:lvl6pPr indent="-508000" lvl="5" marL="2743200" rtl="0">
              <a:lnSpc>
                <a:spcPct val="100000"/>
              </a:lnSpc>
              <a:spcBef>
                <a:spcPts val="0"/>
              </a:spcBef>
              <a:spcAft>
                <a:spcPts val="0"/>
              </a:spcAft>
              <a:buClr>
                <a:schemeClr val="lt1"/>
              </a:buClr>
              <a:buSzPts val="4400"/>
              <a:buChar char="■"/>
              <a:defRPr b="1" sz="4400">
                <a:solidFill>
                  <a:schemeClr val="lt1"/>
                </a:solidFill>
              </a:defRPr>
            </a:lvl6pPr>
            <a:lvl7pPr indent="-508000" lvl="6" marL="3200400" rtl="0">
              <a:lnSpc>
                <a:spcPct val="100000"/>
              </a:lnSpc>
              <a:spcBef>
                <a:spcPts val="0"/>
              </a:spcBef>
              <a:spcAft>
                <a:spcPts val="0"/>
              </a:spcAft>
              <a:buClr>
                <a:schemeClr val="lt1"/>
              </a:buClr>
              <a:buSzPts val="4400"/>
              <a:buChar char="●"/>
              <a:defRPr b="1" sz="4400">
                <a:solidFill>
                  <a:schemeClr val="lt1"/>
                </a:solidFill>
              </a:defRPr>
            </a:lvl7pPr>
            <a:lvl8pPr indent="-508000" lvl="7" marL="3657600" rtl="0">
              <a:lnSpc>
                <a:spcPct val="100000"/>
              </a:lnSpc>
              <a:spcBef>
                <a:spcPts val="0"/>
              </a:spcBef>
              <a:spcAft>
                <a:spcPts val="0"/>
              </a:spcAft>
              <a:buClr>
                <a:schemeClr val="lt1"/>
              </a:buClr>
              <a:buSzPts val="4400"/>
              <a:buChar char="○"/>
              <a:defRPr b="1" sz="4400">
                <a:solidFill>
                  <a:schemeClr val="lt1"/>
                </a:solidFill>
              </a:defRPr>
            </a:lvl8pPr>
            <a:lvl9pPr indent="-508000" lvl="8" marL="4114800" rtl="0">
              <a:lnSpc>
                <a:spcPct val="100000"/>
              </a:lnSpc>
              <a:spcBef>
                <a:spcPts val="0"/>
              </a:spcBef>
              <a:spcAft>
                <a:spcPts val="0"/>
              </a:spcAft>
              <a:buClr>
                <a:schemeClr val="lt1"/>
              </a:buClr>
              <a:buSzPts val="4400"/>
              <a:buChar char="■"/>
              <a:defRPr b="1" sz="4400">
                <a:solidFill>
                  <a:schemeClr val="lt1"/>
                </a:solidFill>
              </a:defRPr>
            </a:lvl9pPr>
          </a:lstStyle>
          <a:p/>
        </p:txBody>
      </p:sp>
      <p:sp>
        <p:nvSpPr>
          <p:cNvPr id="594" name="Google Shape;594;p56"/>
          <p:cNvSpPr txBox="1"/>
          <p:nvPr>
            <p:ph idx="2" type="body"/>
          </p:nvPr>
        </p:nvSpPr>
        <p:spPr>
          <a:xfrm>
            <a:off x="547650" y="1963000"/>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chemeClr val="lt1"/>
              </a:buClr>
              <a:buSzPts val="800"/>
              <a:buChar char="●"/>
              <a:defRPr sz="800">
                <a:solidFill>
                  <a:schemeClr val="lt1"/>
                </a:solidFill>
              </a:defRPr>
            </a:lvl1pPr>
            <a:lvl2pPr indent="-279400" lvl="1" marL="914400" rtl="0">
              <a:lnSpc>
                <a:spcPct val="100000"/>
              </a:lnSpc>
              <a:spcBef>
                <a:spcPts val="0"/>
              </a:spcBef>
              <a:spcAft>
                <a:spcPts val="0"/>
              </a:spcAft>
              <a:buClr>
                <a:schemeClr val="lt1"/>
              </a:buClr>
              <a:buSzPts val="800"/>
              <a:buChar char="○"/>
              <a:defRPr sz="800">
                <a:solidFill>
                  <a:schemeClr val="lt1"/>
                </a:solidFill>
              </a:defRPr>
            </a:lvl2pPr>
            <a:lvl3pPr indent="-279400" lvl="2" marL="1371600" rtl="0">
              <a:lnSpc>
                <a:spcPct val="100000"/>
              </a:lnSpc>
              <a:spcBef>
                <a:spcPts val="0"/>
              </a:spcBef>
              <a:spcAft>
                <a:spcPts val="0"/>
              </a:spcAft>
              <a:buClr>
                <a:schemeClr val="lt1"/>
              </a:buClr>
              <a:buSzPts val="800"/>
              <a:buChar char="■"/>
              <a:defRPr sz="800">
                <a:solidFill>
                  <a:schemeClr val="lt1"/>
                </a:solidFill>
              </a:defRPr>
            </a:lvl3pPr>
            <a:lvl4pPr indent="-279400" lvl="3" marL="1828800" rtl="0">
              <a:lnSpc>
                <a:spcPct val="100000"/>
              </a:lnSpc>
              <a:spcBef>
                <a:spcPts val="0"/>
              </a:spcBef>
              <a:spcAft>
                <a:spcPts val="0"/>
              </a:spcAft>
              <a:buClr>
                <a:schemeClr val="lt1"/>
              </a:buClr>
              <a:buSzPts val="800"/>
              <a:buChar char="●"/>
              <a:defRPr sz="800">
                <a:solidFill>
                  <a:schemeClr val="lt1"/>
                </a:solidFill>
              </a:defRPr>
            </a:lvl4pPr>
            <a:lvl5pPr indent="-279400" lvl="4" marL="2286000" rtl="0">
              <a:lnSpc>
                <a:spcPct val="100000"/>
              </a:lnSpc>
              <a:spcBef>
                <a:spcPts val="0"/>
              </a:spcBef>
              <a:spcAft>
                <a:spcPts val="0"/>
              </a:spcAft>
              <a:buClr>
                <a:schemeClr val="lt1"/>
              </a:buClr>
              <a:buSzPts val="800"/>
              <a:buChar char="○"/>
              <a:defRPr sz="800">
                <a:solidFill>
                  <a:schemeClr val="lt1"/>
                </a:solidFill>
              </a:defRPr>
            </a:lvl5pPr>
            <a:lvl6pPr indent="-279400" lvl="5" marL="2743200" rtl="0">
              <a:lnSpc>
                <a:spcPct val="100000"/>
              </a:lnSpc>
              <a:spcBef>
                <a:spcPts val="0"/>
              </a:spcBef>
              <a:spcAft>
                <a:spcPts val="0"/>
              </a:spcAft>
              <a:buClr>
                <a:schemeClr val="lt1"/>
              </a:buClr>
              <a:buSzPts val="800"/>
              <a:buChar char="■"/>
              <a:defRPr sz="800">
                <a:solidFill>
                  <a:schemeClr val="lt1"/>
                </a:solidFill>
              </a:defRPr>
            </a:lvl6pPr>
            <a:lvl7pPr indent="-279400" lvl="6" marL="3200400" rtl="0">
              <a:lnSpc>
                <a:spcPct val="100000"/>
              </a:lnSpc>
              <a:spcBef>
                <a:spcPts val="0"/>
              </a:spcBef>
              <a:spcAft>
                <a:spcPts val="0"/>
              </a:spcAft>
              <a:buClr>
                <a:schemeClr val="lt1"/>
              </a:buClr>
              <a:buSzPts val="800"/>
              <a:buChar char="●"/>
              <a:defRPr sz="800">
                <a:solidFill>
                  <a:schemeClr val="lt1"/>
                </a:solidFill>
              </a:defRPr>
            </a:lvl7pPr>
            <a:lvl8pPr indent="-279400" lvl="7" marL="3657600" rtl="0">
              <a:lnSpc>
                <a:spcPct val="100000"/>
              </a:lnSpc>
              <a:spcBef>
                <a:spcPts val="0"/>
              </a:spcBef>
              <a:spcAft>
                <a:spcPts val="0"/>
              </a:spcAft>
              <a:buClr>
                <a:schemeClr val="lt1"/>
              </a:buClr>
              <a:buSzPts val="800"/>
              <a:buChar char="○"/>
              <a:defRPr sz="800">
                <a:solidFill>
                  <a:schemeClr val="lt1"/>
                </a:solidFill>
              </a:defRPr>
            </a:lvl8pPr>
            <a:lvl9pPr indent="-279400" lvl="8" marL="4114800" rtl="0">
              <a:lnSpc>
                <a:spcPct val="100000"/>
              </a:lnSpc>
              <a:spcBef>
                <a:spcPts val="0"/>
              </a:spcBef>
              <a:spcAft>
                <a:spcPts val="0"/>
              </a:spcAft>
              <a:buClr>
                <a:schemeClr val="lt1"/>
              </a:buClr>
              <a:buSzPts val="800"/>
              <a:buChar char="■"/>
              <a:defRPr sz="800">
                <a:solidFill>
                  <a:schemeClr val="lt1"/>
                </a:solidFill>
              </a:defRPr>
            </a:lvl9pPr>
          </a:lstStyle>
          <a:p/>
        </p:txBody>
      </p:sp>
      <p:sp>
        <p:nvSpPr>
          <p:cNvPr id="595" name="Google Shape;595;p56"/>
          <p:cNvSpPr txBox="1"/>
          <p:nvPr>
            <p:ph idx="3" type="body"/>
          </p:nvPr>
        </p:nvSpPr>
        <p:spPr>
          <a:xfrm>
            <a:off x="549850" y="2853175"/>
            <a:ext cx="2537100" cy="731400"/>
          </a:xfrm>
          <a:prstGeom prst="rect">
            <a:avLst/>
          </a:prstGeom>
        </p:spPr>
        <p:txBody>
          <a:bodyPr anchorCtr="0" anchor="t" bIns="0" lIns="0" spcFirstLastPara="1" rIns="0" wrap="square" tIns="0">
            <a:noAutofit/>
          </a:bodyPr>
          <a:lstStyle>
            <a:lvl1pPr indent="-508000" lvl="0" marL="457200" rtl="0">
              <a:lnSpc>
                <a:spcPct val="100000"/>
              </a:lnSpc>
              <a:spcBef>
                <a:spcPts val="0"/>
              </a:spcBef>
              <a:spcAft>
                <a:spcPts val="0"/>
              </a:spcAft>
              <a:buClr>
                <a:schemeClr val="lt1"/>
              </a:buClr>
              <a:buSzPts val="4400"/>
              <a:buChar char="●"/>
              <a:defRPr b="1" sz="4400">
                <a:solidFill>
                  <a:schemeClr val="lt1"/>
                </a:solidFill>
              </a:defRPr>
            </a:lvl1pPr>
            <a:lvl2pPr indent="-508000" lvl="1" marL="914400" rtl="0">
              <a:lnSpc>
                <a:spcPct val="100000"/>
              </a:lnSpc>
              <a:spcBef>
                <a:spcPts val="0"/>
              </a:spcBef>
              <a:spcAft>
                <a:spcPts val="0"/>
              </a:spcAft>
              <a:buClr>
                <a:schemeClr val="lt1"/>
              </a:buClr>
              <a:buSzPts val="4400"/>
              <a:buChar char="○"/>
              <a:defRPr b="1" sz="4400">
                <a:solidFill>
                  <a:schemeClr val="lt1"/>
                </a:solidFill>
              </a:defRPr>
            </a:lvl2pPr>
            <a:lvl3pPr indent="-508000" lvl="2" marL="1371600" rtl="0">
              <a:lnSpc>
                <a:spcPct val="100000"/>
              </a:lnSpc>
              <a:spcBef>
                <a:spcPts val="0"/>
              </a:spcBef>
              <a:spcAft>
                <a:spcPts val="0"/>
              </a:spcAft>
              <a:buClr>
                <a:schemeClr val="lt1"/>
              </a:buClr>
              <a:buSzPts val="4400"/>
              <a:buChar char="■"/>
              <a:defRPr b="1" sz="4400">
                <a:solidFill>
                  <a:schemeClr val="lt1"/>
                </a:solidFill>
              </a:defRPr>
            </a:lvl3pPr>
            <a:lvl4pPr indent="-508000" lvl="3" marL="1828800" rtl="0">
              <a:lnSpc>
                <a:spcPct val="100000"/>
              </a:lnSpc>
              <a:spcBef>
                <a:spcPts val="0"/>
              </a:spcBef>
              <a:spcAft>
                <a:spcPts val="0"/>
              </a:spcAft>
              <a:buClr>
                <a:schemeClr val="lt1"/>
              </a:buClr>
              <a:buSzPts val="4400"/>
              <a:buChar char="●"/>
              <a:defRPr b="1" sz="4400">
                <a:solidFill>
                  <a:schemeClr val="lt1"/>
                </a:solidFill>
              </a:defRPr>
            </a:lvl4pPr>
            <a:lvl5pPr indent="-508000" lvl="4" marL="2286000" rtl="0">
              <a:lnSpc>
                <a:spcPct val="100000"/>
              </a:lnSpc>
              <a:spcBef>
                <a:spcPts val="0"/>
              </a:spcBef>
              <a:spcAft>
                <a:spcPts val="0"/>
              </a:spcAft>
              <a:buClr>
                <a:schemeClr val="lt1"/>
              </a:buClr>
              <a:buSzPts val="4400"/>
              <a:buChar char="○"/>
              <a:defRPr b="1" sz="4400">
                <a:solidFill>
                  <a:schemeClr val="lt1"/>
                </a:solidFill>
              </a:defRPr>
            </a:lvl5pPr>
            <a:lvl6pPr indent="-508000" lvl="5" marL="2743200" rtl="0">
              <a:lnSpc>
                <a:spcPct val="100000"/>
              </a:lnSpc>
              <a:spcBef>
                <a:spcPts val="0"/>
              </a:spcBef>
              <a:spcAft>
                <a:spcPts val="0"/>
              </a:spcAft>
              <a:buClr>
                <a:schemeClr val="lt1"/>
              </a:buClr>
              <a:buSzPts val="4400"/>
              <a:buChar char="■"/>
              <a:defRPr b="1" sz="4400">
                <a:solidFill>
                  <a:schemeClr val="lt1"/>
                </a:solidFill>
              </a:defRPr>
            </a:lvl6pPr>
            <a:lvl7pPr indent="-508000" lvl="6" marL="3200400" rtl="0">
              <a:lnSpc>
                <a:spcPct val="100000"/>
              </a:lnSpc>
              <a:spcBef>
                <a:spcPts val="0"/>
              </a:spcBef>
              <a:spcAft>
                <a:spcPts val="0"/>
              </a:spcAft>
              <a:buClr>
                <a:schemeClr val="lt1"/>
              </a:buClr>
              <a:buSzPts val="4400"/>
              <a:buChar char="●"/>
              <a:defRPr b="1" sz="4400">
                <a:solidFill>
                  <a:schemeClr val="lt1"/>
                </a:solidFill>
              </a:defRPr>
            </a:lvl7pPr>
            <a:lvl8pPr indent="-508000" lvl="7" marL="3657600" rtl="0">
              <a:lnSpc>
                <a:spcPct val="100000"/>
              </a:lnSpc>
              <a:spcBef>
                <a:spcPts val="0"/>
              </a:spcBef>
              <a:spcAft>
                <a:spcPts val="0"/>
              </a:spcAft>
              <a:buClr>
                <a:schemeClr val="lt1"/>
              </a:buClr>
              <a:buSzPts val="4400"/>
              <a:buChar char="○"/>
              <a:defRPr b="1" sz="4400">
                <a:solidFill>
                  <a:schemeClr val="lt1"/>
                </a:solidFill>
              </a:defRPr>
            </a:lvl8pPr>
            <a:lvl9pPr indent="-508000" lvl="8" marL="4114800" rtl="0">
              <a:lnSpc>
                <a:spcPct val="100000"/>
              </a:lnSpc>
              <a:spcBef>
                <a:spcPts val="0"/>
              </a:spcBef>
              <a:spcAft>
                <a:spcPts val="0"/>
              </a:spcAft>
              <a:buClr>
                <a:schemeClr val="lt1"/>
              </a:buClr>
              <a:buSzPts val="4400"/>
              <a:buChar char="■"/>
              <a:defRPr b="1" sz="4400">
                <a:solidFill>
                  <a:schemeClr val="lt1"/>
                </a:solidFill>
              </a:defRPr>
            </a:lvl9pPr>
          </a:lstStyle>
          <a:p/>
        </p:txBody>
      </p:sp>
      <p:sp>
        <p:nvSpPr>
          <p:cNvPr id="596" name="Google Shape;596;p56"/>
          <p:cNvSpPr txBox="1"/>
          <p:nvPr>
            <p:ph idx="4" type="body"/>
          </p:nvPr>
        </p:nvSpPr>
        <p:spPr>
          <a:xfrm>
            <a:off x="545450" y="3597425"/>
            <a:ext cx="2537100" cy="731400"/>
          </a:xfrm>
          <a:prstGeom prst="rect">
            <a:avLst/>
          </a:prstGeom>
        </p:spPr>
        <p:txBody>
          <a:bodyPr anchorCtr="0" anchor="t" bIns="0" lIns="0" spcFirstLastPara="1" rIns="0" wrap="square" tIns="0">
            <a:noAutofit/>
          </a:bodyPr>
          <a:lstStyle>
            <a:lvl1pPr indent="-279400" lvl="0" marL="457200" rtl="0">
              <a:lnSpc>
                <a:spcPct val="100000"/>
              </a:lnSpc>
              <a:spcBef>
                <a:spcPts val="0"/>
              </a:spcBef>
              <a:spcAft>
                <a:spcPts val="0"/>
              </a:spcAft>
              <a:buClr>
                <a:schemeClr val="lt1"/>
              </a:buClr>
              <a:buSzPts val="800"/>
              <a:buChar char="●"/>
              <a:defRPr sz="800">
                <a:solidFill>
                  <a:schemeClr val="lt1"/>
                </a:solidFill>
              </a:defRPr>
            </a:lvl1pPr>
            <a:lvl2pPr indent="-279400" lvl="1" marL="914400" rtl="0">
              <a:lnSpc>
                <a:spcPct val="100000"/>
              </a:lnSpc>
              <a:spcBef>
                <a:spcPts val="0"/>
              </a:spcBef>
              <a:spcAft>
                <a:spcPts val="0"/>
              </a:spcAft>
              <a:buClr>
                <a:schemeClr val="lt1"/>
              </a:buClr>
              <a:buSzPts val="800"/>
              <a:buChar char="○"/>
              <a:defRPr sz="800">
                <a:solidFill>
                  <a:schemeClr val="lt1"/>
                </a:solidFill>
              </a:defRPr>
            </a:lvl2pPr>
            <a:lvl3pPr indent="-279400" lvl="2" marL="1371600" rtl="0">
              <a:lnSpc>
                <a:spcPct val="100000"/>
              </a:lnSpc>
              <a:spcBef>
                <a:spcPts val="0"/>
              </a:spcBef>
              <a:spcAft>
                <a:spcPts val="0"/>
              </a:spcAft>
              <a:buClr>
                <a:schemeClr val="lt1"/>
              </a:buClr>
              <a:buSzPts val="800"/>
              <a:buChar char="■"/>
              <a:defRPr sz="800">
                <a:solidFill>
                  <a:schemeClr val="lt1"/>
                </a:solidFill>
              </a:defRPr>
            </a:lvl3pPr>
            <a:lvl4pPr indent="-279400" lvl="3" marL="1828800" rtl="0">
              <a:lnSpc>
                <a:spcPct val="100000"/>
              </a:lnSpc>
              <a:spcBef>
                <a:spcPts val="0"/>
              </a:spcBef>
              <a:spcAft>
                <a:spcPts val="0"/>
              </a:spcAft>
              <a:buClr>
                <a:schemeClr val="lt1"/>
              </a:buClr>
              <a:buSzPts val="800"/>
              <a:buChar char="●"/>
              <a:defRPr sz="800">
                <a:solidFill>
                  <a:schemeClr val="lt1"/>
                </a:solidFill>
              </a:defRPr>
            </a:lvl4pPr>
            <a:lvl5pPr indent="-279400" lvl="4" marL="2286000" rtl="0">
              <a:lnSpc>
                <a:spcPct val="100000"/>
              </a:lnSpc>
              <a:spcBef>
                <a:spcPts val="0"/>
              </a:spcBef>
              <a:spcAft>
                <a:spcPts val="0"/>
              </a:spcAft>
              <a:buClr>
                <a:schemeClr val="lt1"/>
              </a:buClr>
              <a:buSzPts val="800"/>
              <a:buChar char="○"/>
              <a:defRPr sz="800">
                <a:solidFill>
                  <a:schemeClr val="lt1"/>
                </a:solidFill>
              </a:defRPr>
            </a:lvl5pPr>
            <a:lvl6pPr indent="-279400" lvl="5" marL="2743200" rtl="0">
              <a:lnSpc>
                <a:spcPct val="100000"/>
              </a:lnSpc>
              <a:spcBef>
                <a:spcPts val="0"/>
              </a:spcBef>
              <a:spcAft>
                <a:spcPts val="0"/>
              </a:spcAft>
              <a:buClr>
                <a:schemeClr val="lt1"/>
              </a:buClr>
              <a:buSzPts val="800"/>
              <a:buChar char="■"/>
              <a:defRPr sz="800">
                <a:solidFill>
                  <a:schemeClr val="lt1"/>
                </a:solidFill>
              </a:defRPr>
            </a:lvl6pPr>
            <a:lvl7pPr indent="-279400" lvl="6" marL="3200400" rtl="0">
              <a:lnSpc>
                <a:spcPct val="100000"/>
              </a:lnSpc>
              <a:spcBef>
                <a:spcPts val="0"/>
              </a:spcBef>
              <a:spcAft>
                <a:spcPts val="0"/>
              </a:spcAft>
              <a:buClr>
                <a:schemeClr val="lt1"/>
              </a:buClr>
              <a:buSzPts val="800"/>
              <a:buChar char="●"/>
              <a:defRPr sz="800">
                <a:solidFill>
                  <a:schemeClr val="lt1"/>
                </a:solidFill>
              </a:defRPr>
            </a:lvl7pPr>
            <a:lvl8pPr indent="-279400" lvl="7" marL="3657600" rtl="0">
              <a:lnSpc>
                <a:spcPct val="100000"/>
              </a:lnSpc>
              <a:spcBef>
                <a:spcPts val="0"/>
              </a:spcBef>
              <a:spcAft>
                <a:spcPts val="0"/>
              </a:spcAft>
              <a:buClr>
                <a:schemeClr val="lt1"/>
              </a:buClr>
              <a:buSzPts val="800"/>
              <a:buChar char="○"/>
              <a:defRPr sz="800">
                <a:solidFill>
                  <a:schemeClr val="lt1"/>
                </a:solidFill>
              </a:defRPr>
            </a:lvl8pPr>
            <a:lvl9pPr indent="-279400" lvl="8" marL="4114800" rtl="0">
              <a:lnSpc>
                <a:spcPct val="100000"/>
              </a:lnSpc>
              <a:spcBef>
                <a:spcPts val="0"/>
              </a:spcBef>
              <a:spcAft>
                <a:spcPts val="0"/>
              </a:spcAft>
              <a:buClr>
                <a:schemeClr val="lt1"/>
              </a:buClr>
              <a:buSzPts val="800"/>
              <a:buChar char="■"/>
              <a:defRPr sz="800">
                <a:solidFill>
                  <a:schemeClr val="lt1"/>
                </a:solidFill>
              </a:defRPr>
            </a:lvl9pPr>
          </a:lstStyle>
          <a:p/>
        </p:txBody>
      </p:sp>
      <p:cxnSp>
        <p:nvCxnSpPr>
          <p:cNvPr id="597" name="Google Shape;597;p56"/>
          <p:cNvCxnSpPr/>
          <p:nvPr/>
        </p:nvCxnSpPr>
        <p:spPr>
          <a:xfrm flipH="1" rot="10800000">
            <a:off x="545450" y="361350"/>
            <a:ext cx="8053200" cy="6900"/>
          </a:xfrm>
          <a:prstGeom prst="straightConnector1">
            <a:avLst/>
          </a:prstGeom>
          <a:noFill/>
          <a:ln cap="flat" cmpd="sng" w="9525">
            <a:solidFill>
              <a:schemeClr val="lt1"/>
            </a:solidFill>
            <a:prstDash val="solid"/>
            <a:round/>
            <a:headEnd len="med" w="med" type="none"/>
            <a:tailEnd len="med" w="med" type="none"/>
          </a:ln>
        </p:spPr>
      </p:cxnSp>
      <p:sp>
        <p:nvSpPr>
          <p:cNvPr id="598" name="Google Shape;598;p56"/>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800"/>
              <a:buNone/>
              <a:defRPr sz="1800">
                <a:solidFill>
                  <a:schemeClr val="lt1"/>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599" name="Google Shape;599;p56"/>
          <p:cNvCxnSpPr/>
          <p:nvPr/>
        </p:nvCxnSpPr>
        <p:spPr>
          <a:xfrm flipH="1" rot="10800000">
            <a:off x="545450" y="842850"/>
            <a:ext cx="8053200" cy="6900"/>
          </a:xfrm>
          <a:prstGeom prst="straightConnector1">
            <a:avLst/>
          </a:prstGeom>
          <a:noFill/>
          <a:ln cap="flat" cmpd="sng" w="9525">
            <a:solidFill>
              <a:schemeClr val="lt1"/>
            </a:solidFill>
            <a:prstDash val="solid"/>
            <a:round/>
            <a:headEnd len="med" w="med" type="none"/>
            <a:tailEnd len="med" w="med" type="none"/>
          </a:ln>
        </p:spPr>
      </p:cxnSp>
      <p:sp>
        <p:nvSpPr>
          <p:cNvPr id="600" name="Google Shape;600;p56"/>
          <p:cNvSpPr/>
          <p:nvPr/>
        </p:nvSpPr>
        <p:spPr>
          <a:xfrm>
            <a:off x="3303500" y="1069350"/>
            <a:ext cx="5295000" cy="3259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1" name="Google Shape;601;p56"/>
          <p:cNvCxnSpPr/>
          <p:nvPr/>
        </p:nvCxnSpPr>
        <p:spPr>
          <a:xfrm flipH="1" rot="10800000">
            <a:off x="545450" y="4548422"/>
            <a:ext cx="8053200" cy="6900"/>
          </a:xfrm>
          <a:prstGeom prst="straightConnector1">
            <a:avLst/>
          </a:prstGeom>
          <a:noFill/>
          <a:ln cap="flat" cmpd="sng" w="9525">
            <a:solidFill>
              <a:srgbClr val="FFFFFF"/>
            </a:solidFill>
            <a:prstDash val="solid"/>
            <a:round/>
            <a:headEnd len="med" w="med" type="none"/>
            <a:tailEnd len="med" w="med" type="none"/>
          </a:ln>
        </p:spPr>
      </p:cxnSp>
      <p:sp>
        <p:nvSpPr>
          <p:cNvPr id="602" name="Google Shape;602;p56"/>
          <p:cNvSpPr txBox="1"/>
          <p:nvPr>
            <p:ph idx="5" type="subTitle"/>
          </p:nvPr>
        </p:nvSpPr>
        <p:spPr>
          <a:xfrm>
            <a:off x="3303500" y="4614750"/>
            <a:ext cx="3909900" cy="160500"/>
          </a:xfrm>
          <a:prstGeom prst="rect">
            <a:avLst/>
          </a:prstGeom>
        </p:spPr>
        <p:txBody>
          <a:bodyPr anchorCtr="0" anchor="ctr" bIns="91425" lIns="0" spcFirstLastPara="1" rIns="0" wrap="square" tIns="91425">
            <a:noAutofit/>
          </a:bodyPr>
          <a:lstStyle>
            <a:lvl1pPr lvl="0" rtl="0">
              <a:lnSpc>
                <a:spcPct val="100000"/>
              </a:lnSpc>
              <a:spcBef>
                <a:spcPts val="0"/>
              </a:spcBef>
              <a:spcAft>
                <a:spcPts val="0"/>
              </a:spcAft>
              <a:buClr>
                <a:srgbClr val="FFFFFF"/>
              </a:buClr>
              <a:buSzPts val="600"/>
              <a:buNone/>
              <a:defRPr b="1" sz="600">
                <a:solidFill>
                  <a:srgbClr val="FFFFFF"/>
                </a:solidFill>
              </a:defRPr>
            </a:lvl1pPr>
            <a:lvl2pPr lvl="1" rtl="0">
              <a:lnSpc>
                <a:spcPct val="100000"/>
              </a:lnSpc>
              <a:spcBef>
                <a:spcPts val="0"/>
              </a:spcBef>
              <a:spcAft>
                <a:spcPts val="0"/>
              </a:spcAft>
              <a:buClr>
                <a:srgbClr val="FFFFFF"/>
              </a:buClr>
              <a:buSzPts val="800"/>
              <a:buNone/>
              <a:defRPr b="1" sz="800">
                <a:solidFill>
                  <a:srgbClr val="FFFFFF"/>
                </a:solidFill>
              </a:defRPr>
            </a:lvl2pPr>
            <a:lvl3pPr lvl="2" rtl="0">
              <a:lnSpc>
                <a:spcPct val="100000"/>
              </a:lnSpc>
              <a:spcBef>
                <a:spcPts val="0"/>
              </a:spcBef>
              <a:spcAft>
                <a:spcPts val="0"/>
              </a:spcAft>
              <a:buClr>
                <a:srgbClr val="FFFFFF"/>
              </a:buClr>
              <a:buSzPts val="800"/>
              <a:buNone/>
              <a:defRPr b="1" sz="800">
                <a:solidFill>
                  <a:srgbClr val="FFFFFF"/>
                </a:solidFill>
              </a:defRPr>
            </a:lvl3pPr>
            <a:lvl4pPr lvl="3" rtl="0">
              <a:lnSpc>
                <a:spcPct val="100000"/>
              </a:lnSpc>
              <a:spcBef>
                <a:spcPts val="0"/>
              </a:spcBef>
              <a:spcAft>
                <a:spcPts val="0"/>
              </a:spcAft>
              <a:buClr>
                <a:srgbClr val="FFFFFF"/>
              </a:buClr>
              <a:buSzPts val="800"/>
              <a:buNone/>
              <a:defRPr b="1" sz="800">
                <a:solidFill>
                  <a:srgbClr val="FFFFFF"/>
                </a:solidFill>
              </a:defRPr>
            </a:lvl4pPr>
            <a:lvl5pPr lvl="4" rtl="0">
              <a:lnSpc>
                <a:spcPct val="100000"/>
              </a:lnSpc>
              <a:spcBef>
                <a:spcPts val="0"/>
              </a:spcBef>
              <a:spcAft>
                <a:spcPts val="0"/>
              </a:spcAft>
              <a:buClr>
                <a:srgbClr val="FFFFFF"/>
              </a:buClr>
              <a:buSzPts val="800"/>
              <a:buNone/>
              <a:defRPr b="1" sz="800">
                <a:solidFill>
                  <a:srgbClr val="FFFFFF"/>
                </a:solidFill>
              </a:defRPr>
            </a:lvl5pPr>
            <a:lvl6pPr lvl="5" rtl="0">
              <a:lnSpc>
                <a:spcPct val="100000"/>
              </a:lnSpc>
              <a:spcBef>
                <a:spcPts val="0"/>
              </a:spcBef>
              <a:spcAft>
                <a:spcPts val="0"/>
              </a:spcAft>
              <a:buClr>
                <a:srgbClr val="FFFFFF"/>
              </a:buClr>
              <a:buSzPts val="800"/>
              <a:buNone/>
              <a:defRPr b="1" sz="800">
                <a:solidFill>
                  <a:srgbClr val="FFFFFF"/>
                </a:solidFill>
              </a:defRPr>
            </a:lvl6pPr>
            <a:lvl7pPr lvl="6" rtl="0">
              <a:lnSpc>
                <a:spcPct val="100000"/>
              </a:lnSpc>
              <a:spcBef>
                <a:spcPts val="0"/>
              </a:spcBef>
              <a:spcAft>
                <a:spcPts val="0"/>
              </a:spcAft>
              <a:buClr>
                <a:srgbClr val="FFFFFF"/>
              </a:buClr>
              <a:buSzPts val="800"/>
              <a:buNone/>
              <a:defRPr b="1" sz="800">
                <a:solidFill>
                  <a:srgbClr val="FFFFFF"/>
                </a:solidFill>
              </a:defRPr>
            </a:lvl7pPr>
            <a:lvl8pPr lvl="7" rtl="0">
              <a:lnSpc>
                <a:spcPct val="100000"/>
              </a:lnSpc>
              <a:spcBef>
                <a:spcPts val="0"/>
              </a:spcBef>
              <a:spcAft>
                <a:spcPts val="0"/>
              </a:spcAft>
              <a:buClr>
                <a:srgbClr val="FFFFFF"/>
              </a:buClr>
              <a:buSzPts val="800"/>
              <a:buNone/>
              <a:defRPr b="1" sz="800">
                <a:solidFill>
                  <a:srgbClr val="FFFFFF"/>
                </a:solidFill>
              </a:defRPr>
            </a:lvl8pPr>
            <a:lvl9pPr lvl="8" rtl="0">
              <a:lnSpc>
                <a:spcPct val="100000"/>
              </a:lnSpc>
              <a:spcBef>
                <a:spcPts val="0"/>
              </a:spcBef>
              <a:spcAft>
                <a:spcPts val="0"/>
              </a:spcAft>
              <a:buClr>
                <a:srgbClr val="FFFFFF"/>
              </a:buClr>
              <a:buSzPts val="800"/>
              <a:buNone/>
              <a:defRPr b="1" sz="800">
                <a:solidFill>
                  <a:srgbClr val="FFFFFF"/>
                </a:solidFill>
              </a:defRPr>
            </a:lvl9pPr>
          </a:lstStyle>
          <a:p/>
        </p:txBody>
      </p:sp>
      <p:sp>
        <p:nvSpPr>
          <p:cNvPr id="603" name="Google Shape;603;p5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lvl1pPr lvl="0" rtl="0" algn="r">
              <a:buNone/>
              <a:defRPr b="1" sz="600">
                <a:solidFill>
                  <a:srgbClr val="FFFFFF"/>
                </a:solidFill>
                <a:latin typeface="Inter"/>
                <a:ea typeface="Inter"/>
                <a:cs typeface="Inter"/>
                <a:sym typeface="Inter"/>
              </a:defRPr>
            </a:lvl1pPr>
            <a:lvl2pPr lvl="1" rtl="0" algn="r">
              <a:buNone/>
              <a:defRPr b="1" sz="600">
                <a:solidFill>
                  <a:srgbClr val="FFFFFF"/>
                </a:solidFill>
                <a:latin typeface="Inter"/>
                <a:ea typeface="Inter"/>
                <a:cs typeface="Inter"/>
                <a:sym typeface="Inter"/>
              </a:defRPr>
            </a:lvl2pPr>
            <a:lvl3pPr lvl="2" rtl="0" algn="r">
              <a:buNone/>
              <a:defRPr b="1" sz="600">
                <a:solidFill>
                  <a:srgbClr val="FFFFFF"/>
                </a:solidFill>
                <a:latin typeface="Inter"/>
                <a:ea typeface="Inter"/>
                <a:cs typeface="Inter"/>
                <a:sym typeface="Inter"/>
              </a:defRPr>
            </a:lvl3pPr>
            <a:lvl4pPr lvl="3" rtl="0" algn="r">
              <a:buNone/>
              <a:defRPr b="1" sz="600">
                <a:solidFill>
                  <a:srgbClr val="FFFFFF"/>
                </a:solidFill>
                <a:latin typeface="Inter"/>
                <a:ea typeface="Inter"/>
                <a:cs typeface="Inter"/>
                <a:sym typeface="Inter"/>
              </a:defRPr>
            </a:lvl4pPr>
            <a:lvl5pPr lvl="4" rtl="0" algn="r">
              <a:buNone/>
              <a:defRPr b="1" sz="600">
                <a:solidFill>
                  <a:srgbClr val="FFFFFF"/>
                </a:solidFill>
                <a:latin typeface="Inter"/>
                <a:ea typeface="Inter"/>
                <a:cs typeface="Inter"/>
                <a:sym typeface="Inter"/>
              </a:defRPr>
            </a:lvl5pPr>
            <a:lvl6pPr lvl="5" rtl="0" algn="r">
              <a:buNone/>
              <a:defRPr b="1" sz="600">
                <a:solidFill>
                  <a:srgbClr val="FFFFFF"/>
                </a:solidFill>
                <a:latin typeface="Inter"/>
                <a:ea typeface="Inter"/>
                <a:cs typeface="Inter"/>
                <a:sym typeface="Inter"/>
              </a:defRPr>
            </a:lvl6pPr>
            <a:lvl7pPr lvl="6" rtl="0" algn="r">
              <a:buNone/>
              <a:defRPr b="1" sz="600">
                <a:solidFill>
                  <a:srgbClr val="FFFFFF"/>
                </a:solidFill>
                <a:latin typeface="Inter"/>
                <a:ea typeface="Inter"/>
                <a:cs typeface="Inter"/>
                <a:sym typeface="Inter"/>
              </a:defRPr>
            </a:lvl7pPr>
            <a:lvl8pPr lvl="7" rtl="0" algn="r">
              <a:buNone/>
              <a:defRPr b="1" sz="600">
                <a:solidFill>
                  <a:srgbClr val="FFFFFF"/>
                </a:solidFill>
                <a:latin typeface="Inter"/>
                <a:ea typeface="Inter"/>
                <a:cs typeface="Inter"/>
                <a:sym typeface="Inter"/>
              </a:defRPr>
            </a:lvl8pPr>
            <a:lvl9pPr lvl="8" rtl="0" algn="r">
              <a:buNone/>
              <a:defRPr b="1" sz="600">
                <a:solidFill>
                  <a:srgbClr val="FFFFFF"/>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4">
          <p15:clr>
            <a:srgbClr val="00FFFF"/>
          </p15:clr>
        </p15:guide>
        <p15:guide id="2" pos="5416">
          <p15:clr>
            <a:srgbClr val="00FFFF"/>
          </p15:clr>
        </p15:guide>
        <p15:guide id="3" orient="horz" pos="232">
          <p15:clr>
            <a:srgbClr val="00FFFF"/>
          </p15:clr>
        </p15:guide>
        <p15:guide id="4" orient="horz" pos="3008">
          <p15:clr>
            <a:srgbClr val="00FFFF"/>
          </p15:clr>
        </p15:guide>
        <p15:guide id="5" pos="1942">
          <p15:clr>
            <a:srgbClr val="CCCCCC"/>
          </p15:clr>
        </p15:guide>
        <p15:guide id="6" pos="2081">
          <p15:clr>
            <a:srgbClr val="CCCCCC"/>
          </p15:clr>
        </p15:guide>
        <p15:guide id="7" pos="3679">
          <p15:clr>
            <a:srgbClr val="CCCCCC"/>
          </p15:clr>
        </p15:guide>
        <p15:guide id="8" pos="3818">
          <p15:clr>
            <a:srgbClr val="CCCCCC"/>
          </p15:clr>
        </p15:guide>
        <p15:guide id="9" pos="632">
          <p15:clr>
            <a:srgbClr val="CCCCCC"/>
          </p15:clr>
        </p15:guide>
        <p15:guide id="10" pos="1067">
          <p15:clr>
            <a:srgbClr val="CCCCCC"/>
          </p15:clr>
        </p15:guide>
        <p15:guide id="11" pos="779">
          <p15:clr>
            <a:srgbClr val="CCCCCC"/>
          </p15:clr>
        </p15:guide>
        <p15:guide id="12" pos="1214">
          <p15:clr>
            <a:srgbClr val="CCCCCC"/>
          </p15:clr>
        </p15:guide>
        <p15:guide id="13" pos="1502">
          <p15:clr>
            <a:srgbClr val="CCCCCC"/>
          </p15:clr>
        </p15:guide>
        <p15:guide id="14" pos="1649">
          <p15:clr>
            <a:srgbClr val="CCCCCC"/>
          </p15:clr>
        </p15:guide>
        <p15:guide id="15" pos="2372">
          <p15:clr>
            <a:srgbClr val="CCCCCC"/>
          </p15:clr>
        </p15:guide>
        <p15:guide id="16" pos="2519">
          <p15:clr>
            <a:srgbClr val="CCCCCC"/>
          </p15:clr>
        </p15:guide>
        <p15:guide id="17" pos="2807">
          <p15:clr>
            <a:srgbClr val="CCCCCC"/>
          </p15:clr>
        </p15:guide>
        <p15:guide id="18" pos="2954">
          <p15:clr>
            <a:srgbClr val="CCCCCC"/>
          </p15:clr>
        </p15:guide>
        <p15:guide id="19" pos="3242">
          <p15:clr>
            <a:srgbClr val="CCCCCC"/>
          </p15:clr>
        </p15:guide>
        <p15:guide id="20" pos="3389">
          <p15:clr>
            <a:srgbClr val="CCCCCC"/>
          </p15:clr>
        </p15:guide>
        <p15:guide id="21" pos="4112">
          <p15:clr>
            <a:srgbClr val="CCCCCC"/>
          </p15:clr>
        </p15:guide>
        <p15:guide id="22" pos="4258">
          <p15:clr>
            <a:srgbClr val="CCCCCC"/>
          </p15:clr>
        </p15:guide>
        <p15:guide id="23" pos="4546">
          <p15:clr>
            <a:srgbClr val="CCCCCC"/>
          </p15:clr>
        </p15:guide>
        <p15:guide id="24" pos="4693">
          <p15:clr>
            <a:srgbClr val="CCCCCC"/>
          </p15:clr>
        </p15:guide>
        <p15:guide id="25" pos="4981">
          <p15:clr>
            <a:srgbClr val="CCCCCC"/>
          </p15:clr>
        </p15:guide>
        <p15:guide id="26" pos="5128">
          <p15:clr>
            <a:srgbClr val="CCCCCC"/>
          </p15:clr>
        </p15:guide>
        <p15:guide id="27" pos="2880">
          <p15:clr>
            <a:srgbClr val="00FFFF"/>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0" spcFirstLastPara="1" rIns="0" wrap="square" tIns="91425">
            <a:noAutofit/>
          </a:bodyPr>
          <a:lstStyle>
            <a:lvl1pPr lvl="0">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1pPr>
            <a:lvl2pPr lvl="1">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2pPr>
            <a:lvl3pPr lvl="2">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3pPr>
            <a:lvl4pPr lvl="3">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4pPr>
            <a:lvl5pPr lvl="4">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5pPr>
            <a:lvl6pPr lvl="5">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6pPr>
            <a:lvl7pPr lvl="6">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7pPr>
            <a:lvl8pPr lvl="7">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8pPr>
            <a:lvl9pPr lvl="8">
              <a:spcBef>
                <a:spcPts val="0"/>
              </a:spcBef>
              <a:spcAft>
                <a:spcPts val="0"/>
              </a:spcAft>
              <a:buClr>
                <a:srgbClr val="131313"/>
              </a:buClr>
              <a:buSzPts val="2800"/>
              <a:buFont typeface="Inter"/>
              <a:buNone/>
              <a:defRPr b="1" sz="2800">
                <a:solidFill>
                  <a:srgbClr val="131313"/>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rgbClr val="131313"/>
              </a:buClr>
              <a:buSzPts val="1800"/>
              <a:buFont typeface="Inter"/>
              <a:buChar char="●"/>
              <a:defRPr sz="1800">
                <a:solidFill>
                  <a:srgbClr val="131313"/>
                </a:solidFill>
                <a:latin typeface="Inter"/>
                <a:ea typeface="Inter"/>
                <a:cs typeface="Inter"/>
                <a:sym typeface="Inter"/>
              </a:defRPr>
            </a:lvl1pPr>
            <a:lvl2pPr indent="-317500" lvl="1" marL="9144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2pPr>
            <a:lvl3pPr indent="-317500" lvl="2" marL="13716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3pPr>
            <a:lvl4pPr indent="-317500" lvl="3" marL="18288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4pPr>
            <a:lvl5pPr indent="-317500" lvl="4" marL="22860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5pPr>
            <a:lvl6pPr indent="-317500" lvl="5" marL="27432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6pPr>
            <a:lvl7pPr indent="-317500" lvl="6" marL="32004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7pPr>
            <a:lvl8pPr indent="-317500" lvl="7" marL="3657600">
              <a:lnSpc>
                <a:spcPct val="115000"/>
              </a:lnSpc>
              <a:spcBef>
                <a:spcPts val="1600"/>
              </a:spcBef>
              <a:spcAft>
                <a:spcPts val="0"/>
              </a:spcAft>
              <a:buClr>
                <a:srgbClr val="131313"/>
              </a:buClr>
              <a:buSzPts val="1400"/>
              <a:buFont typeface="Inter"/>
              <a:buChar char="○"/>
              <a:defRPr>
                <a:solidFill>
                  <a:srgbClr val="131313"/>
                </a:solidFill>
                <a:latin typeface="Inter"/>
                <a:ea typeface="Inter"/>
                <a:cs typeface="Inter"/>
                <a:sym typeface="Inter"/>
              </a:defRPr>
            </a:lvl8pPr>
            <a:lvl9pPr indent="-317500" lvl="8" marL="4114800">
              <a:lnSpc>
                <a:spcPct val="115000"/>
              </a:lnSpc>
              <a:spcBef>
                <a:spcPts val="1600"/>
              </a:spcBef>
              <a:spcAft>
                <a:spcPts val="1600"/>
              </a:spcAft>
              <a:buClr>
                <a:srgbClr val="131313"/>
              </a:buClr>
              <a:buSzPts val="1400"/>
              <a:buFont typeface="Inter"/>
              <a:buChar char="■"/>
              <a:defRPr>
                <a:solidFill>
                  <a:srgbClr val="131313"/>
                </a:solidFill>
                <a:latin typeface="Inter"/>
                <a:ea typeface="Inter"/>
                <a:cs typeface="Inter"/>
                <a:sym typeface="Inter"/>
              </a:defRPr>
            </a:lvl9pPr>
          </a:lstStyle>
          <a:p/>
        </p:txBody>
      </p:sp>
      <p:sp>
        <p:nvSpPr>
          <p:cNvPr id="8" name="Google Shape;8;p1"/>
          <p:cNvSpPr txBox="1"/>
          <p:nvPr>
            <p:ph idx="12" type="sldNum"/>
          </p:nvPr>
        </p:nvSpPr>
        <p:spPr>
          <a:xfrm>
            <a:off x="8472450" y="4703625"/>
            <a:ext cx="548700" cy="264300"/>
          </a:xfrm>
          <a:prstGeom prst="rect">
            <a:avLst/>
          </a:prstGeom>
          <a:noFill/>
          <a:ln>
            <a:noFill/>
          </a:ln>
        </p:spPr>
        <p:txBody>
          <a:bodyPr anchorCtr="0" anchor="ctr" bIns="0" lIns="0" spcFirstLastPara="1" rIns="0" wrap="square" tIns="0">
            <a:noAutofit/>
          </a:bodyPr>
          <a:lstStyle>
            <a:lvl1pPr lvl="0" algn="r">
              <a:buNone/>
              <a:defRPr b="1" sz="600">
                <a:solidFill>
                  <a:schemeClr val="dk2"/>
                </a:solidFill>
                <a:latin typeface="Inter"/>
                <a:ea typeface="Inter"/>
                <a:cs typeface="Inter"/>
                <a:sym typeface="Inter"/>
              </a:defRPr>
            </a:lvl1pPr>
            <a:lvl2pPr lvl="1" algn="r">
              <a:buNone/>
              <a:defRPr b="1" sz="600">
                <a:solidFill>
                  <a:schemeClr val="dk2"/>
                </a:solidFill>
                <a:latin typeface="Inter"/>
                <a:ea typeface="Inter"/>
                <a:cs typeface="Inter"/>
                <a:sym typeface="Inter"/>
              </a:defRPr>
            </a:lvl2pPr>
            <a:lvl3pPr lvl="2" algn="r">
              <a:buNone/>
              <a:defRPr b="1" sz="600">
                <a:solidFill>
                  <a:schemeClr val="dk2"/>
                </a:solidFill>
                <a:latin typeface="Inter"/>
                <a:ea typeface="Inter"/>
                <a:cs typeface="Inter"/>
                <a:sym typeface="Inter"/>
              </a:defRPr>
            </a:lvl3pPr>
            <a:lvl4pPr lvl="3" algn="r">
              <a:buNone/>
              <a:defRPr b="1" sz="600">
                <a:solidFill>
                  <a:schemeClr val="dk2"/>
                </a:solidFill>
                <a:latin typeface="Inter"/>
                <a:ea typeface="Inter"/>
                <a:cs typeface="Inter"/>
                <a:sym typeface="Inter"/>
              </a:defRPr>
            </a:lvl4pPr>
            <a:lvl5pPr lvl="4" algn="r">
              <a:buNone/>
              <a:defRPr b="1" sz="600">
                <a:solidFill>
                  <a:schemeClr val="dk2"/>
                </a:solidFill>
                <a:latin typeface="Inter"/>
                <a:ea typeface="Inter"/>
                <a:cs typeface="Inter"/>
                <a:sym typeface="Inter"/>
              </a:defRPr>
            </a:lvl5pPr>
            <a:lvl6pPr lvl="5" algn="r">
              <a:buNone/>
              <a:defRPr b="1" sz="600">
                <a:solidFill>
                  <a:schemeClr val="dk2"/>
                </a:solidFill>
                <a:latin typeface="Inter"/>
                <a:ea typeface="Inter"/>
                <a:cs typeface="Inter"/>
                <a:sym typeface="Inter"/>
              </a:defRPr>
            </a:lvl6pPr>
            <a:lvl7pPr lvl="6" algn="r">
              <a:buNone/>
              <a:defRPr b="1" sz="600">
                <a:solidFill>
                  <a:schemeClr val="dk2"/>
                </a:solidFill>
                <a:latin typeface="Inter"/>
                <a:ea typeface="Inter"/>
                <a:cs typeface="Inter"/>
                <a:sym typeface="Inter"/>
              </a:defRPr>
            </a:lvl7pPr>
            <a:lvl8pPr lvl="7" algn="r">
              <a:buNone/>
              <a:defRPr b="1" sz="600">
                <a:solidFill>
                  <a:schemeClr val="dk2"/>
                </a:solidFill>
                <a:latin typeface="Inter"/>
                <a:ea typeface="Inter"/>
                <a:cs typeface="Inter"/>
                <a:sym typeface="Inter"/>
              </a:defRPr>
            </a:lvl8pPr>
            <a:lvl9pPr lvl="8" algn="r">
              <a:buNone/>
              <a:defRPr b="1" sz="6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 Id="rId3" Type="http://schemas.openxmlformats.org/officeDocument/2006/relationships/image" Target="../media/image1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 Id="rId3"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7.xml"/><Relationship Id="rId3"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0.xml"/><Relationship Id="rId3"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5.xml"/><Relationship Id="rId3" Type="http://schemas.openxmlformats.org/officeDocument/2006/relationships/image" Target="../media/image1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6.xml"/><Relationship Id="rId3" Type="http://schemas.openxmlformats.org/officeDocument/2006/relationships/image" Target="../media/image2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8.xml"/><Relationship Id="rId3" Type="http://schemas.openxmlformats.org/officeDocument/2006/relationships/image" Target="../media/image14.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9.xml"/><Relationship Id="rId3" Type="http://schemas.openxmlformats.org/officeDocument/2006/relationships/image" Target="../media/image2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0.xml"/><Relationship Id="rId3" Type="http://schemas.openxmlformats.org/officeDocument/2006/relationships/image" Target="../media/image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1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2.xml"/><Relationship Id="rId3" Type="http://schemas.openxmlformats.org/officeDocument/2006/relationships/hyperlink" Target="http://www.youtube.com/watch?v=TCMnrssX1NE" TargetMode="External"/><Relationship Id="rId4" Type="http://schemas.openxmlformats.org/officeDocument/2006/relationships/image" Target="../media/image2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3.xml"/><Relationship Id="rId3" Type="http://schemas.openxmlformats.org/officeDocument/2006/relationships/image" Target="../media/image2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5.xml"/><Relationship Id="rId3" Type="http://schemas.openxmlformats.org/officeDocument/2006/relationships/image" Target="../media/image2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 Id="rId3" Type="http://schemas.openxmlformats.org/officeDocument/2006/relationships/image" Target="../media/image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7.xml"/><Relationship Id="rId3" Type="http://schemas.openxmlformats.org/officeDocument/2006/relationships/image" Target="../media/image10.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8.xml"/><Relationship Id="rId3" Type="http://schemas.openxmlformats.org/officeDocument/2006/relationships/image" Target="../media/image3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9.xml"/><Relationship Id="rId3" Type="http://schemas.openxmlformats.org/officeDocument/2006/relationships/image" Target="../media/image18.jpg"/><Relationship Id="rId4" Type="http://schemas.openxmlformats.org/officeDocument/2006/relationships/image" Target="../media/image3.png"/><Relationship Id="rId5" Type="http://schemas.openxmlformats.org/officeDocument/2006/relationships/image" Target="../media/image3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3.xml"/><Relationship Id="rId3" Type="http://schemas.openxmlformats.org/officeDocument/2006/relationships/image" Target="../media/image5.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hyperlink" Target="mailto:Ainize@lin3s.com" TargetMode="External"/><Relationship Id="rId4" Type="http://schemas.openxmlformats.org/officeDocument/2006/relationships/hyperlink" Target="mailto:Paula@lin3s.com" TargetMode="External"/><Relationship Id="rId5" Type="http://schemas.openxmlformats.org/officeDocument/2006/relationships/hyperlink" Target="https://twitter.com/lin3s" TargetMode="External"/><Relationship Id="rId6" Type="http://schemas.openxmlformats.org/officeDocument/2006/relationships/hyperlink" Target="https://www.instagram.com/_lin3s_/" TargetMode="External"/><Relationship Id="rId7" Type="http://schemas.openxmlformats.org/officeDocument/2006/relationships/hyperlink" Target="https://www.facebook.com/lin3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7" name="Shape 607"/>
        <p:cNvGrpSpPr/>
        <p:nvPr/>
      </p:nvGrpSpPr>
      <p:grpSpPr>
        <a:xfrm>
          <a:off x="0" y="0"/>
          <a:ext cx="0" cy="0"/>
          <a:chOff x="0" y="0"/>
          <a:chExt cx="0" cy="0"/>
        </a:xfrm>
      </p:grpSpPr>
      <p:sp>
        <p:nvSpPr>
          <p:cNvPr id="608" name="Google Shape;608;p57"/>
          <p:cNvSpPr txBox="1"/>
          <p:nvPr>
            <p:ph type="ctrTitle"/>
          </p:nvPr>
        </p:nvSpPr>
        <p:spPr>
          <a:xfrm>
            <a:off x="545450" y="1448400"/>
            <a:ext cx="59817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a:t>
            </a:r>
            <a:r>
              <a:rPr lang="en"/>
              <a:t>n Ugly Myspace </a:t>
            </a:r>
            <a:endParaRPr/>
          </a:p>
          <a:p>
            <a:pPr indent="0" lvl="0" marL="0" rtl="0" algn="l">
              <a:spcBef>
                <a:spcPts val="0"/>
              </a:spcBef>
              <a:spcAft>
                <a:spcPts val="0"/>
              </a:spcAft>
              <a:buNone/>
            </a:pPr>
            <a:r>
              <a:rPr lang="en"/>
              <a:t>Profile Will Sure Ruin Your Reputation</a:t>
            </a:r>
            <a:endParaRPr/>
          </a:p>
        </p:txBody>
      </p:sp>
      <p:sp>
        <p:nvSpPr>
          <p:cNvPr id="609" name="Google Shape;609;p57"/>
          <p:cNvSpPr txBox="1"/>
          <p:nvPr>
            <p:ph idx="1" type="subTitle"/>
          </p:nvPr>
        </p:nvSpPr>
        <p:spPr>
          <a:xfrm>
            <a:off x="4688725" y="525600"/>
            <a:ext cx="39099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Design Week 2020</a:t>
            </a:r>
            <a:endParaRPr/>
          </a:p>
        </p:txBody>
      </p:sp>
      <p:sp>
        <p:nvSpPr>
          <p:cNvPr id="610" name="Google Shape;610;p57"/>
          <p:cNvSpPr txBox="1"/>
          <p:nvPr>
            <p:ph idx="2" type="subTitle"/>
          </p:nvPr>
        </p:nvSpPr>
        <p:spPr>
          <a:xfrm>
            <a:off x="4688725"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Paula Soto</a:t>
            </a:r>
            <a:endParaRPr/>
          </a:p>
        </p:txBody>
      </p:sp>
      <p:sp>
        <p:nvSpPr>
          <p:cNvPr id="611" name="Google Shape;611;p57"/>
          <p:cNvSpPr txBox="1"/>
          <p:nvPr>
            <p:ph idx="3" type="subTitle"/>
          </p:nvPr>
        </p:nvSpPr>
        <p:spPr>
          <a:xfrm>
            <a:off x="545450"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Ainize Medrano</a:t>
            </a:r>
            <a:endParaRPr/>
          </a:p>
        </p:txBody>
      </p:sp>
      <p:sp>
        <p:nvSpPr>
          <p:cNvPr id="612" name="Google Shape;612;p57"/>
          <p:cNvSpPr txBox="1"/>
          <p:nvPr>
            <p:ph idx="4" type="subTitle"/>
          </p:nvPr>
        </p:nvSpPr>
        <p:spPr>
          <a:xfrm>
            <a:off x="545450" y="1287900"/>
            <a:ext cx="3909900" cy="160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Title</a:t>
            </a:r>
            <a:endParaRPr/>
          </a:p>
        </p:txBody>
      </p:sp>
      <p:sp>
        <p:nvSpPr>
          <p:cNvPr id="613" name="Google Shape;613;p57"/>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Speakers</a:t>
            </a:r>
            <a:endParaRPr/>
          </a:p>
        </p:txBody>
      </p:sp>
      <p:sp>
        <p:nvSpPr>
          <p:cNvPr id="614" name="Google Shape;614;p57"/>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8"/>
          <p:cNvSpPr txBox="1"/>
          <p:nvPr>
            <p:ph type="ctrTitle"/>
          </p:nvPr>
        </p:nvSpPr>
        <p:spPr>
          <a:xfrm>
            <a:off x="545450"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¿Qué tipos de clientes queremos tener?</a:t>
            </a:r>
            <a:endParaRPr/>
          </a:p>
        </p:txBody>
      </p:sp>
      <p:sp>
        <p:nvSpPr>
          <p:cNvPr id="620" name="Google Shape;620;p58"/>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Design Week 2020</a:t>
            </a:r>
            <a:endParaRPr/>
          </a:p>
        </p:txBody>
      </p:sp>
      <p:sp>
        <p:nvSpPr>
          <p:cNvPr id="621" name="Google Shape;621;p58"/>
          <p:cNvSpPr txBox="1"/>
          <p:nvPr>
            <p:ph idx="5" type="subTitle"/>
          </p:nvPr>
        </p:nvSpPr>
        <p:spPr>
          <a:xfrm>
            <a:off x="2617088" y="4614750"/>
            <a:ext cx="18384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Paula Soto</a:t>
            </a:r>
            <a:endParaRPr/>
          </a:p>
        </p:txBody>
      </p:sp>
      <p:sp>
        <p:nvSpPr>
          <p:cNvPr id="622" name="Google Shape;622;p58"/>
          <p:cNvSpPr txBox="1"/>
          <p:nvPr>
            <p:ph idx="3" type="subTitle"/>
          </p:nvPr>
        </p:nvSpPr>
        <p:spPr>
          <a:xfrm>
            <a:off x="545450" y="4614750"/>
            <a:ext cx="18384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Ainize Medrano</a:t>
            </a:r>
            <a:endParaRPr/>
          </a:p>
        </p:txBody>
      </p:sp>
      <p:sp>
        <p:nvSpPr>
          <p:cNvPr id="623" name="Google Shape;623;p58"/>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Title:</a:t>
            </a:r>
            <a:endParaRPr/>
          </a:p>
        </p:txBody>
      </p:sp>
      <p:sp>
        <p:nvSpPr>
          <p:cNvPr id="624" name="Google Shape;624;p58"/>
          <p:cNvSpPr txBox="1"/>
          <p:nvPr>
            <p:ph idx="4" type="subTitle"/>
          </p:nvPr>
        </p:nvSpPr>
        <p:spPr>
          <a:xfrm>
            <a:off x="545450" y="4454250"/>
            <a:ext cx="18384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Speaker</a:t>
            </a:r>
            <a:endParaRPr/>
          </a:p>
        </p:txBody>
      </p:sp>
      <p:sp>
        <p:nvSpPr>
          <p:cNvPr id="625" name="Google Shape;625;p58"/>
          <p:cNvSpPr txBox="1"/>
          <p:nvPr>
            <p:ph idx="6" type="subTitle"/>
          </p:nvPr>
        </p:nvSpPr>
        <p:spPr>
          <a:xfrm>
            <a:off x="2617088" y="4454250"/>
            <a:ext cx="18384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pic>
        <p:nvPicPr>
          <p:cNvPr id="626" name="Google Shape;626;p58"/>
          <p:cNvPicPr preferRelativeResize="0"/>
          <p:nvPr/>
        </p:nvPicPr>
        <p:blipFill rotWithShape="1">
          <a:blip r:embed="rId3">
            <a:alphaModFix/>
          </a:blip>
          <a:srcRect b="0" l="19474" r="38081" t="26232"/>
          <a:stretch/>
        </p:blipFill>
        <p:spPr>
          <a:xfrm>
            <a:off x="4688750" y="0"/>
            <a:ext cx="4456456" cy="514350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59"/>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Ugly Myspace </a:t>
            </a:r>
            <a:endParaRPr/>
          </a:p>
          <a:p>
            <a:pPr indent="0" lvl="0" marL="0" rtl="0" algn="l">
              <a:spcBef>
                <a:spcPts val="0"/>
              </a:spcBef>
              <a:spcAft>
                <a:spcPts val="0"/>
              </a:spcAft>
              <a:buNone/>
            </a:pPr>
            <a:r>
              <a:rPr lang="en"/>
              <a:t>Profile Will Sure Ruin Your Reputation</a:t>
            </a:r>
            <a:endParaRPr/>
          </a:p>
        </p:txBody>
      </p:sp>
      <p:sp>
        <p:nvSpPr>
          <p:cNvPr id="632" name="Google Shape;632;p59"/>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Design Week 2020</a:t>
            </a:r>
            <a:endParaRPr/>
          </a:p>
        </p:txBody>
      </p:sp>
      <p:sp>
        <p:nvSpPr>
          <p:cNvPr id="633" name="Google Shape;633;p59"/>
          <p:cNvSpPr txBox="1"/>
          <p:nvPr>
            <p:ph idx="5" type="subTitle"/>
          </p:nvPr>
        </p:nvSpPr>
        <p:spPr>
          <a:xfrm>
            <a:off x="6759163" y="4614750"/>
            <a:ext cx="18384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Paula Soto</a:t>
            </a:r>
            <a:endParaRPr/>
          </a:p>
        </p:txBody>
      </p:sp>
      <p:sp>
        <p:nvSpPr>
          <p:cNvPr id="634" name="Google Shape;634;p59"/>
          <p:cNvSpPr txBox="1"/>
          <p:nvPr>
            <p:ph idx="3" type="subTitle"/>
          </p:nvPr>
        </p:nvSpPr>
        <p:spPr>
          <a:xfrm>
            <a:off x="4687525" y="4614750"/>
            <a:ext cx="18384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Ainize Medrano</a:t>
            </a:r>
            <a:endParaRPr/>
          </a:p>
        </p:txBody>
      </p:sp>
      <p:sp>
        <p:nvSpPr>
          <p:cNvPr id="635" name="Google Shape;635;p59"/>
          <p:cNvSpPr txBox="1"/>
          <p:nvPr>
            <p:ph idx="2" type="subTitle"/>
          </p:nvPr>
        </p:nvSpPr>
        <p:spPr>
          <a:xfrm>
            <a:off x="4688725" y="1287900"/>
            <a:ext cx="3909900" cy="160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Title:</a:t>
            </a:r>
            <a:endParaRPr/>
          </a:p>
        </p:txBody>
      </p:sp>
      <p:sp>
        <p:nvSpPr>
          <p:cNvPr id="636" name="Google Shape;636;p59"/>
          <p:cNvSpPr txBox="1"/>
          <p:nvPr>
            <p:ph idx="4" type="subTitle"/>
          </p:nvPr>
        </p:nvSpPr>
        <p:spPr>
          <a:xfrm>
            <a:off x="4687525" y="4454250"/>
            <a:ext cx="18384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Speaker</a:t>
            </a:r>
            <a:endParaRPr/>
          </a:p>
        </p:txBody>
      </p:sp>
      <p:sp>
        <p:nvSpPr>
          <p:cNvPr id="637" name="Google Shape;637;p59"/>
          <p:cNvSpPr txBox="1"/>
          <p:nvPr>
            <p:ph idx="6" type="subTitle"/>
          </p:nvPr>
        </p:nvSpPr>
        <p:spPr>
          <a:xfrm>
            <a:off x="6759163" y="4454250"/>
            <a:ext cx="18384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pic>
        <p:nvPicPr>
          <p:cNvPr id="638" name="Google Shape;638;p59"/>
          <p:cNvPicPr preferRelativeResize="0"/>
          <p:nvPr/>
        </p:nvPicPr>
        <p:blipFill rotWithShape="1">
          <a:blip r:embed="rId3">
            <a:alphaModFix/>
          </a:blip>
          <a:srcRect b="0" l="0" r="0" t="24018"/>
          <a:stretch/>
        </p:blipFill>
        <p:spPr>
          <a:xfrm>
            <a:off x="-2175" y="0"/>
            <a:ext cx="4456456"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0"/>
          <p:cNvSpPr txBox="1"/>
          <p:nvPr>
            <p:ph type="ctrTitle"/>
          </p:nvPr>
        </p:nvSpPr>
        <p:spPr>
          <a:xfrm>
            <a:off x="545450"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Ugly Myspace </a:t>
            </a:r>
            <a:endParaRPr/>
          </a:p>
          <a:p>
            <a:pPr indent="0" lvl="0" marL="0" rtl="0" algn="l">
              <a:spcBef>
                <a:spcPts val="0"/>
              </a:spcBef>
              <a:spcAft>
                <a:spcPts val="0"/>
              </a:spcAft>
              <a:buNone/>
            </a:pPr>
            <a:r>
              <a:rPr lang="en"/>
              <a:t>Profile Will Sure Ruin Your Reputation</a:t>
            </a:r>
            <a:endParaRPr/>
          </a:p>
        </p:txBody>
      </p:sp>
      <p:sp>
        <p:nvSpPr>
          <p:cNvPr id="644" name="Google Shape;644;p60"/>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Design Week 2020</a:t>
            </a:r>
            <a:endParaRPr/>
          </a:p>
        </p:txBody>
      </p:sp>
      <p:sp>
        <p:nvSpPr>
          <p:cNvPr id="645" name="Google Shape;645;p60"/>
          <p:cNvSpPr txBox="1"/>
          <p:nvPr>
            <p:ph idx="5" type="subTitle"/>
          </p:nvPr>
        </p:nvSpPr>
        <p:spPr>
          <a:xfrm>
            <a:off x="2617088" y="4614750"/>
            <a:ext cx="18384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Paula Soto</a:t>
            </a:r>
            <a:endParaRPr/>
          </a:p>
        </p:txBody>
      </p:sp>
      <p:sp>
        <p:nvSpPr>
          <p:cNvPr id="646" name="Google Shape;646;p60"/>
          <p:cNvSpPr txBox="1"/>
          <p:nvPr>
            <p:ph idx="3" type="subTitle"/>
          </p:nvPr>
        </p:nvSpPr>
        <p:spPr>
          <a:xfrm>
            <a:off x="545450" y="4614750"/>
            <a:ext cx="18384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Ainize Medrano</a:t>
            </a:r>
            <a:endParaRPr/>
          </a:p>
        </p:txBody>
      </p:sp>
      <p:sp>
        <p:nvSpPr>
          <p:cNvPr id="647" name="Google Shape;647;p60"/>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Title:</a:t>
            </a:r>
            <a:endParaRPr/>
          </a:p>
        </p:txBody>
      </p:sp>
      <p:sp>
        <p:nvSpPr>
          <p:cNvPr id="648" name="Google Shape;648;p60"/>
          <p:cNvSpPr txBox="1"/>
          <p:nvPr>
            <p:ph idx="4" type="subTitle"/>
          </p:nvPr>
        </p:nvSpPr>
        <p:spPr>
          <a:xfrm>
            <a:off x="545450" y="4454250"/>
            <a:ext cx="18384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Speaker</a:t>
            </a:r>
            <a:endParaRPr/>
          </a:p>
        </p:txBody>
      </p:sp>
      <p:sp>
        <p:nvSpPr>
          <p:cNvPr id="649" name="Google Shape;649;p60"/>
          <p:cNvSpPr txBox="1"/>
          <p:nvPr>
            <p:ph idx="6" type="subTitle"/>
          </p:nvPr>
        </p:nvSpPr>
        <p:spPr>
          <a:xfrm>
            <a:off x="2617088" y="4454250"/>
            <a:ext cx="18384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pic>
        <p:nvPicPr>
          <p:cNvPr id="650" name="Google Shape;650;p60"/>
          <p:cNvPicPr preferRelativeResize="0"/>
          <p:nvPr/>
        </p:nvPicPr>
        <p:blipFill rotWithShape="1">
          <a:blip r:embed="rId3">
            <a:alphaModFix/>
          </a:blip>
          <a:srcRect b="-19466" l="-10197" r="-10197" t="-19480"/>
          <a:stretch/>
        </p:blipFill>
        <p:spPr>
          <a:xfrm>
            <a:off x="4688750" y="0"/>
            <a:ext cx="4456456"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61"/>
          <p:cNvSpPr txBox="1"/>
          <p:nvPr>
            <p:ph type="ctrTitle"/>
          </p:nvPr>
        </p:nvSpPr>
        <p:spPr>
          <a:xfrm>
            <a:off x="545450"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Ugly Myspace </a:t>
            </a:r>
            <a:endParaRPr/>
          </a:p>
          <a:p>
            <a:pPr indent="0" lvl="0" marL="0" rtl="0" algn="l">
              <a:spcBef>
                <a:spcPts val="0"/>
              </a:spcBef>
              <a:spcAft>
                <a:spcPts val="0"/>
              </a:spcAft>
              <a:buNone/>
            </a:pPr>
            <a:r>
              <a:rPr lang="en"/>
              <a:t>Profile Will Sure Ruin Your Reputation</a:t>
            </a:r>
            <a:endParaRPr/>
          </a:p>
        </p:txBody>
      </p:sp>
      <p:sp>
        <p:nvSpPr>
          <p:cNvPr id="656" name="Google Shape;656;p61"/>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Design Week 2020</a:t>
            </a:r>
            <a:endParaRPr/>
          </a:p>
        </p:txBody>
      </p:sp>
      <p:sp>
        <p:nvSpPr>
          <p:cNvPr id="657" name="Google Shape;657;p61"/>
          <p:cNvSpPr txBox="1"/>
          <p:nvPr>
            <p:ph idx="5" type="subTitle"/>
          </p:nvPr>
        </p:nvSpPr>
        <p:spPr>
          <a:xfrm>
            <a:off x="2617088" y="4614750"/>
            <a:ext cx="18384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Paula Soto</a:t>
            </a:r>
            <a:endParaRPr/>
          </a:p>
        </p:txBody>
      </p:sp>
      <p:sp>
        <p:nvSpPr>
          <p:cNvPr id="658" name="Google Shape;658;p61"/>
          <p:cNvSpPr txBox="1"/>
          <p:nvPr>
            <p:ph idx="3" type="subTitle"/>
          </p:nvPr>
        </p:nvSpPr>
        <p:spPr>
          <a:xfrm>
            <a:off x="545450" y="4614750"/>
            <a:ext cx="18384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Ainize Medrano</a:t>
            </a:r>
            <a:endParaRPr/>
          </a:p>
        </p:txBody>
      </p:sp>
      <p:sp>
        <p:nvSpPr>
          <p:cNvPr id="659" name="Google Shape;659;p61"/>
          <p:cNvSpPr txBox="1"/>
          <p:nvPr>
            <p:ph idx="2" type="subTitle"/>
          </p:nvPr>
        </p:nvSpPr>
        <p:spPr>
          <a:xfrm>
            <a:off x="545450" y="1287900"/>
            <a:ext cx="3909900" cy="160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Title:</a:t>
            </a:r>
            <a:endParaRPr/>
          </a:p>
        </p:txBody>
      </p:sp>
      <p:sp>
        <p:nvSpPr>
          <p:cNvPr id="660" name="Google Shape;660;p61"/>
          <p:cNvSpPr txBox="1"/>
          <p:nvPr>
            <p:ph idx="4" type="subTitle"/>
          </p:nvPr>
        </p:nvSpPr>
        <p:spPr>
          <a:xfrm>
            <a:off x="545450" y="4454250"/>
            <a:ext cx="18384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Speaker</a:t>
            </a:r>
            <a:endParaRPr/>
          </a:p>
        </p:txBody>
      </p:sp>
      <p:pic>
        <p:nvPicPr>
          <p:cNvPr id="661" name="Google Shape;661;p61"/>
          <p:cNvPicPr preferRelativeResize="0"/>
          <p:nvPr/>
        </p:nvPicPr>
        <p:blipFill rotWithShape="1">
          <a:blip r:embed="rId3">
            <a:alphaModFix/>
          </a:blip>
          <a:srcRect b="-11337" l="0" r="0" t="-4110"/>
          <a:stretch/>
        </p:blipFill>
        <p:spPr>
          <a:xfrm>
            <a:off x="4688650" y="0"/>
            <a:ext cx="4455344" cy="5143501"/>
          </a:xfrm>
          <a:prstGeom prst="rect">
            <a:avLst/>
          </a:prstGeom>
          <a:noFill/>
          <a:ln>
            <a:noFill/>
          </a:ln>
        </p:spPr>
      </p:pic>
      <p:sp>
        <p:nvSpPr>
          <p:cNvPr id="662" name="Google Shape;662;p61"/>
          <p:cNvSpPr txBox="1"/>
          <p:nvPr>
            <p:ph idx="6" type="subTitle"/>
          </p:nvPr>
        </p:nvSpPr>
        <p:spPr>
          <a:xfrm>
            <a:off x="2617088" y="4454250"/>
            <a:ext cx="18384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62"/>
          <p:cNvSpPr txBox="1"/>
          <p:nvPr>
            <p:ph type="ctrTitle"/>
          </p:nvPr>
        </p:nvSpPr>
        <p:spPr>
          <a:xfrm>
            <a:off x="545450" y="368250"/>
            <a:ext cx="2304300" cy="837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4800"/>
              <a:t>Índice</a:t>
            </a:r>
            <a:endParaRPr sz="4800"/>
          </a:p>
        </p:txBody>
      </p:sp>
      <p:sp>
        <p:nvSpPr>
          <p:cNvPr id="668" name="Google Shape;668;p62"/>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669" name="Google Shape;669;p62"/>
          <p:cNvSpPr txBox="1"/>
          <p:nvPr>
            <p:ph idx="2" type="subTitle"/>
          </p:nvPr>
        </p:nvSpPr>
        <p:spPr>
          <a:xfrm>
            <a:off x="552900" y="1334614"/>
            <a:ext cx="2304300" cy="5520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An Ugly Myspace Profile Will Sure Ruin Your Reputation.</a:t>
            </a:r>
            <a:endParaRPr/>
          </a:p>
        </p:txBody>
      </p:sp>
      <p:sp>
        <p:nvSpPr>
          <p:cNvPr id="670" name="Google Shape;670;p62"/>
          <p:cNvSpPr txBox="1"/>
          <p:nvPr>
            <p:ph idx="3" type="body"/>
          </p:nvPr>
        </p:nvSpPr>
        <p:spPr>
          <a:xfrm>
            <a:off x="3998175" y="5809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1</a:t>
            </a:r>
            <a:br>
              <a:rPr lang="en"/>
            </a:br>
            <a:r>
              <a:rPr lang="en"/>
              <a:t>―</a:t>
            </a:r>
            <a:br>
              <a:rPr lang="en"/>
            </a:br>
            <a:r>
              <a:rPr lang="en" sz="1400"/>
              <a:t>Introduction</a:t>
            </a:r>
            <a:endParaRPr sz="1400"/>
          </a:p>
        </p:txBody>
      </p:sp>
      <p:sp>
        <p:nvSpPr>
          <p:cNvPr id="671" name="Google Shape;671;p62"/>
          <p:cNvSpPr txBox="1"/>
          <p:nvPr>
            <p:ph idx="4" type="body"/>
          </p:nvPr>
        </p:nvSpPr>
        <p:spPr>
          <a:xfrm>
            <a:off x="6757950" y="5809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2</a:t>
            </a:r>
            <a:br>
              <a:rPr lang="en" sz="1400"/>
            </a:br>
            <a:r>
              <a:rPr lang="en"/>
              <a:t>―</a:t>
            </a:r>
            <a:br>
              <a:rPr lang="en" sz="1400"/>
            </a:br>
            <a:r>
              <a:rPr lang="en" sz="1400"/>
              <a:t>Our award winning analytic process</a:t>
            </a:r>
            <a:endParaRPr sz="1400"/>
          </a:p>
        </p:txBody>
      </p:sp>
      <p:sp>
        <p:nvSpPr>
          <p:cNvPr id="672" name="Google Shape;672;p62"/>
          <p:cNvSpPr txBox="1"/>
          <p:nvPr>
            <p:ph idx="5" type="body"/>
          </p:nvPr>
        </p:nvSpPr>
        <p:spPr>
          <a:xfrm>
            <a:off x="3998175" y="1708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3</a:t>
            </a:r>
            <a:br>
              <a:rPr lang="en" sz="1400"/>
            </a:br>
            <a:r>
              <a:rPr lang="en"/>
              <a:t>―</a:t>
            </a:r>
            <a:br>
              <a:rPr lang="en" sz="1400"/>
            </a:br>
            <a:r>
              <a:rPr lang="en" sz="1400"/>
              <a:t>A sprint based methodology</a:t>
            </a:r>
            <a:endParaRPr sz="1400"/>
          </a:p>
        </p:txBody>
      </p:sp>
      <p:sp>
        <p:nvSpPr>
          <p:cNvPr id="673" name="Google Shape;673;p62"/>
          <p:cNvSpPr txBox="1"/>
          <p:nvPr>
            <p:ph idx="6" type="body"/>
          </p:nvPr>
        </p:nvSpPr>
        <p:spPr>
          <a:xfrm>
            <a:off x="6757950" y="1708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4</a:t>
            </a:r>
            <a:br>
              <a:rPr lang="en" sz="1400"/>
            </a:br>
            <a:r>
              <a:rPr lang="en"/>
              <a:t>―</a:t>
            </a:r>
            <a:br>
              <a:rPr lang="en" sz="1400"/>
            </a:br>
            <a:r>
              <a:rPr lang="en" sz="1400"/>
              <a:t>How to transform </a:t>
            </a:r>
            <a:br>
              <a:rPr lang="en" sz="1400"/>
            </a:br>
            <a:r>
              <a:rPr lang="en" sz="1400"/>
              <a:t>your business</a:t>
            </a:r>
            <a:endParaRPr sz="1400"/>
          </a:p>
        </p:txBody>
      </p:sp>
      <p:sp>
        <p:nvSpPr>
          <p:cNvPr id="674" name="Google Shape;674;p62"/>
          <p:cNvSpPr txBox="1"/>
          <p:nvPr>
            <p:ph idx="7" type="body"/>
          </p:nvPr>
        </p:nvSpPr>
        <p:spPr>
          <a:xfrm>
            <a:off x="3998175" y="2842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5</a:t>
            </a:r>
            <a:br>
              <a:rPr lang="en" sz="1400"/>
            </a:br>
            <a:r>
              <a:rPr lang="en"/>
              <a:t>―</a:t>
            </a:r>
            <a:br>
              <a:rPr lang="en" sz="1400"/>
            </a:br>
            <a:r>
              <a:rPr lang="en" sz="1400"/>
              <a:t>Final thoughts and considerations</a:t>
            </a:r>
            <a:endParaRPr sz="1400"/>
          </a:p>
        </p:txBody>
      </p:sp>
      <p:sp>
        <p:nvSpPr>
          <p:cNvPr id="675" name="Google Shape;675;p62"/>
          <p:cNvSpPr txBox="1"/>
          <p:nvPr>
            <p:ph idx="8" type="body"/>
          </p:nvPr>
        </p:nvSpPr>
        <p:spPr>
          <a:xfrm>
            <a:off x="6757950" y="2842050"/>
            <a:ext cx="1844700" cy="9144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b="1" lang="en" sz="1400"/>
              <a:t>6</a:t>
            </a:r>
            <a:br>
              <a:rPr lang="en" sz="1400"/>
            </a:br>
            <a:r>
              <a:rPr lang="en"/>
              <a:t>―</a:t>
            </a:r>
            <a:br>
              <a:rPr lang="en" sz="1400"/>
            </a:br>
            <a:r>
              <a:rPr lang="en" sz="1400"/>
              <a:t>Q&amp;A Session with </a:t>
            </a:r>
            <a:br>
              <a:rPr lang="en" sz="1400"/>
            </a:br>
            <a:r>
              <a:rPr lang="en" sz="1400"/>
              <a:t>John Pax</a:t>
            </a:r>
            <a:endParaRPr sz="1400"/>
          </a:p>
        </p:txBody>
      </p:sp>
      <p:sp>
        <p:nvSpPr>
          <p:cNvPr id="676" name="Google Shape;676;p6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63"/>
          <p:cNvSpPr txBox="1"/>
          <p:nvPr>
            <p:ph type="ctrTitle"/>
          </p:nvPr>
        </p:nvSpPr>
        <p:spPr>
          <a:xfrm>
            <a:off x="545450" y="368250"/>
            <a:ext cx="8053200" cy="8388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solidFill>
                  <a:schemeClr val="accent1"/>
                </a:solidFill>
              </a:rPr>
              <a:t>When in doubt just remember:</a:t>
            </a:r>
            <a:endParaRPr>
              <a:solidFill>
                <a:schemeClr val="accent1"/>
              </a:solidFill>
            </a:endParaRPr>
          </a:p>
          <a:p>
            <a:pPr indent="0" lvl="0" marL="0" rtl="0" algn="l">
              <a:spcBef>
                <a:spcPts val="0"/>
              </a:spcBef>
              <a:spcAft>
                <a:spcPts val="0"/>
              </a:spcAft>
              <a:buNone/>
            </a:pPr>
            <a:r>
              <a:rPr lang="en">
                <a:solidFill>
                  <a:schemeClr val="accent1"/>
                </a:solidFill>
              </a:rPr>
              <a:t> 8, 10, 12.</a:t>
            </a:r>
            <a:endParaRPr>
              <a:solidFill>
                <a:schemeClr val="accent1"/>
              </a:solidFill>
            </a:endParaRPr>
          </a:p>
        </p:txBody>
      </p:sp>
      <p:sp>
        <p:nvSpPr>
          <p:cNvPr id="682" name="Google Shape;682;p63"/>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683" name="Google Shape;683;p63"/>
          <p:cNvSpPr txBox="1"/>
          <p:nvPr>
            <p:ph idx="1" type="body"/>
          </p:nvPr>
        </p:nvSpPr>
        <p:spPr>
          <a:xfrm>
            <a:off x="545450" y="1569025"/>
            <a:ext cx="2537100" cy="277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accent1"/>
                </a:solidFill>
              </a:rPr>
              <a:t>8pt for body copies</a:t>
            </a:r>
            <a:endParaRPr>
              <a:solidFill>
                <a:schemeClr val="accent1"/>
              </a:solidFill>
            </a:endParaRPr>
          </a:p>
        </p:txBody>
      </p:sp>
      <p:sp>
        <p:nvSpPr>
          <p:cNvPr id="684" name="Google Shape;684;p63"/>
          <p:cNvSpPr txBox="1"/>
          <p:nvPr>
            <p:ph idx="2" type="body"/>
          </p:nvPr>
        </p:nvSpPr>
        <p:spPr>
          <a:xfrm>
            <a:off x="3303419" y="1569025"/>
            <a:ext cx="2537100" cy="277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solidFill>
                  <a:schemeClr val="accent1"/>
                </a:solidFill>
              </a:rPr>
              <a:t>10 pt for subtitles like this</a:t>
            </a:r>
            <a:endParaRPr b="1" sz="1000">
              <a:solidFill>
                <a:schemeClr val="accent1"/>
              </a:solidFill>
            </a:endParaRPr>
          </a:p>
        </p:txBody>
      </p:sp>
      <p:sp>
        <p:nvSpPr>
          <p:cNvPr id="685" name="Google Shape;685;p63"/>
          <p:cNvSpPr txBox="1"/>
          <p:nvPr>
            <p:ph idx="3" type="body"/>
          </p:nvPr>
        </p:nvSpPr>
        <p:spPr>
          <a:xfrm>
            <a:off x="6061400" y="1569025"/>
            <a:ext cx="2537100" cy="277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solidFill>
                  <a:schemeClr val="accent1"/>
                </a:solidFill>
              </a:rPr>
              <a:t>Use 12 pt for bigger text when needed.</a:t>
            </a:r>
            <a:endParaRPr b="1" sz="1200">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64"/>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Just an empty slide with a title.</a:t>
            </a:r>
            <a:endParaRPr/>
          </a:p>
        </p:txBody>
      </p:sp>
      <p:sp>
        <p:nvSpPr>
          <p:cNvPr id="691" name="Google Shape;691;p64"/>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692" name="Google Shape;692;p6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65"/>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Just an empty slide with a title.</a:t>
            </a:r>
            <a:endParaRPr/>
          </a:p>
        </p:txBody>
      </p:sp>
      <p:sp>
        <p:nvSpPr>
          <p:cNvPr id="698" name="Google Shape;698;p65"/>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699" name="Google Shape;699;p6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00" name="Google Shape;700;p65"/>
          <p:cNvGraphicFramePr/>
          <p:nvPr/>
        </p:nvGraphicFramePr>
        <p:xfrm>
          <a:off x="545450" y="849750"/>
          <a:ext cx="3000000" cy="3000000"/>
        </p:xfrm>
        <a:graphic>
          <a:graphicData uri="http://schemas.openxmlformats.org/drawingml/2006/table">
            <a:tbl>
              <a:tblPr>
                <a:noFill/>
                <a:tableStyleId>{DAB500A8-5D39-4616-942E-E305811629E9}</a:tableStyleId>
              </a:tblPr>
              <a:tblGrid>
                <a:gridCol w="2318850"/>
                <a:gridCol w="1146875"/>
                <a:gridCol w="1146875"/>
                <a:gridCol w="1146875"/>
                <a:gridCol w="1146875"/>
                <a:gridCol w="1146875"/>
              </a:tblGrid>
              <a:tr h="723900">
                <a:tc>
                  <a:txBody>
                    <a:bodyPr/>
                    <a:lstStyle/>
                    <a:p>
                      <a:pPr indent="0" lvl="0" marL="0" rtl="0" algn="l">
                        <a:lnSpc>
                          <a:spcPct val="115000"/>
                        </a:lnSpc>
                        <a:spcBef>
                          <a:spcPts val="0"/>
                        </a:spcBef>
                        <a:spcAft>
                          <a:spcPts val="0"/>
                        </a:spcAft>
                        <a:buNone/>
                      </a:pPr>
                      <a:r>
                        <a:rPr b="1" lang="en" sz="800">
                          <a:solidFill>
                            <a:srgbClr val="FFFFFF"/>
                          </a:solidFill>
                          <a:latin typeface="Inter"/>
                          <a:ea typeface="Inter"/>
                          <a:cs typeface="Inter"/>
                          <a:sym typeface="Inter"/>
                        </a:rPr>
                        <a:t>Concepto</a:t>
                      </a:r>
                      <a:endParaRPr b="1" sz="800">
                        <a:solidFill>
                          <a:srgbClr val="FFFFFF"/>
                        </a:solidFill>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31313"/>
                    </a:solidFill>
                  </a:tcPr>
                </a:tc>
                <a:tc>
                  <a:txBody>
                    <a:bodyPr/>
                    <a:lstStyle/>
                    <a:p>
                      <a:pPr indent="0" lvl="0" marL="0" rtl="0" algn="l">
                        <a:lnSpc>
                          <a:spcPct val="115000"/>
                        </a:lnSpc>
                        <a:spcBef>
                          <a:spcPts val="0"/>
                        </a:spcBef>
                        <a:spcAft>
                          <a:spcPts val="0"/>
                        </a:spcAft>
                        <a:buNone/>
                      </a:pPr>
                      <a:r>
                        <a:rPr b="1" lang="en" sz="800">
                          <a:solidFill>
                            <a:srgbClr val="FFFFFF"/>
                          </a:solidFill>
                        </a:rPr>
                        <a:t>Consultor</a:t>
                      </a:r>
                      <a:endParaRPr b="1" sz="800">
                        <a:solidFill>
                          <a:srgbClr val="FFFFFF"/>
                        </a:solidFill>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31313"/>
                    </a:solidFill>
                  </a:tcPr>
                </a:tc>
                <a:tc>
                  <a:txBody>
                    <a:bodyPr/>
                    <a:lstStyle/>
                    <a:p>
                      <a:pPr indent="0" lvl="0" marL="0" rtl="0" algn="l">
                        <a:lnSpc>
                          <a:spcPct val="115000"/>
                        </a:lnSpc>
                        <a:spcBef>
                          <a:spcPts val="0"/>
                        </a:spcBef>
                        <a:spcAft>
                          <a:spcPts val="0"/>
                        </a:spcAft>
                        <a:buNone/>
                      </a:pPr>
                      <a:r>
                        <a:rPr b="1" lang="en" sz="800">
                          <a:solidFill>
                            <a:srgbClr val="FFFFFF"/>
                          </a:solidFill>
                        </a:rPr>
                        <a:t>Analista</a:t>
                      </a:r>
                      <a:endParaRPr b="1" sz="800">
                        <a:solidFill>
                          <a:srgbClr val="FFFFFF"/>
                        </a:solidFill>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31313"/>
                    </a:solidFill>
                  </a:tcPr>
                </a:tc>
                <a:tc>
                  <a:txBody>
                    <a:bodyPr/>
                    <a:lstStyle/>
                    <a:p>
                      <a:pPr indent="0" lvl="0" marL="0" rtl="0" algn="l">
                        <a:lnSpc>
                          <a:spcPct val="115000"/>
                        </a:lnSpc>
                        <a:spcBef>
                          <a:spcPts val="0"/>
                        </a:spcBef>
                        <a:spcAft>
                          <a:spcPts val="0"/>
                        </a:spcAft>
                        <a:buNone/>
                      </a:pPr>
                      <a:r>
                        <a:rPr b="1" lang="en" sz="800">
                          <a:solidFill>
                            <a:srgbClr val="FFFFFF"/>
                          </a:solidFill>
                        </a:rPr>
                        <a:t>Técnico</a:t>
                      </a:r>
                      <a:endParaRPr b="1" sz="800">
                        <a:solidFill>
                          <a:srgbClr val="FFFFFF"/>
                        </a:solidFill>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31313"/>
                    </a:solidFill>
                  </a:tcPr>
                </a:tc>
                <a:tc>
                  <a:txBody>
                    <a:bodyPr/>
                    <a:lstStyle/>
                    <a:p>
                      <a:pPr indent="0" lvl="0" marL="0" rtl="0" algn="l">
                        <a:lnSpc>
                          <a:spcPct val="115000"/>
                        </a:lnSpc>
                        <a:spcBef>
                          <a:spcPts val="0"/>
                        </a:spcBef>
                        <a:spcAft>
                          <a:spcPts val="0"/>
                        </a:spcAft>
                        <a:buNone/>
                      </a:pPr>
                      <a:r>
                        <a:rPr b="1" lang="en" sz="800">
                          <a:solidFill>
                            <a:srgbClr val="FFFFFF"/>
                          </a:solidFill>
                        </a:rPr>
                        <a:t>Ejecutivo</a:t>
                      </a:r>
                      <a:endParaRPr b="1" sz="800">
                        <a:solidFill>
                          <a:srgbClr val="FFFFFF"/>
                        </a:solidFill>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31313"/>
                    </a:solidFill>
                  </a:tcPr>
                </a:tc>
                <a:tc>
                  <a:txBody>
                    <a:bodyPr/>
                    <a:lstStyle/>
                    <a:p>
                      <a:pPr indent="0" lvl="0" marL="0" rtl="0" algn="l">
                        <a:lnSpc>
                          <a:spcPct val="115000"/>
                        </a:lnSpc>
                        <a:spcBef>
                          <a:spcPts val="0"/>
                        </a:spcBef>
                        <a:spcAft>
                          <a:spcPts val="0"/>
                        </a:spcAft>
                        <a:buNone/>
                      </a:pPr>
                      <a:r>
                        <a:rPr b="1" lang="en" sz="800">
                          <a:solidFill>
                            <a:srgbClr val="FFFFFF"/>
                          </a:solidFill>
                        </a:rPr>
                        <a:t>Total</a:t>
                      </a:r>
                      <a:endParaRPr b="1" sz="800">
                        <a:solidFill>
                          <a:srgbClr val="FFFFFF"/>
                        </a:solidFill>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31313"/>
                    </a:solidFill>
                  </a:tcPr>
                </a:tc>
              </a:tr>
              <a:tr h="457200">
                <a:tc>
                  <a:txBody>
                    <a:bodyPr/>
                    <a:lstStyle/>
                    <a:p>
                      <a:pPr indent="0" lvl="0" marL="0" rtl="0" algn="l">
                        <a:lnSpc>
                          <a:spcPct val="115000"/>
                        </a:lnSpc>
                        <a:spcBef>
                          <a:spcPts val="0"/>
                        </a:spcBef>
                        <a:spcAft>
                          <a:spcPts val="0"/>
                        </a:spcAft>
                        <a:buNone/>
                      </a:pPr>
                      <a:r>
                        <a:rPr lang="en" sz="800">
                          <a:solidFill>
                            <a:srgbClr val="131313"/>
                          </a:solidFill>
                          <a:latin typeface="Inter"/>
                          <a:ea typeface="Inter"/>
                          <a:cs typeface="Inter"/>
                          <a:sym typeface="Inter"/>
                        </a:rPr>
                        <a:t>Estrategia de marketing digital KM0, VO</a:t>
                      </a:r>
                      <a:endParaRPr sz="800">
                        <a:solidFill>
                          <a:srgbClr val="131313"/>
                        </a:solidFill>
                        <a:latin typeface="Inter"/>
                        <a:ea typeface="Inter"/>
                        <a:cs typeface="Inter"/>
                        <a:sym typeface="Inter"/>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5800</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6000</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8979</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8900</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131313"/>
                      </a:solidFill>
                      <a:prstDash val="solid"/>
                      <a:round/>
                      <a:headEnd len="sm" w="sm" type="none"/>
                      <a:tailEnd len="sm" w="sm" type="none"/>
                    </a:lnB>
                  </a:tcPr>
                </a:tc>
              </a:tr>
              <a:tr h="457200">
                <a:tc>
                  <a:txBody>
                    <a:bodyPr/>
                    <a:lstStyle/>
                    <a:p>
                      <a:pPr indent="0" lvl="0" marL="0" rtl="0" algn="l">
                        <a:lnSpc>
                          <a:spcPct val="115000"/>
                        </a:lnSpc>
                        <a:spcBef>
                          <a:spcPts val="0"/>
                        </a:spcBef>
                        <a:spcAft>
                          <a:spcPts val="0"/>
                        </a:spcAft>
                        <a:buNone/>
                      </a:pPr>
                      <a:r>
                        <a:rPr lang="en" sz="800">
                          <a:solidFill>
                            <a:srgbClr val="131313"/>
                          </a:solidFill>
                          <a:latin typeface="Inter"/>
                          <a:ea typeface="Inter"/>
                          <a:cs typeface="Inter"/>
                          <a:sym typeface="Inter"/>
                        </a:rPr>
                        <a:t>Planificación y seguimiento</a:t>
                      </a:r>
                      <a:endParaRPr sz="800">
                        <a:solidFill>
                          <a:srgbClr val="131313"/>
                        </a:solidFill>
                        <a:latin typeface="Inter"/>
                        <a:ea typeface="Inter"/>
                        <a:cs typeface="Inter"/>
                        <a:sym typeface="Inter"/>
                      </a:endParaRPr>
                    </a:p>
                    <a:p>
                      <a:pPr indent="0" lvl="0" marL="0" rtl="0" algn="l">
                        <a:lnSpc>
                          <a:spcPct val="115000"/>
                        </a:lnSpc>
                        <a:spcBef>
                          <a:spcPts val="0"/>
                        </a:spcBef>
                        <a:spcAft>
                          <a:spcPts val="0"/>
                        </a:spcAft>
                        <a:buNone/>
                      </a:pPr>
                      <a:r>
                        <a:rPr lang="en" sz="800">
                          <a:solidFill>
                            <a:srgbClr val="131313"/>
                          </a:solidFill>
                          <a:latin typeface="Inter"/>
                          <a:ea typeface="Inter"/>
                          <a:cs typeface="Inter"/>
                          <a:sym typeface="Inter"/>
                        </a:rPr>
                        <a:t>KM0, VO</a:t>
                      </a:r>
                      <a:endParaRPr sz="800">
                        <a:solidFill>
                          <a:srgbClr val="131313"/>
                        </a:solidFill>
                        <a:latin typeface="Inter"/>
                        <a:ea typeface="Inter"/>
                        <a:cs typeface="Inter"/>
                        <a:sym typeface="Inter"/>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34568</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22909</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13500</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10580</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r>
              <a:tr h="457200">
                <a:tc>
                  <a:txBody>
                    <a:bodyPr/>
                    <a:lstStyle/>
                    <a:p>
                      <a:pPr indent="0" lvl="0" marL="0" rtl="0" algn="l">
                        <a:lnSpc>
                          <a:spcPct val="115000"/>
                        </a:lnSpc>
                        <a:spcBef>
                          <a:spcPts val="0"/>
                        </a:spcBef>
                        <a:spcAft>
                          <a:spcPts val="0"/>
                        </a:spcAft>
                        <a:buNone/>
                      </a:pPr>
                      <a:r>
                        <a:rPr lang="en" sz="800">
                          <a:solidFill>
                            <a:srgbClr val="131313"/>
                          </a:solidFill>
                          <a:latin typeface="Inter"/>
                          <a:ea typeface="Inter"/>
                          <a:cs typeface="Inter"/>
                          <a:sym typeface="Inter"/>
                        </a:rPr>
                        <a:t>Estrategia de marketing digital KM0, VO</a:t>
                      </a:r>
                      <a:endParaRPr sz="800">
                        <a:solidFill>
                          <a:srgbClr val="131313"/>
                        </a:solidFill>
                        <a:latin typeface="Inter"/>
                        <a:ea typeface="Inter"/>
                        <a:cs typeface="Inter"/>
                        <a:sym typeface="Inter"/>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5800</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6000</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8979</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8900</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r>
              <a:tr h="457200">
                <a:tc>
                  <a:txBody>
                    <a:bodyPr/>
                    <a:lstStyle/>
                    <a:p>
                      <a:pPr indent="0" lvl="0" marL="0" rtl="0" algn="l">
                        <a:lnSpc>
                          <a:spcPct val="115000"/>
                        </a:lnSpc>
                        <a:spcBef>
                          <a:spcPts val="0"/>
                        </a:spcBef>
                        <a:spcAft>
                          <a:spcPts val="0"/>
                        </a:spcAft>
                        <a:buNone/>
                      </a:pPr>
                      <a:r>
                        <a:rPr lang="en" sz="800">
                          <a:solidFill>
                            <a:srgbClr val="131313"/>
                          </a:solidFill>
                          <a:latin typeface="Inter"/>
                          <a:ea typeface="Inter"/>
                          <a:cs typeface="Inter"/>
                          <a:sym typeface="Inter"/>
                        </a:rPr>
                        <a:t>Planificación y seguimiento</a:t>
                      </a:r>
                      <a:endParaRPr sz="800">
                        <a:solidFill>
                          <a:srgbClr val="131313"/>
                        </a:solidFill>
                        <a:latin typeface="Inter"/>
                        <a:ea typeface="Inter"/>
                        <a:cs typeface="Inter"/>
                        <a:sym typeface="Inter"/>
                      </a:endParaRPr>
                    </a:p>
                    <a:p>
                      <a:pPr indent="0" lvl="0" marL="0" rtl="0" algn="l">
                        <a:lnSpc>
                          <a:spcPct val="115000"/>
                        </a:lnSpc>
                        <a:spcBef>
                          <a:spcPts val="0"/>
                        </a:spcBef>
                        <a:spcAft>
                          <a:spcPts val="0"/>
                        </a:spcAft>
                        <a:buNone/>
                      </a:pPr>
                      <a:r>
                        <a:rPr lang="en" sz="800">
                          <a:solidFill>
                            <a:srgbClr val="131313"/>
                          </a:solidFill>
                          <a:latin typeface="Inter"/>
                          <a:ea typeface="Inter"/>
                          <a:cs typeface="Inter"/>
                          <a:sym typeface="Inter"/>
                        </a:rPr>
                        <a:t>KM0, VO</a:t>
                      </a:r>
                      <a:endParaRPr sz="800">
                        <a:solidFill>
                          <a:srgbClr val="131313"/>
                        </a:solidFill>
                        <a:latin typeface="Inter"/>
                        <a:ea typeface="Inter"/>
                        <a:cs typeface="Inter"/>
                        <a:sym typeface="Inter"/>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34568</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22909</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13500</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solidFill>
                            <a:srgbClr val="131313"/>
                          </a:solidFill>
                          <a:latin typeface="Inter"/>
                          <a:ea typeface="Inter"/>
                          <a:cs typeface="Inter"/>
                          <a:sym typeface="Inter"/>
                        </a:rPr>
                        <a:t>10580</a:t>
                      </a:r>
                      <a:endParaRPr b="1" sz="800">
                        <a:solidFill>
                          <a:srgbClr val="131313"/>
                        </a:solidFill>
                        <a:latin typeface="Inter"/>
                        <a:ea typeface="Inter"/>
                        <a:cs typeface="Inter"/>
                        <a:sym typeface="Inte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66"/>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Don’t be afraid of white spaces.</a:t>
            </a:r>
            <a:endParaRPr/>
          </a:p>
        </p:txBody>
      </p:sp>
      <p:sp>
        <p:nvSpPr>
          <p:cNvPr id="706" name="Google Shape;706;p6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707" name="Google Shape;707;p6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708" name="Google Shape;708;p66"/>
          <p:cNvPicPr preferRelativeResize="0"/>
          <p:nvPr/>
        </p:nvPicPr>
        <p:blipFill rotWithShape="1">
          <a:blip r:embed="rId3">
            <a:alphaModFix/>
          </a:blip>
          <a:srcRect b="12787" l="-37681" r="-40731" t="20373"/>
          <a:stretch/>
        </p:blipFill>
        <p:spPr>
          <a:xfrm>
            <a:off x="545450" y="1181100"/>
            <a:ext cx="8053200" cy="30169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7"/>
          <p:cNvSpPr txBox="1"/>
          <p:nvPr>
            <p:ph idx="1" type="body"/>
          </p:nvPr>
        </p:nvSpPr>
        <p:spPr>
          <a:xfrm>
            <a:off x="545450"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Welcome To Classifieds Free Ads Free Advertisement</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I want to talk about to things that are quite important to me. There are love and one my personal inadequacies. The thing is that I’m quite fond of love, I think that it’s a pretty all right deal. However, I’m going to have to admit that my emotional baggage has built up walls that not even a shock and awe campaign could bring down. But I do love. And in fact I even love unconditionally.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have a truck. It’s kind of a small truck, but I’m comfortable with myself so that’s okay. I think that I love it. I had a friend about a year ago ask me if I could have any car in the world what would I have. And aside from pointing out that my friend and I have clearly ran out of things to discuss and should probably go our separate ways, my answer told me that I love my truck (obviously I said I would keep my truck).</a:t>
            </a:r>
            <a:endParaRPr/>
          </a:p>
        </p:txBody>
      </p:sp>
      <p:sp>
        <p:nvSpPr>
          <p:cNvPr id="714" name="Google Shape;714;p67"/>
          <p:cNvSpPr txBox="1"/>
          <p:nvPr>
            <p:ph idx="2" type="body"/>
          </p:nvPr>
        </p:nvSpPr>
        <p:spPr>
          <a:xfrm>
            <a:off x="3303418"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Welcome To Classifieds Free Ads Free Advertisement</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I want to talk about to things that are quite important to me. There are love and one my personal inadequacies. The thing is that I’m quite fond of love, I think that it’s a pretty all right deal. However, I’m going to have to admit that my emotional baggage has built up walls that not even a shock and awe campaign could bring down. But I do love. And in fact I even love unconditionally.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have a truck. It’s kind of a small truck, but I’m comfortable with myself so that’s okay. I think that I love it. I had a friend about a year ago ask me if I could have any car in the world what would I have. And aside from pointing out that my friend and I have clearly ran out of things to discuss and should probably go our separate ways, my answer told me that I love my truck (obviously I said I would keep my truck). </a:t>
            </a:r>
            <a:endParaRPr/>
          </a:p>
        </p:txBody>
      </p:sp>
      <p:sp>
        <p:nvSpPr>
          <p:cNvPr id="715" name="Google Shape;715;p67"/>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Effective Forms Advertising</a:t>
            </a:r>
            <a:endParaRPr/>
          </a:p>
        </p:txBody>
      </p:sp>
      <p:sp>
        <p:nvSpPr>
          <p:cNvPr id="716" name="Google Shape;716;p67"/>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717" name="Google Shape;717;p67"/>
          <p:cNvSpPr txBox="1"/>
          <p:nvPr>
            <p:ph idx="3" type="body"/>
          </p:nvPr>
        </p:nvSpPr>
        <p:spPr>
          <a:xfrm>
            <a:off x="6061399"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Welcome To Classifieds Free Ads Free Advertisement</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I want to talk about to things that are quite important to me. There are love and one my personal inadequacies. The thing is that I’m quite fond of love, I think that it’s a pretty all right deal. However, I’m going to have to admit that my emotional baggage has built up walls that not even a shock and awe campaign could bring down. But I do love. And in fact I even love unconditionally.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have a truck. It’s kind of a small truck, but I’m comfortable with myself so that’s okay. I think that I love it. I had a friend about a year ago ask me if I could have any car in the world what would I have. And aside from pointing out that my friend and I have clearly ran out of things to discuss and should probably go our separate ways, my answer told me that I love my truck (obviously I said I would keep my truck). </a:t>
            </a:r>
            <a:endParaRPr/>
          </a:p>
        </p:txBody>
      </p:sp>
      <p:sp>
        <p:nvSpPr>
          <p:cNvPr id="718" name="Google Shape;718;p6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68"/>
          <p:cNvSpPr txBox="1"/>
          <p:nvPr>
            <p:ph idx="2" type="body"/>
          </p:nvPr>
        </p:nvSpPr>
        <p:spPr>
          <a:xfrm>
            <a:off x="545450" y="1569150"/>
            <a:ext cx="2537100" cy="275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Welcome To Classifieds Free Ads Free Advertisement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talk about to things that are quite important to me. There are love and one my personal inadequacies. The thing is that I’m quite fond of love, I think that it’s a pretty all right deal. However, I’m going to have to admit that my emotional baggage has built up walls that not even a shock and awe campaign could bring down. But I do love. And in fact I even love unconditionally.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have a truck. It’s kind of a small truck, but I’m comfortable with myself so that’s okay. I think that I love it. I had a friend about a year ago ask me if I could have any car in the world what would I have. And aside from pointing out that my friend and I have clearly ran out of things to discuss and should probably go our separate ways, my answer told me that I love my truck (obviously I said I would keep my truck).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24" name="Google Shape;724;p68"/>
          <p:cNvSpPr txBox="1"/>
          <p:nvPr>
            <p:ph type="ctrTitle"/>
          </p:nvPr>
        </p:nvSpPr>
        <p:spPr>
          <a:xfrm>
            <a:off x="545450" y="368250"/>
            <a:ext cx="8053200" cy="831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Fafafafafa</a:t>
            </a:r>
            <a:endParaRPr/>
          </a:p>
          <a:p>
            <a:pPr indent="0" lvl="0" marL="0" rtl="0" algn="l">
              <a:spcBef>
                <a:spcPts val="0"/>
              </a:spcBef>
              <a:spcAft>
                <a:spcPts val="0"/>
              </a:spcAft>
              <a:buNone/>
            </a:pPr>
            <a:r>
              <a:rPr lang="en"/>
              <a:t>afafafafafaffaa</a:t>
            </a:r>
            <a:endParaRPr/>
          </a:p>
        </p:txBody>
      </p:sp>
      <p:sp>
        <p:nvSpPr>
          <p:cNvPr id="725" name="Google Shape;725;p68"/>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69"/>
          <p:cNvSpPr txBox="1"/>
          <p:nvPr>
            <p:ph idx="1" type="body"/>
          </p:nvPr>
        </p:nvSpPr>
        <p:spPr>
          <a:xfrm>
            <a:off x="545450"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I want to talk about to things that are quite important to me. </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There are love and one my personal inadequacies. The thing is that I’m quite fond of love, I think that it’s a pretty all right deal. </a:t>
            </a:r>
            <a:endParaRPr b="1" sz="1200"/>
          </a:p>
        </p:txBody>
      </p:sp>
      <p:sp>
        <p:nvSpPr>
          <p:cNvPr id="731" name="Google Shape;731;p69"/>
          <p:cNvSpPr txBox="1"/>
          <p:nvPr>
            <p:ph idx="2" type="body"/>
          </p:nvPr>
        </p:nvSpPr>
        <p:spPr>
          <a:xfrm>
            <a:off x="3303418"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 want to talk about to things that are quite important to me. There are love and one my personal inadequacies. The thing is that I’m quite fond of love, I think that it’s a pretty all right deal. However, I’m going to have to admit that my emotional baggage has built up walls that not even a shock and awe campaign could bring down. But I do love. And in fact I even love unconditionally.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have a truck. It’s kind of a small truck, but I’m comfortable with myself so that’s okay. I think that I love it. I had a friend about a year ago ask me if I could have any car in the world what would I have. And aside from pointing out that my friend and I have clearly ran out of things to discuss and should probably go our separate ways, my answer told me that I love my truck (obviously I said I would keep my truck). </a:t>
            </a:r>
            <a:endParaRPr/>
          </a:p>
        </p:txBody>
      </p:sp>
      <p:sp>
        <p:nvSpPr>
          <p:cNvPr id="732" name="Google Shape;732;p69"/>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Effective Forms Advertising</a:t>
            </a:r>
            <a:endParaRPr/>
          </a:p>
        </p:txBody>
      </p:sp>
      <p:sp>
        <p:nvSpPr>
          <p:cNvPr id="733" name="Google Shape;733;p69"/>
          <p:cNvSpPr txBox="1"/>
          <p:nvPr>
            <p:ph idx="4"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734" name="Google Shape;734;p69"/>
          <p:cNvSpPr txBox="1"/>
          <p:nvPr>
            <p:ph idx="3" type="body"/>
          </p:nvPr>
        </p:nvSpPr>
        <p:spPr>
          <a:xfrm>
            <a:off x="6061399" y="1218750"/>
            <a:ext cx="2537100" cy="312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 want to talk about to things that are quite important to me. There are love and one my personal inadequacies. The thing is that I’m quite fond of love, I think that it’s a pretty all right deal. However, I’m going to have to admit that my emotional baggage has built up walls that not even a shock and awe campaign could bring down. But I do love. And in fact I even love unconditionally.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have a truck. It’s kind of a small truck, but I’m comfortable with myself so that’s okay. I think that I love it. I had a friend about a year ago ask me if I could have any car in the world what would I have. And aside from pointing out that my friend and I have clearly ran out of things to discuss and should probably go our separate ways, my answer told me that I love my truck (obviously I said I would keep my truck). </a:t>
            </a:r>
            <a:endParaRPr/>
          </a:p>
        </p:txBody>
      </p:sp>
      <p:sp>
        <p:nvSpPr>
          <p:cNvPr id="735" name="Google Shape;735;p6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0"/>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Effective Forms Advertising</a:t>
            </a:r>
            <a:endParaRPr/>
          </a:p>
        </p:txBody>
      </p:sp>
      <p:sp>
        <p:nvSpPr>
          <p:cNvPr id="741" name="Google Shape;741;p7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742" name="Google Shape;742;p70"/>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Freelance Design Tricks How To Get Away With Murder In The Workplace</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Generated effective advertising campaigns in the form of audio visual media that includes the television and radios and the print media that cover the newspaper and campaign materials like the posters, brochures, business cards, flyers and many more.</a:t>
            </a:r>
            <a:endParaRPr/>
          </a:p>
          <a:p>
            <a:pPr indent="0" lvl="0" marL="0" rtl="0" algn="l">
              <a:spcBef>
                <a:spcPts val="0"/>
              </a:spcBef>
              <a:spcAft>
                <a:spcPts val="0"/>
              </a:spcAft>
              <a:buNone/>
            </a:pPr>
            <a:r>
              <a:rPr lang="en"/>
              <a:t>Taking part with the flyers – they are tiny form or a single sheet promotional tool that easily spreads by hand. They are simply characterized as a simple yet compelling promotional material that helps businesses to easily reach out for their targeted audience.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743" name="Google Shape;743;p70"/>
          <p:cNvPicPr preferRelativeResize="0"/>
          <p:nvPr/>
        </p:nvPicPr>
        <p:blipFill rotWithShape="1">
          <a:blip r:embed="rId3">
            <a:alphaModFix/>
          </a:blip>
          <a:srcRect b="16715" l="0" r="0" t="16715"/>
          <a:stretch/>
        </p:blipFill>
        <p:spPr>
          <a:xfrm>
            <a:off x="4688750" y="1074750"/>
            <a:ext cx="3909905" cy="325409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1"/>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Effective Forms Advertising</a:t>
            </a:r>
            <a:endParaRPr/>
          </a:p>
        </p:txBody>
      </p:sp>
      <p:sp>
        <p:nvSpPr>
          <p:cNvPr id="749" name="Google Shape;749;p71"/>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750" name="Google Shape;750;p71"/>
          <p:cNvSpPr txBox="1"/>
          <p:nvPr>
            <p:ph idx="1" type="body"/>
          </p:nvPr>
        </p:nvSpPr>
        <p:spPr>
          <a:xfrm>
            <a:off x="545450" y="1218750"/>
            <a:ext cx="3909900" cy="31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Taking part with the flyers – they are tiny form or a single sheet promotional tool that easily spreads by hand. </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They are simply characterized as a simple yet compelling promotional material that helps businesses to easily reach out for their targeted audience. </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sz="1200"/>
          </a:p>
        </p:txBody>
      </p:sp>
      <p:sp>
        <p:nvSpPr>
          <p:cNvPr id="751" name="Google Shape;751;p7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752" name="Google Shape;752;p71"/>
          <p:cNvPicPr preferRelativeResize="0"/>
          <p:nvPr/>
        </p:nvPicPr>
        <p:blipFill rotWithShape="1">
          <a:blip r:embed="rId3">
            <a:alphaModFix/>
          </a:blip>
          <a:srcRect b="3878" l="0" r="0" t="12733"/>
          <a:stretch/>
        </p:blipFill>
        <p:spPr>
          <a:xfrm>
            <a:off x="4688750" y="1068400"/>
            <a:ext cx="3909900" cy="326044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2"/>
          <p:cNvSpPr txBox="1"/>
          <p:nvPr>
            <p:ph type="ctrTitle"/>
          </p:nvPr>
        </p:nvSpPr>
        <p:spPr>
          <a:xfrm>
            <a:off x="4688725"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Effective Forms Advertising</a:t>
            </a:r>
            <a:endParaRPr/>
          </a:p>
        </p:txBody>
      </p:sp>
      <p:sp>
        <p:nvSpPr>
          <p:cNvPr id="758" name="Google Shape;758;p72"/>
          <p:cNvSpPr txBox="1"/>
          <p:nvPr>
            <p:ph idx="1" type="subTitle"/>
          </p:nvPr>
        </p:nvSpPr>
        <p:spPr>
          <a:xfrm>
            <a:off x="6069825"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04 ― 06</a:t>
            </a:r>
            <a:endParaRPr/>
          </a:p>
        </p:txBody>
      </p:sp>
      <p:sp>
        <p:nvSpPr>
          <p:cNvPr id="759" name="Google Shape;759;p72"/>
          <p:cNvSpPr txBox="1"/>
          <p:nvPr>
            <p:ph idx="2" type="subTitle"/>
          </p:nvPr>
        </p:nvSpPr>
        <p:spPr>
          <a:xfrm>
            <a:off x="4688725"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pic>
        <p:nvPicPr>
          <p:cNvPr id="760" name="Google Shape;760;p72"/>
          <p:cNvPicPr preferRelativeResize="0"/>
          <p:nvPr/>
        </p:nvPicPr>
        <p:blipFill rotWithShape="1">
          <a:blip r:embed="rId3">
            <a:alphaModFix/>
          </a:blip>
          <a:srcRect b="3832" l="0" r="0" t="3832"/>
          <a:stretch/>
        </p:blipFill>
        <p:spPr>
          <a:xfrm>
            <a:off x="0" y="0"/>
            <a:ext cx="4456455" cy="514350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73"/>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Choose great looking images</a:t>
            </a:r>
            <a:endParaRPr/>
          </a:p>
        </p:txBody>
      </p:sp>
      <p:sp>
        <p:nvSpPr>
          <p:cNvPr id="766" name="Google Shape;766;p7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67" name="Google Shape;767;p73"/>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768" name="Google Shape;768;p73"/>
          <p:cNvSpPr txBox="1"/>
          <p:nvPr>
            <p:ph idx="2" type="body"/>
          </p:nvPr>
        </p:nvSpPr>
        <p:spPr>
          <a:xfrm>
            <a:off x="545450" y="1217900"/>
            <a:ext cx="2537100" cy="287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Freelance Design Tricks How To Get Away With Murder</a:t>
            </a:r>
            <a:endParaRPr/>
          </a:p>
          <a:p>
            <a:pPr indent="0" lvl="0" marL="0" rtl="0" algn="l">
              <a:spcBef>
                <a:spcPts val="0"/>
              </a:spcBef>
              <a:spcAft>
                <a:spcPts val="0"/>
              </a:spcAft>
              <a:buNone/>
            </a:pPr>
            <a:br>
              <a:rPr lang="en"/>
            </a:br>
            <a:r>
              <a:rPr lang="en"/>
              <a:t>Generated effective advertising campaigns in the form of audio visual media that includes the television and radios and the print media that cover the newspaper and campaign materials like the posters, brochures, business cards, flyers and many more.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Taking part with the fliers – they are tiny form or a single sheet promotional tool that easily spreads by hand. They are simply characterized as a simple yet compelling promotional material that helps businesses to easily reach out for their targeted audience. </a:t>
            </a:r>
            <a:endParaRPr/>
          </a:p>
          <a:p>
            <a:pPr indent="0" lvl="0" marL="0" rtl="0" algn="l">
              <a:spcBef>
                <a:spcPts val="0"/>
              </a:spcBef>
              <a:spcAft>
                <a:spcPts val="0"/>
              </a:spcAft>
              <a:buNone/>
            </a:pPr>
            <a:r>
              <a:t/>
            </a:r>
            <a:endParaRPr/>
          </a:p>
        </p:txBody>
      </p:sp>
      <p:pic>
        <p:nvPicPr>
          <p:cNvPr id="769" name="Google Shape;769;p73"/>
          <p:cNvPicPr preferRelativeResize="0"/>
          <p:nvPr/>
        </p:nvPicPr>
        <p:blipFill rotWithShape="1">
          <a:blip r:embed="rId3">
            <a:alphaModFix/>
          </a:blip>
          <a:srcRect b="21952" l="0" r="0" t="31958"/>
          <a:stretch/>
        </p:blipFill>
        <p:spPr>
          <a:xfrm>
            <a:off x="3303500" y="1074750"/>
            <a:ext cx="5295050" cy="3254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74"/>
          <p:cNvSpPr txBox="1"/>
          <p:nvPr>
            <p:ph idx="1" type="body"/>
          </p:nvPr>
        </p:nvSpPr>
        <p:spPr>
          <a:xfrm>
            <a:off x="545450" y="1218750"/>
            <a:ext cx="3909900" cy="3110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Freelance Design Tricks How To Get Away With Murder</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Generated effective advertising campaigns in the form of audio visual media that includes the television and radios and the print media that cover the newspaper and campaign materials like the posters, brochures, business cards, flyers and many more.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Taking part with the fliers – they are tiny form or a single sheet promotional tool that easily spreads by hand. They are simply characterized as a simple yet compelling promotional material that helps businesses to easily reach out for their targeted audience.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75" name="Google Shape;775;p74"/>
          <p:cNvSpPr txBox="1"/>
          <p:nvPr>
            <p:ph type="ctrTitle"/>
          </p:nvPr>
        </p:nvSpPr>
        <p:spPr>
          <a:xfrm>
            <a:off x="545450" y="368250"/>
            <a:ext cx="39099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Effective Forms Advertising</a:t>
            </a:r>
            <a:endParaRPr/>
          </a:p>
        </p:txBody>
      </p:sp>
      <p:sp>
        <p:nvSpPr>
          <p:cNvPr id="776" name="Google Shape;776;p74"/>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777" name="Google Shape;777;p7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778" name="Google Shape;778;p74"/>
          <p:cNvPicPr preferRelativeResize="0"/>
          <p:nvPr/>
        </p:nvPicPr>
        <p:blipFill rotWithShape="1">
          <a:blip r:embed="rId3">
            <a:alphaModFix/>
          </a:blip>
          <a:srcRect b="0" l="0" r="35371" t="0"/>
          <a:stretch/>
        </p:blipFill>
        <p:spPr>
          <a:xfrm>
            <a:off x="4688724" y="368250"/>
            <a:ext cx="3909899" cy="3962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75"/>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Don’t be afraid of white spaces.</a:t>
            </a:r>
            <a:endParaRPr/>
          </a:p>
        </p:txBody>
      </p:sp>
      <p:sp>
        <p:nvSpPr>
          <p:cNvPr id="784" name="Google Shape;784;p75"/>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785" name="Google Shape;785;p7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86" name="Google Shape;786;p75"/>
          <p:cNvSpPr txBox="1"/>
          <p:nvPr>
            <p:ph idx="4294967295" type="body"/>
          </p:nvPr>
        </p:nvSpPr>
        <p:spPr>
          <a:xfrm>
            <a:off x="545450" y="1217900"/>
            <a:ext cx="8053200" cy="287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800"/>
              <a:t>Freelance Design Tricks How To Get Away With Murder</a:t>
            </a:r>
            <a:endParaRPr sz="800"/>
          </a:p>
          <a:p>
            <a:pPr indent="0" lvl="0" marL="0" rtl="0" algn="l">
              <a:spcBef>
                <a:spcPts val="0"/>
              </a:spcBef>
              <a:spcAft>
                <a:spcPts val="0"/>
              </a:spcAft>
              <a:buNone/>
            </a:pPr>
            <a:br>
              <a:rPr lang="en" sz="800"/>
            </a:br>
            <a:r>
              <a:rPr lang="en" sz="800"/>
              <a:t>Generated effective advertising campaigns in the form of audio visual media that includes the television and radios and the print media that cover the newspaper and campaign materials like the posters, brochures, business cards, flyers and many more.</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Taking part with the fliers – they are tiny form or a single sheet promotional tool that easily spreads by hand. They are simply characterized as a simple yet compelling promotional material that helps businesses to easily reach out for their targeted audience. </a:t>
            </a:r>
            <a:endParaRPr sz="800"/>
          </a:p>
          <a:p>
            <a:pPr indent="0" lvl="0" marL="0" rtl="0" algn="l">
              <a:spcBef>
                <a:spcPts val="0"/>
              </a:spcBef>
              <a:spcAft>
                <a:spcPts val="0"/>
              </a:spcAft>
              <a:buNone/>
            </a:pPr>
            <a:r>
              <a:t/>
            </a:r>
            <a:endParaRPr sz="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76"/>
          <p:cNvSpPr txBox="1"/>
          <p:nvPr>
            <p:ph idx="1" type="body"/>
          </p:nvPr>
        </p:nvSpPr>
        <p:spPr>
          <a:xfrm>
            <a:off x="545450" y="1217900"/>
            <a:ext cx="2537100" cy="3111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Welcome To Classifieds Free Ads Free Advertisement</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I want to talk about to things that are quite important to me. There are love and one my personal inadequacies. The thing is that I’m quite fond of love, I think that it’s a pretty all right deal. However, I’m going to have to admit that my emotional baggage has built up walls that not even a shock and awe campaign could bring down.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I do love. And in fact I even love unconditionally. </a:t>
            </a:r>
            <a:endParaRPr/>
          </a:p>
          <a:p>
            <a:pPr indent="0" lvl="0" marL="0" rtl="0" algn="l">
              <a:spcBef>
                <a:spcPts val="0"/>
              </a:spcBef>
              <a:spcAft>
                <a:spcPts val="0"/>
              </a:spcAft>
              <a:buNone/>
            </a:pPr>
            <a:r>
              <a:rPr lang="en"/>
              <a:t>I have a truck. It’s kind of a small truck, but I’m comfortable with myself so that’s okay. I think that I love it. I had a friend about a year ago ask me if I could have any car in the world what would I have. And aside from pointing out that my friend and I have clearly ran out of things to discuss and should probably go our separate ways, my answer told me that I love my truck (obviously I said I would keep my truck).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92" name="Google Shape;792;p76"/>
          <p:cNvSpPr txBox="1"/>
          <p:nvPr>
            <p:ph type="ctrTitle"/>
          </p:nvPr>
        </p:nvSpPr>
        <p:spPr>
          <a:xfrm>
            <a:off x="545450" y="368250"/>
            <a:ext cx="52953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Effective Forms Advertising</a:t>
            </a:r>
            <a:endParaRPr/>
          </a:p>
        </p:txBody>
      </p:sp>
      <p:sp>
        <p:nvSpPr>
          <p:cNvPr id="793" name="Google Shape;793;p76"/>
          <p:cNvSpPr txBox="1"/>
          <p:nvPr>
            <p:ph idx="3"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sp>
        <p:nvSpPr>
          <p:cNvPr id="794" name="Google Shape;794;p76"/>
          <p:cNvSpPr txBox="1"/>
          <p:nvPr>
            <p:ph idx="2" type="body"/>
          </p:nvPr>
        </p:nvSpPr>
        <p:spPr>
          <a:xfrm>
            <a:off x="3303425" y="1217900"/>
            <a:ext cx="2537100" cy="3111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Welcome To Classifieds Free Ads Free Advertisement</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I want to talk about to things that are quite important to me. There are love and one my personal inadequacies. The thing is that I’m quite fond of love, I think that it’s a pretty all right deal. However, I’m going to have to admit that my emotional baggage has built up walls that not even a shock and awe campaign could bring down.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I do love. And in fact I even love unconditionally. </a:t>
            </a:r>
            <a:endParaRPr/>
          </a:p>
          <a:p>
            <a:pPr indent="0" lvl="0" marL="0" rtl="0" algn="l">
              <a:spcBef>
                <a:spcPts val="0"/>
              </a:spcBef>
              <a:spcAft>
                <a:spcPts val="0"/>
              </a:spcAft>
              <a:buNone/>
            </a:pPr>
            <a:r>
              <a:rPr lang="en"/>
              <a:t>I have a truck. It’s kind of a small truck, but I’m comfortable with myself so that’s okay. I think that I love it. I had a friend about a year ago ask me if I could have any car in the world what would I have. And aside from pointing out that my friend and I have clearly ran out of things to discuss and should probably go our separate ways, my answer told me that I love my truck (obviously I said I would keep my truck).</a:t>
            </a:r>
            <a:endParaRPr/>
          </a:p>
        </p:txBody>
      </p:sp>
      <p:sp>
        <p:nvSpPr>
          <p:cNvPr id="795" name="Google Shape;795;p7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796" name="Google Shape;796;p76"/>
          <p:cNvPicPr preferRelativeResize="0"/>
          <p:nvPr/>
        </p:nvPicPr>
        <p:blipFill rotWithShape="1">
          <a:blip r:embed="rId3">
            <a:alphaModFix/>
          </a:blip>
          <a:srcRect b="0" l="2117" r="2107" t="0"/>
          <a:stretch/>
        </p:blipFill>
        <p:spPr>
          <a:xfrm>
            <a:off x="6061525" y="358025"/>
            <a:ext cx="2537100" cy="397087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77"/>
          <p:cNvSpPr txBox="1"/>
          <p:nvPr>
            <p:ph type="ctrTitle"/>
          </p:nvPr>
        </p:nvSpPr>
        <p:spPr>
          <a:xfrm>
            <a:off x="545450" y="368250"/>
            <a:ext cx="2537100" cy="8337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Effective Forms Advertising</a:t>
            </a:r>
            <a:endParaRPr/>
          </a:p>
        </p:txBody>
      </p:sp>
      <p:sp>
        <p:nvSpPr>
          <p:cNvPr id="802" name="Google Shape;802;p77"/>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803" name="Google Shape;803;p77"/>
          <p:cNvSpPr txBox="1"/>
          <p:nvPr>
            <p:ph idx="2" type="body"/>
          </p:nvPr>
        </p:nvSpPr>
        <p:spPr>
          <a:xfrm>
            <a:off x="545450" y="1572768"/>
            <a:ext cx="2537100" cy="275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Welcome To Classifieds Free Ads Free Advertisement</a:t>
            </a:r>
            <a:br>
              <a:rPr b="1" lang="en"/>
            </a:br>
            <a:endParaRPr b="1"/>
          </a:p>
          <a:p>
            <a:pPr indent="0" lvl="0" marL="0" rtl="0" algn="l">
              <a:spcBef>
                <a:spcPts val="0"/>
              </a:spcBef>
              <a:spcAft>
                <a:spcPts val="0"/>
              </a:spcAft>
              <a:buNone/>
            </a:pPr>
            <a:r>
              <a:rPr lang="en"/>
              <a:t>I want to talk about to things that are quite important to me. There are love and one my personal inadequacies. The thing is that I’m quite fond of love, I think that it’s a pretty all right deal. However, I’m going to have to admit that my emotional baggage has built up walls that not even a shock and awe campaign could bring down.</a:t>
            </a:r>
            <a:endParaRPr/>
          </a:p>
        </p:txBody>
      </p:sp>
      <p:sp>
        <p:nvSpPr>
          <p:cNvPr id="804" name="Google Shape;804;p7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805" name="Google Shape;805;p77"/>
          <p:cNvPicPr preferRelativeResize="0"/>
          <p:nvPr/>
        </p:nvPicPr>
        <p:blipFill rotWithShape="1">
          <a:blip r:embed="rId3">
            <a:alphaModFix/>
          </a:blip>
          <a:srcRect b="0" l="0" r="12473" t="0"/>
          <a:stretch/>
        </p:blipFill>
        <p:spPr>
          <a:xfrm>
            <a:off x="3303500" y="368250"/>
            <a:ext cx="5295127" cy="3962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8"/>
          <p:cNvSpPr txBox="1"/>
          <p:nvPr>
            <p:ph type="ctrTitle"/>
          </p:nvPr>
        </p:nvSpPr>
        <p:spPr>
          <a:xfrm>
            <a:off x="545450" y="368250"/>
            <a:ext cx="2537100" cy="8337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1800"/>
              <a:t>Less is more when </a:t>
            </a:r>
            <a:br>
              <a:rPr lang="en" sz="1800"/>
            </a:br>
            <a:r>
              <a:rPr lang="en" sz="1800"/>
              <a:t>it comes to text</a:t>
            </a:r>
            <a:endParaRPr sz="1800"/>
          </a:p>
        </p:txBody>
      </p:sp>
      <p:sp>
        <p:nvSpPr>
          <p:cNvPr id="811" name="Google Shape;811;p78"/>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812" name="Google Shape;812;p78"/>
          <p:cNvSpPr txBox="1"/>
          <p:nvPr>
            <p:ph idx="2" type="body"/>
          </p:nvPr>
        </p:nvSpPr>
        <p:spPr>
          <a:xfrm>
            <a:off x="545450" y="1572768"/>
            <a:ext cx="2537100" cy="275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The thing is that I’m quite fond of love, I think that it’s a pretty all right deal. </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However, I’m going to have to admit that my emotional baggage has built up walls that not even a shock and awe campaign could bring down.</a:t>
            </a:r>
            <a:endParaRPr sz="1200"/>
          </a:p>
        </p:txBody>
      </p:sp>
      <p:sp>
        <p:nvSpPr>
          <p:cNvPr id="813" name="Google Shape;813;p7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814" name="Google Shape;814;p78"/>
          <p:cNvPicPr preferRelativeResize="0"/>
          <p:nvPr/>
        </p:nvPicPr>
        <p:blipFill rotWithShape="1">
          <a:blip r:embed="rId3">
            <a:alphaModFix/>
          </a:blip>
          <a:srcRect b="0" l="0" r="12473" t="0"/>
          <a:stretch/>
        </p:blipFill>
        <p:spPr>
          <a:xfrm>
            <a:off x="3303500" y="368250"/>
            <a:ext cx="5295127" cy="3962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8" name="Shape 818"/>
        <p:cNvGrpSpPr/>
        <p:nvPr/>
      </p:nvGrpSpPr>
      <p:grpSpPr>
        <a:xfrm>
          <a:off x="0" y="0"/>
          <a:ext cx="0" cy="0"/>
          <a:chOff x="0" y="0"/>
          <a:chExt cx="0" cy="0"/>
        </a:xfrm>
      </p:grpSpPr>
      <p:sp>
        <p:nvSpPr>
          <p:cNvPr id="819" name="Google Shape;819;p79"/>
          <p:cNvSpPr txBox="1"/>
          <p:nvPr>
            <p:ph type="ctrTitle"/>
          </p:nvPr>
        </p:nvSpPr>
        <p:spPr>
          <a:xfrm>
            <a:off x="545450"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Effective Forms Advertising</a:t>
            </a:r>
            <a:endParaRPr/>
          </a:p>
        </p:txBody>
      </p:sp>
      <p:sp>
        <p:nvSpPr>
          <p:cNvPr id="820" name="Google Shape;820;p79"/>
          <p:cNvSpPr txBox="1"/>
          <p:nvPr>
            <p:ph idx="2" type="subTitle"/>
          </p:nvPr>
        </p:nvSpPr>
        <p:spPr>
          <a:xfrm>
            <a:off x="1926550"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Design Week 2020</a:t>
            </a:r>
            <a:endParaRPr/>
          </a:p>
        </p:txBody>
      </p:sp>
      <p:sp>
        <p:nvSpPr>
          <p:cNvPr id="821" name="Google Shape;821;p79"/>
          <p:cNvSpPr txBox="1"/>
          <p:nvPr>
            <p:ph idx="1" type="subTitle"/>
          </p:nvPr>
        </p:nvSpPr>
        <p:spPr>
          <a:xfrm>
            <a:off x="54545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pic>
        <p:nvPicPr>
          <p:cNvPr id="822" name="Google Shape;822;p79"/>
          <p:cNvPicPr preferRelativeResize="0"/>
          <p:nvPr/>
        </p:nvPicPr>
        <p:blipFill rotWithShape="1">
          <a:blip r:embed="rId3">
            <a:alphaModFix/>
          </a:blip>
          <a:srcRect b="23375" l="25318" r="25318" t="40937"/>
          <a:stretch/>
        </p:blipFill>
        <p:spPr>
          <a:xfrm>
            <a:off x="4687550" y="0"/>
            <a:ext cx="4456451" cy="514351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80"/>
          <p:cNvSpPr txBox="1"/>
          <p:nvPr>
            <p:ph type="ctrTitle"/>
          </p:nvPr>
        </p:nvSpPr>
        <p:spPr>
          <a:xfrm>
            <a:off x="545450" y="843312"/>
            <a:ext cx="2304300" cy="3485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Consumer Psychology in the Industrial and Manufacturing Equipment Marketplace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b="0" lang="en" sz="1000"/>
              <a:t>Writing A Good Headline For Your Advertisement</a:t>
            </a:r>
            <a:endParaRPr b="0" sz="1000"/>
          </a:p>
          <a:p>
            <a:pPr indent="0" lvl="0" marL="0" rtl="0" algn="l">
              <a:lnSpc>
                <a:spcPct val="100000"/>
              </a:lnSpc>
              <a:spcBef>
                <a:spcPts val="0"/>
              </a:spcBef>
              <a:spcAft>
                <a:spcPts val="0"/>
              </a:spcAft>
              <a:buNone/>
            </a:pPr>
            <a:r>
              <a:t/>
            </a:r>
            <a:endParaRPr/>
          </a:p>
        </p:txBody>
      </p:sp>
      <p:sp>
        <p:nvSpPr>
          <p:cNvPr id="828" name="Google Shape;828;p80"/>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solidFill>
                  <a:schemeClr val="dk1"/>
                </a:solidFill>
              </a:rPr>
              <a:t>An Ugly Myspace Profile Will Sure Ruin Your Reputation</a:t>
            </a:r>
            <a:endParaRPr/>
          </a:p>
        </p:txBody>
      </p:sp>
      <p:sp>
        <p:nvSpPr>
          <p:cNvPr id="829" name="Google Shape;829;p80"/>
          <p:cNvSpPr txBox="1"/>
          <p:nvPr>
            <p:ph idx="1" type="body"/>
          </p:nvPr>
        </p:nvSpPr>
        <p:spPr>
          <a:xfrm>
            <a:off x="3303500" y="843275"/>
            <a:ext cx="2537100" cy="348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solidFill>
                  <a:schemeClr val="dk1"/>
                </a:solidFill>
              </a:rPr>
              <a:t>Welcome To Classifieds Free Ads Free Advertisement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Businesses at present had creatively generated effective advertising campaigns in the form of audio visual media that includes the television and radios and the print media that cover the newspaper and campaign materials like the posters, brochures, business cards, flyers and many more.</a:t>
            </a:r>
            <a:br>
              <a:rPr lang="en"/>
            </a:br>
            <a:br>
              <a:rPr lang="en"/>
            </a:br>
            <a:r>
              <a:rPr lang="en"/>
              <a:t>Taking part with the flyers – they are tiny form or a single sheet promotional tool that easily spreads by hand. They are simply characterized as a simple yet compelling promotional material that helps businesses to easily reach out for their targeted audience. </a:t>
            </a:r>
            <a:br>
              <a:rPr lang="en"/>
            </a:br>
            <a:br>
              <a:rPr lang="en"/>
            </a:br>
            <a:r>
              <a:rPr lang="en"/>
              <a:t>Taking part with the flyers – they are tiny form or a single sheet promotional tool that easily spreads by hand. They are simply characterized as a simple yet compelling promotional material that helps businesses to easily reach out for their targeted audience. </a:t>
            </a:r>
            <a:endParaRPr/>
          </a:p>
        </p:txBody>
      </p:sp>
      <p:sp>
        <p:nvSpPr>
          <p:cNvPr id="830" name="Google Shape;830;p8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31" name="Google Shape;831;p80"/>
          <p:cNvSpPr txBox="1"/>
          <p:nvPr>
            <p:ph idx="3" type="body"/>
          </p:nvPr>
        </p:nvSpPr>
        <p:spPr>
          <a:xfrm>
            <a:off x="6061150" y="843275"/>
            <a:ext cx="2537100" cy="348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Welcome To Classifieds Free Ads Free Advertisement</a:t>
            </a:r>
            <a:endParaRPr b="1" sz="1000"/>
          </a:p>
          <a:p>
            <a:pPr indent="0" lvl="0" marL="0" rtl="0" algn="l">
              <a:spcBef>
                <a:spcPts val="0"/>
              </a:spcBef>
              <a:spcAft>
                <a:spcPts val="0"/>
              </a:spcAft>
              <a:buNone/>
            </a:pPr>
            <a:r>
              <a:t/>
            </a:r>
            <a:endParaRPr/>
          </a:p>
          <a:p>
            <a:pPr indent="0" lvl="0" marL="0" rtl="0" algn="l">
              <a:spcBef>
                <a:spcPts val="0"/>
              </a:spcBef>
              <a:spcAft>
                <a:spcPts val="0"/>
              </a:spcAft>
              <a:buNone/>
            </a:pPr>
            <a:r>
              <a:rPr lang="en"/>
              <a:t>Businesses at present had creatively generated effective advertising campaigns in the form of audio visual media that includes the television and radios and the print media that cover the newspaper and campaign materials like the posters, brochures, business cards, flyers and many more.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Taking part with the flers – they are tiny form or a single sheet promotional tool that easily spreads by hand. They are simply characterized as a simple yet compelling promotional material that helps businesses to easily reach out for their targeted audience.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81"/>
          <p:cNvSpPr txBox="1"/>
          <p:nvPr>
            <p:ph type="ctrTitle"/>
          </p:nvPr>
        </p:nvSpPr>
        <p:spPr>
          <a:xfrm>
            <a:off x="545450" y="843312"/>
            <a:ext cx="2304300" cy="3485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Consumer Psychology in the Industrial and Manufacturing Equipment Marketplace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b="0" lang="en" sz="1000"/>
              <a:t>Writing A Good Headline For Your Advertisement</a:t>
            </a:r>
            <a:endParaRPr b="0" sz="1000"/>
          </a:p>
          <a:p>
            <a:pPr indent="0" lvl="0" marL="0" rtl="0" algn="l">
              <a:lnSpc>
                <a:spcPct val="100000"/>
              </a:lnSpc>
              <a:spcBef>
                <a:spcPts val="0"/>
              </a:spcBef>
              <a:spcAft>
                <a:spcPts val="0"/>
              </a:spcAft>
              <a:buNone/>
            </a:pPr>
            <a:r>
              <a:t/>
            </a:r>
            <a:endParaRPr/>
          </a:p>
        </p:txBody>
      </p:sp>
      <p:sp>
        <p:nvSpPr>
          <p:cNvPr id="837" name="Google Shape;837;p81"/>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solidFill>
                  <a:schemeClr val="dk1"/>
                </a:solidFill>
              </a:rPr>
              <a:t>An Ugly Myspace Profile Will Sure Ruin Your Reputation</a:t>
            </a:r>
            <a:endParaRPr/>
          </a:p>
        </p:txBody>
      </p:sp>
      <p:sp>
        <p:nvSpPr>
          <p:cNvPr id="838" name="Google Shape;838;p81"/>
          <p:cNvSpPr txBox="1"/>
          <p:nvPr>
            <p:ph idx="1" type="body"/>
          </p:nvPr>
        </p:nvSpPr>
        <p:spPr>
          <a:xfrm>
            <a:off x="3303500" y="843275"/>
            <a:ext cx="2537100" cy="348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solidFill>
                  <a:schemeClr val="dk1"/>
                </a:solidFill>
              </a:rPr>
              <a:t>Welcome To Classifieds Free Ads Free Advertisement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Businesses at present had creatively generated effective advertising campaigns in the form of audio visual media that includes the television and radios and the print media that cover the newspaper and campaign materials like the posters, brochures, business cards, flyers and many more.</a:t>
            </a:r>
            <a:br>
              <a:rPr lang="en"/>
            </a:br>
            <a:br>
              <a:rPr lang="en"/>
            </a:br>
            <a:r>
              <a:rPr lang="en"/>
              <a:t>Taking part with the flyers – they are tiny form or a single sheet promotional tool that easily spreads by hand. They are simply characterized as a simple yet compelling promotional material that helps businesses to easily reach out for their targeted audience. </a:t>
            </a:r>
            <a:br>
              <a:rPr lang="en"/>
            </a:br>
            <a:br>
              <a:rPr lang="en"/>
            </a:br>
            <a:r>
              <a:rPr lang="en"/>
              <a:t>Taking part with the flyers – they are tiny form or a single sheet promotional tool that easily spreads by hand. They are simply characterized as a simple yet compelling promotional material that helps businesses to easily reach out for their targeted audience. </a:t>
            </a:r>
            <a:endParaRPr/>
          </a:p>
        </p:txBody>
      </p:sp>
      <p:sp>
        <p:nvSpPr>
          <p:cNvPr id="839" name="Google Shape;839;p8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840" name="Google Shape;840;p81"/>
          <p:cNvPicPr preferRelativeResize="0"/>
          <p:nvPr/>
        </p:nvPicPr>
        <p:blipFill rotWithShape="1">
          <a:blip r:embed="rId3">
            <a:alphaModFix/>
          </a:blip>
          <a:srcRect b="0" l="23609" r="23609" t="0"/>
          <a:stretch/>
        </p:blipFill>
        <p:spPr>
          <a:xfrm>
            <a:off x="6061525" y="578325"/>
            <a:ext cx="2537103" cy="375032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82"/>
          <p:cNvSpPr txBox="1"/>
          <p:nvPr>
            <p:ph type="ctrTitle"/>
          </p:nvPr>
        </p:nvSpPr>
        <p:spPr>
          <a:xfrm>
            <a:off x="545450" y="843312"/>
            <a:ext cx="2304300" cy="3485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Consumer Psychology in the Industrial and Manufacturing Equipment Marketplace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b="0" lang="en" sz="1000"/>
              <a:t>Writing A Good Headline For Your Advertisement</a:t>
            </a:r>
            <a:endParaRPr b="0" sz="1000"/>
          </a:p>
          <a:p>
            <a:pPr indent="0" lvl="0" marL="0" rtl="0" algn="l">
              <a:lnSpc>
                <a:spcPct val="100000"/>
              </a:lnSpc>
              <a:spcBef>
                <a:spcPts val="0"/>
              </a:spcBef>
              <a:spcAft>
                <a:spcPts val="0"/>
              </a:spcAft>
              <a:buNone/>
            </a:pPr>
            <a:r>
              <a:t/>
            </a:r>
            <a:endParaRPr/>
          </a:p>
        </p:txBody>
      </p:sp>
      <p:sp>
        <p:nvSpPr>
          <p:cNvPr id="846" name="Google Shape;846;p82"/>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solidFill>
                  <a:schemeClr val="dk1"/>
                </a:solidFill>
              </a:rPr>
              <a:t>An Ugly Myspace Profile Will Sure Ruin Your Reputation</a:t>
            </a:r>
            <a:endParaRPr/>
          </a:p>
        </p:txBody>
      </p:sp>
      <p:sp>
        <p:nvSpPr>
          <p:cNvPr id="847" name="Google Shape;847;p82"/>
          <p:cNvSpPr txBox="1"/>
          <p:nvPr>
            <p:ph idx="1" type="body"/>
          </p:nvPr>
        </p:nvSpPr>
        <p:spPr>
          <a:xfrm>
            <a:off x="3303500" y="843275"/>
            <a:ext cx="2537100" cy="348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I want to talk about to things that are quite important to me.</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 sz="1200"/>
              <a:t>Businesses at present had creatively generated effective advertising campaigns in the form of audio visual media that includes the television and radios and the print media that cover the newspaper and campaign materials like the posters, brochures, business cards, flyers and many more.</a:t>
            </a:r>
            <a:endParaRPr b="1" sz="1200"/>
          </a:p>
          <a:p>
            <a:pPr indent="0" lvl="0" marL="0" rtl="0" algn="l">
              <a:spcBef>
                <a:spcPts val="0"/>
              </a:spcBef>
              <a:spcAft>
                <a:spcPts val="0"/>
              </a:spcAft>
              <a:buNone/>
            </a:pPr>
            <a:r>
              <a:t/>
            </a:r>
            <a:endParaRPr b="1" sz="1200"/>
          </a:p>
        </p:txBody>
      </p:sp>
      <p:sp>
        <p:nvSpPr>
          <p:cNvPr id="848" name="Google Shape;848;p8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849" name="Google Shape;849;p82"/>
          <p:cNvPicPr preferRelativeResize="0"/>
          <p:nvPr/>
        </p:nvPicPr>
        <p:blipFill rotWithShape="1">
          <a:blip r:embed="rId3">
            <a:alphaModFix/>
          </a:blip>
          <a:srcRect b="1343" l="0" r="0" t="1343"/>
          <a:stretch/>
        </p:blipFill>
        <p:spPr>
          <a:xfrm>
            <a:off x="6061525" y="578325"/>
            <a:ext cx="2537105" cy="375032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83"/>
          <p:cNvSpPr txBox="1"/>
          <p:nvPr>
            <p:ph type="ctrTitle"/>
          </p:nvPr>
        </p:nvSpPr>
        <p:spPr>
          <a:xfrm>
            <a:off x="545450" y="843312"/>
            <a:ext cx="2304300" cy="3485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Consumer Psychology in the Industrial and Manufacturing Equipment Marketplace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b="0" lang="en" sz="1000"/>
              <a:t>Writing A Good Headline For Your Advertisement</a:t>
            </a:r>
            <a:endParaRPr b="0" sz="1000"/>
          </a:p>
          <a:p>
            <a:pPr indent="0" lvl="0" marL="0" rtl="0" algn="l">
              <a:lnSpc>
                <a:spcPct val="100000"/>
              </a:lnSpc>
              <a:spcBef>
                <a:spcPts val="0"/>
              </a:spcBef>
              <a:spcAft>
                <a:spcPts val="0"/>
              </a:spcAft>
              <a:buNone/>
            </a:pPr>
            <a:r>
              <a:t/>
            </a:r>
            <a:endParaRPr/>
          </a:p>
        </p:txBody>
      </p:sp>
      <p:sp>
        <p:nvSpPr>
          <p:cNvPr id="855" name="Google Shape;855;p83"/>
          <p:cNvSpPr txBox="1"/>
          <p:nvPr>
            <p:ph idx="2"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solidFill>
                  <a:schemeClr val="dk1"/>
                </a:solidFill>
              </a:rPr>
              <a:t>An Ugly Myspace Profile Will Sure Ruin Your Reputation</a:t>
            </a:r>
            <a:endParaRPr/>
          </a:p>
        </p:txBody>
      </p:sp>
      <p:sp>
        <p:nvSpPr>
          <p:cNvPr id="856" name="Google Shape;856;p83"/>
          <p:cNvSpPr txBox="1"/>
          <p:nvPr>
            <p:ph idx="1" type="body"/>
          </p:nvPr>
        </p:nvSpPr>
        <p:spPr>
          <a:xfrm>
            <a:off x="3303500" y="843275"/>
            <a:ext cx="3909900" cy="348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solidFill>
                  <a:schemeClr val="dk1"/>
                </a:solidFill>
              </a:rPr>
              <a:t>Welcome To Classifieds Free Ads Free Advertisement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Businesses at present had creatively generated effective advertising campaigns in the form of audio visual media that includes the television and radios and the print media that cover the newspaper and campaign materials like the posters, brochures, business cards, flyers and many more.</a:t>
            </a:r>
            <a:br>
              <a:rPr lang="en"/>
            </a:br>
            <a:br>
              <a:rPr lang="en"/>
            </a:br>
            <a:r>
              <a:rPr lang="en"/>
              <a:t>Taking part with the flyers – they are tiny form or a single sheet promotional tool that easily spreads by hand. They are simply characterized as a simple yet compelling promotional material that helps businesses to easily reach out for their targeted audience. </a:t>
            </a:r>
            <a:br>
              <a:rPr lang="en"/>
            </a:br>
            <a:br>
              <a:rPr lang="en"/>
            </a:br>
            <a:r>
              <a:rPr lang="en"/>
              <a:t>Taking part with the flyers – they are tiny form or a single sheet promotional tool that easily spreads by hand. They are simply characterized as a simple yet compelling promotional material that helps businesses to easily reach out for their targeted audience. </a:t>
            </a:r>
            <a:endParaRPr/>
          </a:p>
        </p:txBody>
      </p:sp>
      <p:sp>
        <p:nvSpPr>
          <p:cNvPr id="857" name="Google Shape;857;p8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84"/>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863" name="Google Shape;863;p8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864" name="Google Shape;864;p84"/>
          <p:cNvPicPr preferRelativeResize="0"/>
          <p:nvPr/>
        </p:nvPicPr>
        <p:blipFill rotWithShape="1">
          <a:blip r:embed="rId3">
            <a:alphaModFix/>
          </a:blip>
          <a:srcRect b="8088" l="0" r="0" t="0"/>
          <a:stretch/>
        </p:blipFill>
        <p:spPr>
          <a:xfrm>
            <a:off x="3257225" y="571375"/>
            <a:ext cx="5341426" cy="2659200"/>
          </a:xfrm>
          <a:prstGeom prst="rect">
            <a:avLst/>
          </a:prstGeom>
          <a:noFill/>
          <a:ln>
            <a:noFill/>
          </a:ln>
        </p:spPr>
      </p:pic>
      <p:pic>
        <p:nvPicPr>
          <p:cNvPr id="865" name="Google Shape;865;p84"/>
          <p:cNvPicPr preferRelativeResize="0"/>
          <p:nvPr/>
        </p:nvPicPr>
        <p:blipFill>
          <a:blip r:embed="rId4">
            <a:alphaModFix/>
          </a:blip>
          <a:stretch>
            <a:fillRect/>
          </a:stretch>
        </p:blipFill>
        <p:spPr>
          <a:xfrm>
            <a:off x="3369575" y="3194618"/>
            <a:ext cx="2493976" cy="1081100"/>
          </a:xfrm>
          <a:prstGeom prst="rect">
            <a:avLst/>
          </a:prstGeom>
          <a:noFill/>
          <a:ln>
            <a:noFill/>
          </a:ln>
        </p:spPr>
      </p:pic>
      <p:pic>
        <p:nvPicPr>
          <p:cNvPr id="866" name="Google Shape;866;p84"/>
          <p:cNvPicPr preferRelativeResize="0"/>
          <p:nvPr/>
        </p:nvPicPr>
        <p:blipFill>
          <a:blip r:embed="rId4">
            <a:alphaModFix/>
          </a:blip>
          <a:stretch>
            <a:fillRect/>
          </a:stretch>
        </p:blipFill>
        <p:spPr>
          <a:xfrm>
            <a:off x="5889694" y="3194618"/>
            <a:ext cx="2493976" cy="1081100"/>
          </a:xfrm>
          <a:prstGeom prst="rect">
            <a:avLst/>
          </a:prstGeom>
          <a:noFill/>
          <a:ln>
            <a:noFill/>
          </a:ln>
        </p:spPr>
      </p:pic>
      <p:sp>
        <p:nvSpPr>
          <p:cNvPr id="867" name="Google Shape;867;p84"/>
          <p:cNvSpPr txBox="1"/>
          <p:nvPr>
            <p:ph idx="2" type="body"/>
          </p:nvPr>
        </p:nvSpPr>
        <p:spPr>
          <a:xfrm>
            <a:off x="545450" y="843275"/>
            <a:ext cx="2311800" cy="348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Welcome To Classifieds Free Ads Free Advertisement</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Businesses at present had creatively generated effective advertising campaigns in the form of audio visual media that includes the television and radios and the print media that cover the newspaper and campaign materials like the posters, brochures, business cards, flyers and many more.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85"/>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873" name="Google Shape;873;p8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874" name="Google Shape;874;p85"/>
          <p:cNvPicPr preferRelativeResize="0"/>
          <p:nvPr/>
        </p:nvPicPr>
        <p:blipFill rotWithShape="1">
          <a:blip r:embed="rId3">
            <a:alphaModFix/>
          </a:blip>
          <a:srcRect b="14829" l="0" r="0" t="14822"/>
          <a:stretch/>
        </p:blipFill>
        <p:spPr>
          <a:xfrm>
            <a:off x="3257225" y="571375"/>
            <a:ext cx="5341427" cy="3757596"/>
          </a:xfrm>
          <a:prstGeom prst="rect">
            <a:avLst/>
          </a:prstGeom>
          <a:noFill/>
          <a:ln>
            <a:noFill/>
          </a:ln>
        </p:spPr>
      </p:pic>
      <p:sp>
        <p:nvSpPr>
          <p:cNvPr id="875" name="Google Shape;875;p85"/>
          <p:cNvSpPr txBox="1"/>
          <p:nvPr>
            <p:ph idx="2" type="body"/>
          </p:nvPr>
        </p:nvSpPr>
        <p:spPr>
          <a:xfrm>
            <a:off x="545450" y="843275"/>
            <a:ext cx="2311800" cy="348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Yes it’s a banana!</a:t>
            </a:r>
            <a:br>
              <a:rPr b="1" lang="en" sz="1200"/>
            </a:br>
            <a:endParaRPr b="1" sz="1200"/>
          </a:p>
          <a:p>
            <a:pPr indent="0" lvl="0" marL="0" rtl="0" algn="l">
              <a:spcBef>
                <a:spcPts val="0"/>
              </a:spcBef>
              <a:spcAft>
                <a:spcPts val="0"/>
              </a:spcAft>
              <a:buNone/>
            </a:pPr>
            <a:r>
              <a:rPr b="1" lang="en" sz="1200"/>
              <a:t>Businesses at present had creatively generated effective advertising campaigns in the form of audio visual media that includes the television and radios and the print media.</a:t>
            </a:r>
            <a:endParaRPr b="1" sz="12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86"/>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881" name="Google Shape;881;p86"/>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882" name="Google Shape;882;p86"/>
          <p:cNvPicPr preferRelativeResize="0"/>
          <p:nvPr/>
        </p:nvPicPr>
        <p:blipFill rotWithShape="1">
          <a:blip r:embed="rId3">
            <a:alphaModFix/>
          </a:blip>
          <a:srcRect b="26501" l="18466" r="18466" t="45709"/>
          <a:stretch/>
        </p:blipFill>
        <p:spPr>
          <a:xfrm>
            <a:off x="545450" y="571375"/>
            <a:ext cx="5341427" cy="3757595"/>
          </a:xfrm>
          <a:prstGeom prst="rect">
            <a:avLst/>
          </a:prstGeom>
          <a:noFill/>
          <a:ln>
            <a:noFill/>
          </a:ln>
        </p:spPr>
      </p:pic>
      <p:sp>
        <p:nvSpPr>
          <p:cNvPr id="883" name="Google Shape;883;p86"/>
          <p:cNvSpPr txBox="1"/>
          <p:nvPr>
            <p:ph idx="2" type="body"/>
          </p:nvPr>
        </p:nvSpPr>
        <p:spPr>
          <a:xfrm>
            <a:off x="6298700" y="843275"/>
            <a:ext cx="2311800" cy="348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200"/>
              <a:t>A beautiful Starbucks cup.</a:t>
            </a:r>
            <a:br>
              <a:rPr b="1" lang="en" sz="1200"/>
            </a:br>
            <a:endParaRPr b="1" sz="1200"/>
          </a:p>
          <a:p>
            <a:pPr indent="0" lvl="0" marL="0" rtl="0" algn="l">
              <a:spcBef>
                <a:spcPts val="0"/>
              </a:spcBef>
              <a:spcAft>
                <a:spcPts val="0"/>
              </a:spcAft>
              <a:buNone/>
            </a:pPr>
            <a:r>
              <a:rPr b="1" lang="en" sz="1200"/>
              <a:t>Businesses at present had creatively generated effective advertising campaigns in the form of audio visual media that includes the television and radios and the print media.</a:t>
            </a:r>
            <a:endParaRPr b="1" sz="12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87"/>
          <p:cNvSpPr txBox="1"/>
          <p:nvPr>
            <p:ph type="ctrTitle"/>
          </p:nvPr>
        </p:nvSpPr>
        <p:spPr>
          <a:xfrm>
            <a:off x="545450"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Effective Forms Advertising</a:t>
            </a:r>
            <a:endParaRPr/>
          </a:p>
        </p:txBody>
      </p:sp>
      <p:sp>
        <p:nvSpPr>
          <p:cNvPr id="889" name="Google Shape;889;p87"/>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Design Week 2020</a:t>
            </a:r>
            <a:endParaRPr/>
          </a:p>
        </p:txBody>
      </p:sp>
      <p:sp>
        <p:nvSpPr>
          <p:cNvPr id="890" name="Google Shape;890;p87"/>
          <p:cNvSpPr txBox="1"/>
          <p:nvPr>
            <p:ph idx="2" type="subTitle"/>
          </p:nvPr>
        </p:nvSpPr>
        <p:spPr>
          <a:xfrm>
            <a:off x="54545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pic>
        <p:nvPicPr>
          <p:cNvPr id="891" name="Google Shape;891;p87"/>
          <p:cNvPicPr preferRelativeResize="0"/>
          <p:nvPr/>
        </p:nvPicPr>
        <p:blipFill rotWithShape="1">
          <a:blip r:embed="rId3">
            <a:alphaModFix/>
          </a:blip>
          <a:srcRect b="3840" l="0" r="0" t="3840"/>
          <a:stretch/>
        </p:blipFill>
        <p:spPr>
          <a:xfrm>
            <a:off x="4688750" y="0"/>
            <a:ext cx="4456457" cy="51435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88"/>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897" name="Google Shape;897;p8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98" name="Google Shape;898;p88"/>
          <p:cNvSpPr txBox="1"/>
          <p:nvPr>
            <p:ph idx="2" type="body"/>
          </p:nvPr>
        </p:nvSpPr>
        <p:spPr>
          <a:xfrm>
            <a:off x="6298700" y="843275"/>
            <a:ext cx="2311800" cy="348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Welcome To Classifieds Free Ads Free Advertisement</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Businesses at present had creatively generated effective advertising campaigns in the form of audio visual media that includes the television and radios and the print media that cover the newspaper and campaign materials like the posters, brochures, business cards, flyers and many more.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descr="Check your blood oxygen level. Track your sleep. Take an ECG, anytime. Introducing Apple Watch Series 6. The future of health is on your wrist.&#10;&#10;Learn more: https://apple.co/32u5xGw &#10;&#10;“Rise Up” by The Freedom Affair https://apple.co/TheFreedomAffair" id="899" name="Google Shape;899;p88" title="Introducing Apple Watch Series 6 — It Already Does That">
            <a:hlinkClick r:id="rId3"/>
          </p:cNvPr>
          <p:cNvPicPr preferRelativeResize="0"/>
          <p:nvPr/>
        </p:nvPicPr>
        <p:blipFill>
          <a:blip r:embed="rId4">
            <a:alphaModFix/>
          </a:blip>
          <a:stretch>
            <a:fillRect/>
          </a:stretch>
        </p:blipFill>
        <p:spPr>
          <a:xfrm>
            <a:off x="545450" y="843281"/>
            <a:ext cx="5295050" cy="2978409"/>
          </a:xfrm>
          <a:prstGeom prst="rect">
            <a:avLst/>
          </a:prstGeom>
          <a:noFill/>
          <a:ln>
            <a:noFill/>
          </a:ln>
        </p:spPr>
      </p:pic>
      <p:sp>
        <p:nvSpPr>
          <p:cNvPr id="900" name="Google Shape;900;p88"/>
          <p:cNvSpPr txBox="1"/>
          <p:nvPr/>
        </p:nvSpPr>
        <p:spPr>
          <a:xfrm>
            <a:off x="545400" y="3821700"/>
            <a:ext cx="5295000" cy="16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400">
                <a:latin typeface="Inter"/>
                <a:ea typeface="Inter"/>
                <a:cs typeface="Inter"/>
                <a:sym typeface="Inter"/>
              </a:rPr>
              <a:t>Source: Youtube</a:t>
            </a:r>
            <a:endParaRPr sz="400">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04" name="Shape 904"/>
        <p:cNvGrpSpPr/>
        <p:nvPr/>
      </p:nvGrpSpPr>
      <p:grpSpPr>
        <a:xfrm>
          <a:off x="0" y="0"/>
          <a:ext cx="0" cy="0"/>
          <a:chOff x="0" y="0"/>
          <a:chExt cx="0" cy="0"/>
        </a:xfrm>
      </p:grpSpPr>
      <p:sp>
        <p:nvSpPr>
          <p:cNvPr id="905" name="Google Shape;905;p89"/>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906" name="Google Shape;906;p8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07" name="Google Shape;907;p89"/>
          <p:cNvSpPr txBox="1"/>
          <p:nvPr>
            <p:ph type="title"/>
          </p:nvPr>
        </p:nvSpPr>
        <p:spPr>
          <a:xfrm>
            <a:off x="550850" y="588000"/>
            <a:ext cx="3909900" cy="323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lt1"/>
                </a:solidFill>
              </a:rPr>
              <a:t>Apple has a new </a:t>
            </a:r>
            <a:br>
              <a:rPr lang="en">
                <a:solidFill>
                  <a:schemeClr val="lt1"/>
                </a:solidFill>
              </a:rPr>
            </a:br>
            <a:r>
              <a:rPr lang="en">
                <a:solidFill>
                  <a:schemeClr val="lt1"/>
                </a:solidFill>
              </a:rPr>
              <a:t>Plan for the Workplace.</a:t>
            </a:r>
            <a:endParaRPr>
              <a:solidFill>
                <a:schemeClr val="lt1"/>
              </a:solidFill>
            </a:endParaRPr>
          </a:p>
        </p:txBody>
      </p:sp>
      <p:sp>
        <p:nvSpPr>
          <p:cNvPr id="908" name="Google Shape;908;p89"/>
          <p:cNvSpPr txBox="1"/>
          <p:nvPr>
            <p:ph idx="2" type="body"/>
          </p:nvPr>
        </p:nvSpPr>
        <p:spPr>
          <a:xfrm>
            <a:off x="537875" y="4037350"/>
            <a:ext cx="3909900" cy="29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Bloomberg</a:t>
            </a:r>
            <a:endParaRPr/>
          </a:p>
          <a:p>
            <a:pPr indent="0" lvl="0" marL="0" rtl="0" algn="l">
              <a:spcBef>
                <a:spcPts val="0"/>
              </a:spcBef>
              <a:spcAft>
                <a:spcPts val="0"/>
              </a:spcAft>
              <a:buNone/>
            </a:pPr>
            <a:r>
              <a:rPr lang="en"/>
              <a:t>2020</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2" name="Shape 912"/>
        <p:cNvGrpSpPr/>
        <p:nvPr/>
      </p:nvGrpSpPr>
      <p:grpSpPr>
        <a:xfrm>
          <a:off x="0" y="0"/>
          <a:ext cx="0" cy="0"/>
          <a:chOff x="0" y="0"/>
          <a:chExt cx="0" cy="0"/>
        </a:xfrm>
      </p:grpSpPr>
      <p:sp>
        <p:nvSpPr>
          <p:cNvPr id="913" name="Google Shape;913;p90"/>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914" name="Google Shape;914;p9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15" name="Google Shape;915;p90"/>
          <p:cNvSpPr txBox="1"/>
          <p:nvPr>
            <p:ph type="title"/>
          </p:nvPr>
        </p:nvSpPr>
        <p:spPr>
          <a:xfrm>
            <a:off x="4688650" y="588000"/>
            <a:ext cx="3909900" cy="323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lt1"/>
                </a:solidFill>
              </a:rPr>
              <a:t>Smartwatch and fitness band sales more than doubled last year</a:t>
            </a:r>
            <a:endParaRPr>
              <a:solidFill>
                <a:schemeClr val="lt1"/>
              </a:solidFill>
            </a:endParaRPr>
          </a:p>
        </p:txBody>
      </p:sp>
      <p:sp>
        <p:nvSpPr>
          <p:cNvPr id="916" name="Google Shape;916;p90"/>
          <p:cNvSpPr txBox="1"/>
          <p:nvPr>
            <p:ph idx="2" type="body"/>
          </p:nvPr>
        </p:nvSpPr>
        <p:spPr>
          <a:xfrm>
            <a:off x="4675675" y="4037350"/>
            <a:ext cx="3909900" cy="29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Bloomberg</a:t>
            </a:r>
            <a:endParaRPr/>
          </a:p>
          <a:p>
            <a:pPr indent="0" lvl="0" marL="0" rtl="0" algn="l">
              <a:spcBef>
                <a:spcPts val="0"/>
              </a:spcBef>
              <a:spcAft>
                <a:spcPts val="0"/>
              </a:spcAft>
              <a:buNone/>
            </a:pPr>
            <a:r>
              <a:rPr lang="en"/>
              <a:t>2020</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91"/>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922" name="Google Shape;922;p91"/>
          <p:cNvSpPr txBox="1"/>
          <p:nvPr>
            <p:ph type="title"/>
          </p:nvPr>
        </p:nvSpPr>
        <p:spPr>
          <a:xfrm>
            <a:off x="550850" y="588000"/>
            <a:ext cx="3909900" cy="323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Ugly Myspace </a:t>
            </a:r>
            <a:endParaRPr/>
          </a:p>
          <a:p>
            <a:pPr indent="0" lvl="0" marL="0" rtl="0" algn="l">
              <a:spcBef>
                <a:spcPts val="0"/>
              </a:spcBef>
              <a:spcAft>
                <a:spcPts val="0"/>
              </a:spcAft>
              <a:buNone/>
            </a:pPr>
            <a:r>
              <a:rPr lang="en"/>
              <a:t>Profile Will Sure Ruin Your Reputation”</a:t>
            </a:r>
            <a:endParaRPr/>
          </a:p>
        </p:txBody>
      </p:sp>
      <p:sp>
        <p:nvSpPr>
          <p:cNvPr id="923" name="Google Shape;923;p9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24" name="Google Shape;924;p91"/>
          <p:cNvSpPr txBox="1"/>
          <p:nvPr>
            <p:ph idx="2" type="body"/>
          </p:nvPr>
        </p:nvSpPr>
        <p:spPr>
          <a:xfrm>
            <a:off x="537875" y="4037350"/>
            <a:ext cx="3909900" cy="29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Mark Adams</a:t>
            </a:r>
            <a:endParaRPr/>
          </a:p>
          <a:p>
            <a:pPr indent="0" lvl="0" marL="0" rtl="0" algn="l">
              <a:spcBef>
                <a:spcPts val="0"/>
              </a:spcBef>
              <a:spcAft>
                <a:spcPts val="0"/>
              </a:spcAft>
              <a:buNone/>
            </a:pPr>
            <a:r>
              <a:rPr lang="en"/>
              <a:t>Content Creator</a:t>
            </a:r>
            <a:endParaRPr/>
          </a:p>
        </p:txBody>
      </p:sp>
      <p:pic>
        <p:nvPicPr>
          <p:cNvPr id="925" name="Google Shape;925;p91"/>
          <p:cNvPicPr preferRelativeResize="0"/>
          <p:nvPr/>
        </p:nvPicPr>
        <p:blipFill rotWithShape="1">
          <a:blip r:embed="rId3">
            <a:alphaModFix/>
          </a:blip>
          <a:srcRect b="2162" l="0" r="0" t="2162"/>
          <a:stretch/>
        </p:blipFill>
        <p:spPr>
          <a:xfrm>
            <a:off x="4688725" y="588000"/>
            <a:ext cx="3909901" cy="37406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92"/>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931" name="Google Shape;931;p92"/>
          <p:cNvSpPr txBox="1"/>
          <p:nvPr>
            <p:ph type="title"/>
          </p:nvPr>
        </p:nvSpPr>
        <p:spPr>
          <a:xfrm>
            <a:off x="550850" y="588000"/>
            <a:ext cx="3909900" cy="323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Ugly Myspace </a:t>
            </a:r>
            <a:endParaRPr/>
          </a:p>
          <a:p>
            <a:pPr indent="0" lvl="0" marL="0" rtl="0" algn="l">
              <a:spcBef>
                <a:spcPts val="0"/>
              </a:spcBef>
              <a:spcAft>
                <a:spcPts val="0"/>
              </a:spcAft>
              <a:buNone/>
            </a:pPr>
            <a:r>
              <a:rPr lang="en"/>
              <a:t>Profile Will Sure Ruin Your Reputation”</a:t>
            </a:r>
            <a:endParaRPr/>
          </a:p>
        </p:txBody>
      </p:sp>
      <p:sp>
        <p:nvSpPr>
          <p:cNvPr id="932" name="Google Shape;932;p9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33" name="Google Shape;933;p92"/>
          <p:cNvSpPr txBox="1"/>
          <p:nvPr>
            <p:ph idx="2" type="body"/>
          </p:nvPr>
        </p:nvSpPr>
        <p:spPr>
          <a:xfrm>
            <a:off x="537875" y="4037350"/>
            <a:ext cx="3909900" cy="29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Kim Wong</a:t>
            </a:r>
            <a:endParaRPr/>
          </a:p>
          <a:p>
            <a:pPr indent="0" lvl="0" marL="0" rtl="0" algn="l">
              <a:spcBef>
                <a:spcPts val="0"/>
              </a:spcBef>
              <a:spcAft>
                <a:spcPts val="0"/>
              </a:spcAft>
              <a:buNone/>
            </a:pPr>
            <a:r>
              <a:rPr lang="en"/>
              <a:t>CEO</a:t>
            </a:r>
            <a:endParaRPr/>
          </a:p>
        </p:txBody>
      </p:sp>
      <p:pic>
        <p:nvPicPr>
          <p:cNvPr id="934" name="Google Shape;934;p92"/>
          <p:cNvPicPr preferRelativeResize="0"/>
          <p:nvPr/>
        </p:nvPicPr>
        <p:blipFill rotWithShape="1">
          <a:blip r:embed="rId3">
            <a:alphaModFix/>
          </a:blip>
          <a:srcRect b="31140" l="0" r="0" t="5036"/>
          <a:stretch/>
        </p:blipFill>
        <p:spPr>
          <a:xfrm>
            <a:off x="4688725" y="588000"/>
            <a:ext cx="3909900" cy="37406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93"/>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940" name="Google Shape;940;p93"/>
          <p:cNvSpPr txBox="1"/>
          <p:nvPr>
            <p:ph type="title"/>
          </p:nvPr>
        </p:nvSpPr>
        <p:spPr>
          <a:xfrm>
            <a:off x="4701700" y="588000"/>
            <a:ext cx="3909900" cy="323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Ugly Myspace </a:t>
            </a:r>
            <a:endParaRPr/>
          </a:p>
          <a:p>
            <a:pPr indent="0" lvl="0" marL="0" rtl="0" algn="l">
              <a:spcBef>
                <a:spcPts val="0"/>
              </a:spcBef>
              <a:spcAft>
                <a:spcPts val="0"/>
              </a:spcAft>
              <a:buNone/>
            </a:pPr>
            <a:r>
              <a:rPr lang="en"/>
              <a:t>Profile Will Sure Ruin Your Reputation”</a:t>
            </a:r>
            <a:endParaRPr/>
          </a:p>
        </p:txBody>
      </p:sp>
      <p:sp>
        <p:nvSpPr>
          <p:cNvPr id="941" name="Google Shape;941;p93"/>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42" name="Google Shape;942;p93"/>
          <p:cNvSpPr txBox="1"/>
          <p:nvPr>
            <p:ph idx="2" type="body"/>
          </p:nvPr>
        </p:nvSpPr>
        <p:spPr>
          <a:xfrm>
            <a:off x="4688725" y="4037350"/>
            <a:ext cx="3909900" cy="29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Jennifer Adams</a:t>
            </a:r>
            <a:endParaRPr/>
          </a:p>
          <a:p>
            <a:pPr indent="0" lvl="0" marL="0" rtl="0" algn="l">
              <a:spcBef>
                <a:spcPts val="0"/>
              </a:spcBef>
              <a:spcAft>
                <a:spcPts val="0"/>
              </a:spcAft>
              <a:buNone/>
            </a:pPr>
            <a:r>
              <a:rPr lang="en"/>
              <a:t>CEO</a:t>
            </a:r>
            <a:endParaRPr/>
          </a:p>
        </p:txBody>
      </p:sp>
      <p:pic>
        <p:nvPicPr>
          <p:cNvPr id="943" name="Google Shape;943;p93"/>
          <p:cNvPicPr preferRelativeResize="0"/>
          <p:nvPr/>
        </p:nvPicPr>
        <p:blipFill rotWithShape="1">
          <a:blip r:embed="rId3">
            <a:alphaModFix/>
          </a:blip>
          <a:srcRect b="0" l="16339" r="14923" t="15711"/>
          <a:stretch/>
        </p:blipFill>
        <p:spPr>
          <a:xfrm>
            <a:off x="545450" y="588000"/>
            <a:ext cx="3909898" cy="374065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94"/>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949" name="Google Shape;949;p94"/>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950" name="Google Shape;950;p94"/>
          <p:cNvPicPr preferRelativeResize="0"/>
          <p:nvPr/>
        </p:nvPicPr>
        <p:blipFill rotWithShape="1">
          <a:blip r:embed="rId3">
            <a:alphaModFix/>
          </a:blip>
          <a:srcRect b="19758" l="160" r="0" t="11589"/>
          <a:stretch/>
        </p:blipFill>
        <p:spPr>
          <a:xfrm>
            <a:off x="545450" y="506300"/>
            <a:ext cx="8053204" cy="3691752"/>
          </a:xfrm>
          <a:prstGeom prst="rect">
            <a:avLst/>
          </a:prstGeom>
          <a:noFill/>
          <a:ln>
            <a:noFill/>
          </a:ln>
        </p:spPr>
      </p:pic>
      <p:sp>
        <p:nvSpPr>
          <p:cNvPr id="951" name="Google Shape;951;p94"/>
          <p:cNvSpPr txBox="1"/>
          <p:nvPr/>
        </p:nvSpPr>
        <p:spPr>
          <a:xfrm>
            <a:off x="545400" y="4198050"/>
            <a:ext cx="8053200" cy="16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400">
                <a:latin typeface="Inter"/>
                <a:ea typeface="Inter"/>
                <a:cs typeface="Inter"/>
                <a:sym typeface="Inter"/>
              </a:rPr>
              <a:t>Source: GettyImages</a:t>
            </a:r>
            <a:endParaRPr sz="400">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95"/>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957" name="Google Shape;957;p95"/>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958" name="Google Shape;958;p95"/>
          <p:cNvPicPr preferRelativeResize="0"/>
          <p:nvPr/>
        </p:nvPicPr>
        <p:blipFill rotWithShape="1">
          <a:blip r:embed="rId3">
            <a:alphaModFix/>
          </a:blip>
          <a:srcRect b="6778" l="6499" r="6499" t="6769"/>
          <a:stretch/>
        </p:blipFill>
        <p:spPr>
          <a:xfrm>
            <a:off x="545450" y="506300"/>
            <a:ext cx="3909898" cy="3884845"/>
          </a:xfrm>
          <a:prstGeom prst="rect">
            <a:avLst/>
          </a:prstGeom>
          <a:noFill/>
          <a:ln>
            <a:noFill/>
          </a:ln>
        </p:spPr>
      </p:pic>
      <p:pic>
        <p:nvPicPr>
          <p:cNvPr id="959" name="Google Shape;959;p95"/>
          <p:cNvPicPr preferRelativeResize="0"/>
          <p:nvPr/>
        </p:nvPicPr>
        <p:blipFill rotWithShape="1">
          <a:blip r:embed="rId4">
            <a:alphaModFix/>
          </a:blip>
          <a:srcRect b="18771" l="0" r="0" t="9668"/>
          <a:stretch/>
        </p:blipFill>
        <p:spPr>
          <a:xfrm>
            <a:off x="4688725" y="506300"/>
            <a:ext cx="3909899" cy="1832551"/>
          </a:xfrm>
          <a:prstGeom prst="rect">
            <a:avLst/>
          </a:prstGeom>
          <a:noFill/>
          <a:ln>
            <a:noFill/>
          </a:ln>
        </p:spPr>
      </p:pic>
      <p:pic>
        <p:nvPicPr>
          <p:cNvPr id="960" name="Google Shape;960;p95"/>
          <p:cNvPicPr preferRelativeResize="0"/>
          <p:nvPr/>
        </p:nvPicPr>
        <p:blipFill rotWithShape="1">
          <a:blip r:embed="rId5">
            <a:alphaModFix/>
          </a:blip>
          <a:srcRect b="14848" l="0" r="0" t="14848"/>
          <a:stretch/>
        </p:blipFill>
        <p:spPr>
          <a:xfrm>
            <a:off x="4688725" y="2560513"/>
            <a:ext cx="3909897" cy="183254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96"/>
          <p:cNvSpPr txBox="1"/>
          <p:nvPr>
            <p:ph type="ctrTitle"/>
          </p:nvPr>
        </p:nvSpPr>
        <p:spPr>
          <a:xfrm>
            <a:off x="545450" y="1448400"/>
            <a:ext cx="39099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Effective Forms Advertising</a:t>
            </a:r>
            <a:endParaRPr/>
          </a:p>
        </p:txBody>
      </p:sp>
      <p:sp>
        <p:nvSpPr>
          <p:cNvPr id="966" name="Google Shape;966;p96"/>
          <p:cNvSpPr txBox="1"/>
          <p:nvPr>
            <p:ph idx="1" type="subTitle"/>
          </p:nvPr>
        </p:nvSpPr>
        <p:spPr>
          <a:xfrm>
            <a:off x="1926550" y="525600"/>
            <a:ext cx="25287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04 ― 06</a:t>
            </a:r>
            <a:endParaRPr/>
          </a:p>
        </p:txBody>
      </p:sp>
      <p:sp>
        <p:nvSpPr>
          <p:cNvPr id="967" name="Google Shape;967;p96"/>
          <p:cNvSpPr txBox="1"/>
          <p:nvPr>
            <p:ph idx="2" type="subTitle"/>
          </p:nvPr>
        </p:nvSpPr>
        <p:spPr>
          <a:xfrm>
            <a:off x="54545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pic>
        <p:nvPicPr>
          <p:cNvPr id="968" name="Google Shape;968;p96"/>
          <p:cNvPicPr preferRelativeResize="0"/>
          <p:nvPr/>
        </p:nvPicPr>
        <p:blipFill rotWithShape="1">
          <a:blip r:embed="rId3">
            <a:alphaModFix/>
          </a:blip>
          <a:srcRect b="0" l="19474" r="38081" t="26232"/>
          <a:stretch/>
        </p:blipFill>
        <p:spPr>
          <a:xfrm>
            <a:off x="4688750" y="0"/>
            <a:ext cx="4456456" cy="514350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97"/>
          <p:cNvSpPr txBox="1"/>
          <p:nvPr>
            <p:ph idx="9" type="body"/>
          </p:nvPr>
        </p:nvSpPr>
        <p:spPr>
          <a:xfrm>
            <a:off x="545450" y="1218751"/>
            <a:ext cx="2304300" cy="3110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Latest Data on E-Commerce trend 2020</a:t>
            </a:r>
            <a:endParaRPr b="1" sz="1000"/>
          </a:p>
          <a:p>
            <a:pPr indent="0" lvl="0" marL="0" rtl="0" algn="l">
              <a:spcBef>
                <a:spcPts val="0"/>
              </a:spcBef>
              <a:spcAft>
                <a:spcPts val="0"/>
              </a:spcAft>
              <a:buNone/>
            </a:pPr>
            <a:r>
              <a:t/>
            </a:r>
            <a:endParaRPr/>
          </a:p>
          <a:p>
            <a:pPr indent="0" lvl="0" marL="0" rtl="0" algn="l">
              <a:spcBef>
                <a:spcPts val="0"/>
              </a:spcBef>
              <a:spcAft>
                <a:spcPts val="0"/>
              </a:spcAft>
              <a:buNone/>
            </a:pPr>
            <a:r>
              <a:rPr lang="en"/>
              <a:t>Businesses at present had creatively generated effective advertising campaigns in the form of audio visual media that.</a:t>
            </a:r>
            <a:endParaRPr/>
          </a:p>
          <a:p>
            <a:pPr indent="0" lvl="0" marL="0" rtl="0" algn="l">
              <a:spcBef>
                <a:spcPts val="0"/>
              </a:spcBef>
              <a:spcAft>
                <a:spcPts val="0"/>
              </a:spcAft>
              <a:buNone/>
            </a:pPr>
            <a:r>
              <a:rPr lang="en"/>
              <a:t>Businesses at present had creatively generated effective advertising campaigns in the form of audio visual media that.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74" name="Google Shape;974;p97"/>
          <p:cNvSpPr txBox="1"/>
          <p:nvPr>
            <p:ph idx="1" type="body"/>
          </p:nvPr>
        </p:nvSpPr>
        <p:spPr>
          <a:xfrm>
            <a:off x="6065950" y="121875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789</a:t>
            </a:r>
            <a:endParaRPr/>
          </a:p>
        </p:txBody>
      </p:sp>
      <p:sp>
        <p:nvSpPr>
          <p:cNvPr id="975" name="Google Shape;975;p97"/>
          <p:cNvSpPr txBox="1"/>
          <p:nvPr>
            <p:ph idx="2" type="body"/>
          </p:nvPr>
        </p:nvSpPr>
        <p:spPr>
          <a:xfrm>
            <a:off x="6061550" y="196300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Businesses at present had creatively generated effective advertising campaigns in the form of audio visual media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76" name="Google Shape;976;p97"/>
          <p:cNvSpPr txBox="1"/>
          <p:nvPr>
            <p:ph idx="3" type="body"/>
          </p:nvPr>
        </p:nvSpPr>
        <p:spPr>
          <a:xfrm>
            <a:off x="3305700" y="121875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88M</a:t>
            </a:r>
            <a:endParaRPr/>
          </a:p>
        </p:txBody>
      </p:sp>
      <p:sp>
        <p:nvSpPr>
          <p:cNvPr id="977" name="Google Shape;977;p97"/>
          <p:cNvSpPr txBox="1"/>
          <p:nvPr>
            <p:ph idx="4" type="body"/>
          </p:nvPr>
        </p:nvSpPr>
        <p:spPr>
          <a:xfrm>
            <a:off x="3301300" y="196300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Businesses at present had creatively generated effective advertising campaigns in the form of audio visual media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78" name="Google Shape;978;p97"/>
          <p:cNvSpPr txBox="1"/>
          <p:nvPr>
            <p:ph idx="5" type="body"/>
          </p:nvPr>
        </p:nvSpPr>
        <p:spPr>
          <a:xfrm>
            <a:off x="3303500" y="285317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+87</a:t>
            </a:r>
            <a:endParaRPr/>
          </a:p>
        </p:txBody>
      </p:sp>
      <p:sp>
        <p:nvSpPr>
          <p:cNvPr id="979" name="Google Shape;979;p97"/>
          <p:cNvSpPr txBox="1"/>
          <p:nvPr>
            <p:ph idx="6" type="body"/>
          </p:nvPr>
        </p:nvSpPr>
        <p:spPr>
          <a:xfrm>
            <a:off x="3299100" y="359742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Businesses at present had creatively generated effective advertising campaigns in the form of audio visual media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80" name="Google Shape;980;p97"/>
          <p:cNvSpPr txBox="1"/>
          <p:nvPr>
            <p:ph idx="7" type="body"/>
          </p:nvPr>
        </p:nvSpPr>
        <p:spPr>
          <a:xfrm>
            <a:off x="6061550" y="285317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-56%</a:t>
            </a:r>
            <a:endParaRPr/>
          </a:p>
        </p:txBody>
      </p:sp>
      <p:sp>
        <p:nvSpPr>
          <p:cNvPr id="981" name="Google Shape;981;p97"/>
          <p:cNvSpPr txBox="1"/>
          <p:nvPr>
            <p:ph idx="8" type="body"/>
          </p:nvPr>
        </p:nvSpPr>
        <p:spPr>
          <a:xfrm>
            <a:off x="6057150" y="359742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Businesses at present had creatively generated effective advertising campaigns in the form of audio visual media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82" name="Google Shape;982;p97"/>
          <p:cNvSpPr txBox="1"/>
          <p:nvPr>
            <p:ph idx="13"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983" name="Google Shape;983;p97"/>
          <p:cNvSpPr txBox="1"/>
          <p:nvPr>
            <p:ph type="ctrTitle"/>
          </p:nvPr>
        </p:nvSpPr>
        <p:spPr>
          <a:xfrm>
            <a:off x="545450" y="368250"/>
            <a:ext cx="59817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Latest Data on E-Commerce trend 2020</a:t>
            </a:r>
            <a:endParaRPr/>
          </a:p>
        </p:txBody>
      </p:sp>
      <p:sp>
        <p:nvSpPr>
          <p:cNvPr id="984" name="Google Shape;984;p97"/>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98"/>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solidFill>
                  <a:schemeClr val="lt1"/>
                </a:solidFill>
              </a:rPr>
              <a:t>Latest Data on E-Commerce trend 2020</a:t>
            </a:r>
            <a:endParaRPr/>
          </a:p>
        </p:txBody>
      </p:sp>
      <p:sp>
        <p:nvSpPr>
          <p:cNvPr id="990" name="Google Shape;990;p98"/>
          <p:cNvSpPr txBox="1"/>
          <p:nvPr>
            <p:ph idx="16"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991" name="Google Shape;991;p98"/>
          <p:cNvSpPr txBox="1"/>
          <p:nvPr>
            <p:ph idx="1" type="body"/>
          </p:nvPr>
        </p:nvSpPr>
        <p:spPr>
          <a:xfrm>
            <a:off x="545450" y="121875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899</a:t>
            </a:r>
            <a:endParaRPr/>
          </a:p>
        </p:txBody>
      </p:sp>
      <p:sp>
        <p:nvSpPr>
          <p:cNvPr id="992" name="Google Shape;992;p98"/>
          <p:cNvSpPr txBox="1"/>
          <p:nvPr>
            <p:ph idx="2" type="body"/>
          </p:nvPr>
        </p:nvSpPr>
        <p:spPr>
          <a:xfrm>
            <a:off x="541050" y="196300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Businesses at present had creatively generated effective advertising campaigns in the form of audio visual media that.</a:t>
            </a:r>
            <a:endParaRPr/>
          </a:p>
        </p:txBody>
      </p:sp>
      <p:sp>
        <p:nvSpPr>
          <p:cNvPr id="993" name="Google Shape;993;p98"/>
          <p:cNvSpPr txBox="1"/>
          <p:nvPr>
            <p:ph idx="3" type="body"/>
          </p:nvPr>
        </p:nvSpPr>
        <p:spPr>
          <a:xfrm>
            <a:off x="6065950" y="121875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+84%</a:t>
            </a:r>
            <a:endParaRPr/>
          </a:p>
        </p:txBody>
      </p:sp>
      <p:sp>
        <p:nvSpPr>
          <p:cNvPr id="994" name="Google Shape;994;p98"/>
          <p:cNvSpPr txBox="1"/>
          <p:nvPr>
            <p:ph idx="4" type="body"/>
          </p:nvPr>
        </p:nvSpPr>
        <p:spPr>
          <a:xfrm>
            <a:off x="6061550" y="196300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Businesses at present had creatively generated effective advertising campaigns in the form of audio visual media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95" name="Google Shape;995;p98"/>
          <p:cNvSpPr txBox="1"/>
          <p:nvPr>
            <p:ph idx="5" type="body"/>
          </p:nvPr>
        </p:nvSpPr>
        <p:spPr>
          <a:xfrm>
            <a:off x="3305700" y="121875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898M</a:t>
            </a:r>
            <a:endParaRPr/>
          </a:p>
        </p:txBody>
      </p:sp>
      <p:sp>
        <p:nvSpPr>
          <p:cNvPr id="996" name="Google Shape;996;p98"/>
          <p:cNvSpPr txBox="1"/>
          <p:nvPr>
            <p:ph idx="6" type="body"/>
          </p:nvPr>
        </p:nvSpPr>
        <p:spPr>
          <a:xfrm>
            <a:off x="3301300" y="196300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Businesses at present had creatively generated effective advertising campaigns in the form of audio visual media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97" name="Google Shape;997;p98"/>
          <p:cNvSpPr txBox="1"/>
          <p:nvPr>
            <p:ph idx="7" type="body"/>
          </p:nvPr>
        </p:nvSpPr>
        <p:spPr>
          <a:xfrm>
            <a:off x="545450" y="285317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88.9</a:t>
            </a:r>
            <a:endParaRPr/>
          </a:p>
        </p:txBody>
      </p:sp>
      <p:sp>
        <p:nvSpPr>
          <p:cNvPr id="998" name="Google Shape;998;p98"/>
          <p:cNvSpPr txBox="1"/>
          <p:nvPr>
            <p:ph idx="8" type="body"/>
          </p:nvPr>
        </p:nvSpPr>
        <p:spPr>
          <a:xfrm>
            <a:off x="541050" y="359742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Businesses at present had creatively generated effective advertising campaigns in the form of audio visual media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99" name="Google Shape;999;p98"/>
          <p:cNvSpPr txBox="1"/>
          <p:nvPr>
            <p:ph idx="9" type="body"/>
          </p:nvPr>
        </p:nvSpPr>
        <p:spPr>
          <a:xfrm>
            <a:off x="3303500" y="285317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89,9</a:t>
            </a:r>
            <a:endParaRPr/>
          </a:p>
        </p:txBody>
      </p:sp>
      <p:sp>
        <p:nvSpPr>
          <p:cNvPr id="1000" name="Google Shape;1000;p98"/>
          <p:cNvSpPr txBox="1"/>
          <p:nvPr>
            <p:ph idx="13" type="body"/>
          </p:nvPr>
        </p:nvSpPr>
        <p:spPr>
          <a:xfrm>
            <a:off x="3299100" y="359742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Businesses at present had creatively generated effective advertising campaigns in the form of audio visual media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001" name="Google Shape;1001;p98"/>
          <p:cNvSpPr txBox="1"/>
          <p:nvPr>
            <p:ph idx="14" type="body"/>
          </p:nvPr>
        </p:nvSpPr>
        <p:spPr>
          <a:xfrm>
            <a:off x="6061550" y="285317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155,8%</a:t>
            </a:r>
            <a:endParaRPr/>
          </a:p>
        </p:txBody>
      </p:sp>
      <p:sp>
        <p:nvSpPr>
          <p:cNvPr id="1002" name="Google Shape;1002;p98"/>
          <p:cNvSpPr txBox="1"/>
          <p:nvPr>
            <p:ph idx="15" type="body"/>
          </p:nvPr>
        </p:nvSpPr>
        <p:spPr>
          <a:xfrm>
            <a:off x="6057150" y="359742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Businesses at present had creatively generated effective advertising campaigns in the form of audio visual media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003" name="Google Shape;1003;p98"/>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99"/>
          <p:cNvSpPr txBox="1"/>
          <p:nvPr>
            <p:ph idx="1" type="body"/>
          </p:nvPr>
        </p:nvSpPr>
        <p:spPr>
          <a:xfrm>
            <a:off x="552050" y="121875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88M</a:t>
            </a:r>
            <a:endParaRPr/>
          </a:p>
        </p:txBody>
      </p:sp>
      <p:sp>
        <p:nvSpPr>
          <p:cNvPr id="1009" name="Google Shape;1009;p99"/>
          <p:cNvSpPr txBox="1"/>
          <p:nvPr>
            <p:ph idx="2" type="body"/>
          </p:nvPr>
        </p:nvSpPr>
        <p:spPr>
          <a:xfrm>
            <a:off x="547650" y="1963000"/>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Businesses at present had creatively generated effective advertising campaigns in the form of audio visual media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010" name="Google Shape;1010;p99"/>
          <p:cNvSpPr txBox="1"/>
          <p:nvPr>
            <p:ph idx="3" type="body"/>
          </p:nvPr>
        </p:nvSpPr>
        <p:spPr>
          <a:xfrm>
            <a:off x="549850" y="285317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89%</a:t>
            </a:r>
            <a:endParaRPr/>
          </a:p>
        </p:txBody>
      </p:sp>
      <p:sp>
        <p:nvSpPr>
          <p:cNvPr id="1011" name="Google Shape;1011;p99"/>
          <p:cNvSpPr txBox="1"/>
          <p:nvPr>
            <p:ph idx="4" type="body"/>
          </p:nvPr>
        </p:nvSpPr>
        <p:spPr>
          <a:xfrm>
            <a:off x="545450" y="3597425"/>
            <a:ext cx="2537100" cy="73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Businesses at present had creatively generated effective advertising campaigns in the form of audio visual media that.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012" name="Google Shape;1012;p99"/>
          <p:cNvSpPr txBox="1"/>
          <p:nvPr>
            <p:ph idx="5"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1013" name="Google Shape;1013;p99"/>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Latest Data on E-Commerce 2020</a:t>
            </a:r>
            <a:endParaRPr/>
          </a:p>
        </p:txBody>
      </p:sp>
      <p:pic>
        <p:nvPicPr>
          <p:cNvPr id="1014" name="Google Shape;1014;p99"/>
          <p:cNvPicPr preferRelativeResize="0"/>
          <p:nvPr/>
        </p:nvPicPr>
        <p:blipFill rotWithShape="1">
          <a:blip r:embed="rId3">
            <a:alphaModFix/>
          </a:blip>
          <a:srcRect b="3644" l="0" r="0" t="3635"/>
          <a:stretch/>
        </p:blipFill>
        <p:spPr>
          <a:xfrm>
            <a:off x="3304650" y="1069200"/>
            <a:ext cx="5293904" cy="3259628"/>
          </a:xfrm>
          <a:prstGeom prst="rect">
            <a:avLst/>
          </a:prstGeom>
          <a:noFill/>
          <a:ln>
            <a:noFill/>
          </a:ln>
        </p:spPr>
      </p:pic>
      <p:sp>
        <p:nvSpPr>
          <p:cNvPr id="1015" name="Google Shape;1015;p99"/>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100"/>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sp>
        <p:nvSpPr>
          <p:cNvPr id="1021" name="Google Shape;1021;p100"/>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022" name="Google Shape;1022;p100"/>
          <p:cNvGraphicFramePr/>
          <p:nvPr/>
        </p:nvGraphicFramePr>
        <p:xfrm>
          <a:off x="545450" y="496475"/>
          <a:ext cx="3000000" cy="3000000"/>
        </p:xfrm>
        <a:graphic>
          <a:graphicData uri="http://schemas.openxmlformats.org/drawingml/2006/table">
            <a:tbl>
              <a:tblPr>
                <a:noFill/>
                <a:tableStyleId>{3975787F-176D-4D19-A15C-1BD4523DBC1E}</a:tableStyleId>
              </a:tblPr>
              <a:tblGrid>
                <a:gridCol w="1349775"/>
                <a:gridCol w="1349775"/>
                <a:gridCol w="1349775"/>
                <a:gridCol w="1349775"/>
              </a:tblGrid>
              <a:tr h="725625">
                <a:tc>
                  <a:txBody>
                    <a:bodyPr/>
                    <a:lstStyle/>
                    <a:p>
                      <a:pPr indent="0" lvl="0" marL="0" rtl="0" algn="l">
                        <a:spcBef>
                          <a:spcPts val="0"/>
                        </a:spcBef>
                        <a:spcAft>
                          <a:spcPts val="0"/>
                        </a:spcAft>
                        <a:buNone/>
                      </a:pPr>
                      <a:r>
                        <a:rPr b="1" lang="en" sz="800">
                          <a:solidFill>
                            <a:srgbClr val="FFFFFF"/>
                          </a:solidFill>
                          <a:latin typeface="Inter"/>
                          <a:ea typeface="Inter"/>
                          <a:cs typeface="Inter"/>
                          <a:sym typeface="Inter"/>
                        </a:rPr>
                        <a:t> </a:t>
                      </a:r>
                      <a:endParaRPr b="1" sz="800">
                        <a:solidFill>
                          <a:srgbClr val="FFFFFF"/>
                        </a:solidFill>
                        <a:latin typeface="Inter"/>
                        <a:ea typeface="Inter"/>
                        <a:cs typeface="Inter"/>
                        <a:sym typeface="Inter"/>
                      </a:endParaRPr>
                    </a:p>
                  </a:txBody>
                  <a:tcPr marT="91425" marB="91425" marR="91425" marL="91425">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solidFill>
                      <a:srgbClr val="131313"/>
                    </a:solidFill>
                  </a:tcPr>
                </a:tc>
                <a:tc>
                  <a:txBody>
                    <a:bodyPr/>
                    <a:lstStyle/>
                    <a:p>
                      <a:pPr indent="0" lvl="0" marL="0" rtl="0" algn="l">
                        <a:spcBef>
                          <a:spcPts val="0"/>
                        </a:spcBef>
                        <a:spcAft>
                          <a:spcPts val="0"/>
                        </a:spcAft>
                        <a:buNone/>
                      </a:pPr>
                      <a:r>
                        <a:rPr b="1" lang="en" sz="800">
                          <a:solidFill>
                            <a:srgbClr val="FFFFFF"/>
                          </a:solidFill>
                          <a:latin typeface="Inter"/>
                          <a:ea typeface="Inter"/>
                          <a:cs typeface="Inter"/>
                          <a:sym typeface="Inter"/>
                        </a:rPr>
                        <a:t>January</a:t>
                      </a:r>
                      <a:endParaRPr b="1" sz="800">
                        <a:solidFill>
                          <a:srgbClr val="FFFFFF"/>
                        </a:solidFill>
                        <a:latin typeface="Inter"/>
                        <a:ea typeface="Inter"/>
                        <a:cs typeface="Inter"/>
                        <a:sym typeface="Inter"/>
                      </a:endParaRPr>
                    </a:p>
                    <a:p>
                      <a:pPr indent="0" lvl="0" marL="0" rtl="0" algn="l">
                        <a:spcBef>
                          <a:spcPts val="0"/>
                        </a:spcBef>
                        <a:spcAft>
                          <a:spcPts val="0"/>
                        </a:spcAft>
                        <a:buNone/>
                      </a:pPr>
                      <a:r>
                        <a:rPr b="1" lang="en" sz="800">
                          <a:solidFill>
                            <a:srgbClr val="FFFFFF"/>
                          </a:solidFill>
                          <a:latin typeface="Inter"/>
                          <a:ea typeface="Inter"/>
                          <a:cs typeface="Inter"/>
                          <a:sym typeface="Inter"/>
                        </a:rPr>
                        <a:t>2021</a:t>
                      </a:r>
                      <a:endParaRPr b="1" sz="800">
                        <a:solidFill>
                          <a:srgbClr val="FFFFFF"/>
                        </a:solidFill>
                        <a:latin typeface="Inter"/>
                        <a:ea typeface="Inter"/>
                        <a:cs typeface="Inter"/>
                        <a:sym typeface="Inter"/>
                      </a:endParaRPr>
                    </a:p>
                  </a:txBody>
                  <a:tcPr marT="91425" marB="91425" marR="91425" marL="91425">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solidFill>
                      <a:srgbClr val="131313"/>
                    </a:solidFill>
                  </a:tcPr>
                </a:tc>
                <a:tc>
                  <a:txBody>
                    <a:bodyPr/>
                    <a:lstStyle/>
                    <a:p>
                      <a:pPr indent="0" lvl="0" marL="0" rtl="0" algn="l">
                        <a:spcBef>
                          <a:spcPts val="0"/>
                        </a:spcBef>
                        <a:spcAft>
                          <a:spcPts val="0"/>
                        </a:spcAft>
                        <a:buNone/>
                      </a:pPr>
                      <a:r>
                        <a:rPr b="1" lang="en" sz="800">
                          <a:solidFill>
                            <a:srgbClr val="FFFFFF"/>
                          </a:solidFill>
                          <a:latin typeface="Inter"/>
                          <a:ea typeface="Inter"/>
                          <a:cs typeface="Inter"/>
                          <a:sym typeface="Inter"/>
                        </a:rPr>
                        <a:t>February</a:t>
                      </a:r>
                      <a:endParaRPr b="1" sz="800">
                        <a:solidFill>
                          <a:srgbClr val="FFFFFF"/>
                        </a:solidFill>
                        <a:latin typeface="Inter"/>
                        <a:ea typeface="Inter"/>
                        <a:cs typeface="Inter"/>
                        <a:sym typeface="Inter"/>
                      </a:endParaRPr>
                    </a:p>
                    <a:p>
                      <a:pPr indent="0" lvl="0" marL="0" rtl="0" algn="l">
                        <a:spcBef>
                          <a:spcPts val="0"/>
                        </a:spcBef>
                        <a:spcAft>
                          <a:spcPts val="0"/>
                        </a:spcAft>
                        <a:buNone/>
                      </a:pPr>
                      <a:r>
                        <a:rPr b="1" lang="en" sz="800">
                          <a:solidFill>
                            <a:srgbClr val="FFFFFF"/>
                          </a:solidFill>
                          <a:latin typeface="Inter"/>
                          <a:ea typeface="Inter"/>
                          <a:cs typeface="Inter"/>
                          <a:sym typeface="Inter"/>
                        </a:rPr>
                        <a:t>2021</a:t>
                      </a:r>
                      <a:endParaRPr b="1" sz="800">
                        <a:solidFill>
                          <a:srgbClr val="FFFFFF"/>
                        </a:solidFill>
                        <a:latin typeface="Inter"/>
                        <a:ea typeface="Inter"/>
                        <a:cs typeface="Inter"/>
                        <a:sym typeface="Inter"/>
                      </a:endParaRPr>
                    </a:p>
                    <a:p>
                      <a:pPr indent="0" lvl="0" marL="0" rtl="0" algn="l">
                        <a:spcBef>
                          <a:spcPts val="0"/>
                        </a:spcBef>
                        <a:spcAft>
                          <a:spcPts val="0"/>
                        </a:spcAft>
                        <a:buNone/>
                      </a:pPr>
                      <a:r>
                        <a:t/>
                      </a:r>
                      <a:endParaRPr b="1" sz="800">
                        <a:solidFill>
                          <a:srgbClr val="FFFFFF"/>
                        </a:solidFill>
                        <a:latin typeface="Inter"/>
                        <a:ea typeface="Inter"/>
                        <a:cs typeface="Inter"/>
                        <a:sym typeface="Inter"/>
                      </a:endParaRPr>
                    </a:p>
                  </a:txBody>
                  <a:tcPr marT="91425" marB="91425" marR="91425" marL="91425">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solidFill>
                      <a:srgbClr val="131313"/>
                    </a:solidFill>
                  </a:tcPr>
                </a:tc>
                <a:tc>
                  <a:txBody>
                    <a:bodyPr/>
                    <a:lstStyle/>
                    <a:p>
                      <a:pPr indent="0" lvl="0" marL="0" rtl="0" algn="l">
                        <a:spcBef>
                          <a:spcPts val="0"/>
                        </a:spcBef>
                        <a:spcAft>
                          <a:spcPts val="0"/>
                        </a:spcAft>
                        <a:buNone/>
                      </a:pPr>
                      <a:r>
                        <a:rPr b="1" lang="en" sz="800">
                          <a:solidFill>
                            <a:srgbClr val="FFFFFF"/>
                          </a:solidFill>
                          <a:latin typeface="Inter"/>
                          <a:ea typeface="Inter"/>
                          <a:cs typeface="Inter"/>
                          <a:sym typeface="Inter"/>
                        </a:rPr>
                        <a:t>March</a:t>
                      </a:r>
                      <a:endParaRPr b="1" sz="800">
                        <a:solidFill>
                          <a:srgbClr val="FFFFFF"/>
                        </a:solidFill>
                        <a:latin typeface="Inter"/>
                        <a:ea typeface="Inter"/>
                        <a:cs typeface="Inter"/>
                        <a:sym typeface="Inter"/>
                      </a:endParaRPr>
                    </a:p>
                    <a:p>
                      <a:pPr indent="0" lvl="0" marL="0" rtl="0" algn="l">
                        <a:spcBef>
                          <a:spcPts val="0"/>
                        </a:spcBef>
                        <a:spcAft>
                          <a:spcPts val="0"/>
                        </a:spcAft>
                        <a:buNone/>
                      </a:pPr>
                      <a:r>
                        <a:rPr b="1" lang="en" sz="800">
                          <a:solidFill>
                            <a:srgbClr val="FFFFFF"/>
                          </a:solidFill>
                          <a:latin typeface="Inter"/>
                          <a:ea typeface="Inter"/>
                          <a:cs typeface="Inter"/>
                          <a:sym typeface="Inter"/>
                        </a:rPr>
                        <a:t>2021</a:t>
                      </a:r>
                      <a:endParaRPr b="1" sz="800">
                        <a:solidFill>
                          <a:srgbClr val="FFFFFF"/>
                        </a:solidFill>
                        <a:latin typeface="Inter"/>
                        <a:ea typeface="Inter"/>
                        <a:cs typeface="Inter"/>
                        <a:sym typeface="Inter"/>
                      </a:endParaRPr>
                    </a:p>
                    <a:p>
                      <a:pPr indent="0" lvl="0" marL="0" rtl="0" algn="l">
                        <a:spcBef>
                          <a:spcPts val="0"/>
                        </a:spcBef>
                        <a:spcAft>
                          <a:spcPts val="0"/>
                        </a:spcAft>
                        <a:buNone/>
                      </a:pPr>
                      <a:r>
                        <a:t/>
                      </a:r>
                      <a:endParaRPr b="1" sz="800">
                        <a:solidFill>
                          <a:srgbClr val="FFFFFF"/>
                        </a:solidFill>
                        <a:latin typeface="Inter"/>
                        <a:ea typeface="Inter"/>
                        <a:cs typeface="Inter"/>
                        <a:sym typeface="Inter"/>
                      </a:endParaRPr>
                    </a:p>
                  </a:txBody>
                  <a:tcPr marT="91425" marB="91425" marR="91425" marL="91425">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solidFill>
                      <a:srgbClr val="131313"/>
                    </a:solidFill>
                  </a:tcPr>
                </a:tc>
              </a:tr>
              <a:tr h="642350">
                <a:tc>
                  <a:txBody>
                    <a:bodyPr/>
                    <a:lstStyle/>
                    <a:p>
                      <a:pPr indent="0" lvl="0" marL="0" rtl="0" algn="l">
                        <a:spcBef>
                          <a:spcPts val="0"/>
                        </a:spcBef>
                        <a:spcAft>
                          <a:spcPts val="0"/>
                        </a:spcAft>
                        <a:buNone/>
                      </a:pPr>
                      <a:r>
                        <a:rPr b="1" lang="en" sz="800">
                          <a:solidFill>
                            <a:schemeClr val="dk1"/>
                          </a:solidFill>
                          <a:latin typeface="Inter"/>
                          <a:ea typeface="Inter"/>
                          <a:cs typeface="Inter"/>
                          <a:sym typeface="Inter"/>
                        </a:rPr>
                        <a:t>Conversion</a:t>
                      </a:r>
                      <a:endParaRPr b="1" sz="800">
                        <a:solidFill>
                          <a:schemeClr val="dk1"/>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4.5%</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3%</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5.2%</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tcPr>
                </a:tc>
              </a:tr>
              <a:tr h="642350">
                <a:tc>
                  <a:txBody>
                    <a:bodyPr/>
                    <a:lstStyle/>
                    <a:p>
                      <a:pPr indent="0" lvl="0" marL="0" rtl="0" algn="l">
                        <a:spcBef>
                          <a:spcPts val="0"/>
                        </a:spcBef>
                        <a:spcAft>
                          <a:spcPts val="0"/>
                        </a:spcAft>
                        <a:buNone/>
                      </a:pPr>
                      <a:r>
                        <a:rPr b="1" lang="en" sz="800">
                          <a:solidFill>
                            <a:schemeClr val="dk1"/>
                          </a:solidFill>
                          <a:latin typeface="Inter"/>
                          <a:ea typeface="Inter"/>
                          <a:cs typeface="Inter"/>
                          <a:sym typeface="Inter"/>
                        </a:rPr>
                        <a:t>Users</a:t>
                      </a:r>
                      <a:endParaRPr b="1" sz="800">
                        <a:solidFill>
                          <a:schemeClr val="dk1"/>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678.987</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873.989</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1.349.680</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42350">
                <a:tc>
                  <a:txBody>
                    <a:bodyPr/>
                    <a:lstStyle/>
                    <a:p>
                      <a:pPr indent="0" lvl="0" marL="0" rtl="0" algn="l">
                        <a:spcBef>
                          <a:spcPts val="0"/>
                        </a:spcBef>
                        <a:spcAft>
                          <a:spcPts val="0"/>
                        </a:spcAft>
                        <a:buNone/>
                      </a:pPr>
                      <a:r>
                        <a:rPr b="1" lang="en" sz="800">
                          <a:solidFill>
                            <a:schemeClr val="dk1"/>
                          </a:solidFill>
                          <a:latin typeface="Inter"/>
                          <a:ea typeface="Inter"/>
                          <a:cs typeface="Inter"/>
                          <a:sym typeface="Inter"/>
                        </a:rPr>
                        <a:t>Logins</a:t>
                      </a:r>
                      <a:endParaRPr b="1" sz="800">
                        <a:solidFill>
                          <a:schemeClr val="dk1"/>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56.878</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67.980</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89.428</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42350">
                <a:tc>
                  <a:txBody>
                    <a:bodyPr/>
                    <a:lstStyle/>
                    <a:p>
                      <a:pPr indent="0" lvl="0" marL="0" rtl="0" algn="l">
                        <a:spcBef>
                          <a:spcPts val="0"/>
                        </a:spcBef>
                        <a:spcAft>
                          <a:spcPts val="0"/>
                        </a:spcAft>
                        <a:buNone/>
                      </a:pPr>
                      <a:r>
                        <a:rPr b="1" lang="en" sz="800">
                          <a:solidFill>
                            <a:schemeClr val="dk1"/>
                          </a:solidFill>
                          <a:latin typeface="Inter"/>
                          <a:ea typeface="Inter"/>
                          <a:cs typeface="Inter"/>
                          <a:sym typeface="Inter"/>
                        </a:rPr>
                        <a:t>Registrations</a:t>
                      </a:r>
                      <a:endParaRPr b="1" sz="800">
                        <a:solidFill>
                          <a:schemeClr val="dk1"/>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45.981</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67.878</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89.567</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42350">
                <a:tc>
                  <a:txBody>
                    <a:bodyPr/>
                    <a:lstStyle/>
                    <a:p>
                      <a:pPr indent="0" lvl="0" marL="0" rtl="0" algn="l">
                        <a:spcBef>
                          <a:spcPts val="0"/>
                        </a:spcBef>
                        <a:spcAft>
                          <a:spcPts val="0"/>
                        </a:spcAft>
                        <a:buNone/>
                      </a:pPr>
                      <a:r>
                        <a:rPr b="1" lang="en" sz="800">
                          <a:solidFill>
                            <a:schemeClr val="dk1"/>
                          </a:solidFill>
                          <a:latin typeface="Inter"/>
                          <a:ea typeface="Inter"/>
                          <a:cs typeface="Inter"/>
                          <a:sym typeface="Inter"/>
                        </a:rPr>
                        <a:t>Conversion</a:t>
                      </a:r>
                      <a:endParaRPr b="1" sz="800">
                        <a:solidFill>
                          <a:schemeClr val="dk1"/>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4.5%</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3%</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5.2%</a:t>
                      </a:r>
                      <a:endParaRPr sz="8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023" name="Google Shape;1023;p100"/>
          <p:cNvSpPr txBox="1"/>
          <p:nvPr>
            <p:ph idx="2" type="body"/>
          </p:nvPr>
        </p:nvSpPr>
        <p:spPr>
          <a:xfrm>
            <a:off x="6298700" y="843275"/>
            <a:ext cx="2311800" cy="348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000"/>
              <a:t>Welcome To Classifieds Free Ads Free Advertisement</a:t>
            </a:r>
            <a:endParaRPr b="1" sz="1000"/>
          </a:p>
          <a:p>
            <a:pPr indent="0" lvl="0" marL="0" rtl="0" algn="l">
              <a:spcBef>
                <a:spcPts val="0"/>
              </a:spcBef>
              <a:spcAft>
                <a:spcPts val="0"/>
              </a:spcAft>
              <a:buNone/>
            </a:pPr>
            <a:r>
              <a:t/>
            </a:r>
            <a:endParaRPr b="1" sz="1000"/>
          </a:p>
          <a:p>
            <a:pPr indent="0" lvl="0" marL="0" rtl="0" algn="l">
              <a:spcBef>
                <a:spcPts val="0"/>
              </a:spcBef>
              <a:spcAft>
                <a:spcPts val="0"/>
              </a:spcAft>
              <a:buNone/>
            </a:pPr>
            <a:r>
              <a:rPr lang="en"/>
              <a:t>Businesses at present had creatively generated effective advertising campaigns in the form of audio visual media that includes the television and radios and the print media that cover the newspaper and campaign materials like the posters, brochures, business cards, flyers and many more.</a:t>
            </a:r>
            <a:endParaRPr/>
          </a:p>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101"/>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Project Timeline</a:t>
            </a:r>
            <a:endParaRPr/>
          </a:p>
        </p:txBody>
      </p:sp>
      <p:sp>
        <p:nvSpPr>
          <p:cNvPr id="1029" name="Google Shape;1029;p101"/>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graphicFrame>
        <p:nvGraphicFramePr>
          <p:cNvPr id="1030" name="Google Shape;1030;p101"/>
          <p:cNvGraphicFramePr/>
          <p:nvPr/>
        </p:nvGraphicFramePr>
        <p:xfrm>
          <a:off x="545425" y="849750"/>
          <a:ext cx="3000000" cy="3000000"/>
        </p:xfrm>
        <a:graphic>
          <a:graphicData uri="http://schemas.openxmlformats.org/drawingml/2006/table">
            <a:tbl>
              <a:tblPr>
                <a:noFill/>
                <a:tableStyleId>{3975787F-176D-4D19-A15C-1BD4523DBC1E}</a:tableStyleId>
              </a:tblPr>
              <a:tblGrid>
                <a:gridCol w="1187650"/>
                <a:gridCol w="686550"/>
                <a:gridCol w="686550"/>
                <a:gridCol w="686550"/>
                <a:gridCol w="686550"/>
                <a:gridCol w="686550"/>
                <a:gridCol w="686550"/>
                <a:gridCol w="686550"/>
                <a:gridCol w="686550"/>
                <a:gridCol w="686550"/>
                <a:gridCol w="686550"/>
              </a:tblGrid>
              <a:tr h="238800">
                <a:tc>
                  <a:txBody>
                    <a:bodyPr/>
                    <a:lstStyle/>
                    <a:p>
                      <a:pPr indent="0" lvl="0" marL="0" rtl="0" algn="l">
                        <a:spcBef>
                          <a:spcPts val="0"/>
                        </a:spcBef>
                        <a:spcAft>
                          <a:spcPts val="0"/>
                        </a:spcAft>
                        <a:buNone/>
                      </a:pPr>
                      <a:r>
                        <a:t/>
                      </a:r>
                      <a:endParaRPr sz="600">
                        <a:solidFill>
                          <a:schemeClr val="lt1"/>
                        </a:solidFill>
                        <a:latin typeface="Inter"/>
                        <a:ea typeface="Inter"/>
                        <a:cs typeface="Inter"/>
                        <a:sym typeface="Inter"/>
                      </a:endParaRPr>
                    </a:p>
                  </a:txBody>
                  <a:tcPr marT="91425" marB="91425" marR="91425" marL="91425">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600">
                          <a:solidFill>
                            <a:schemeClr val="lt1"/>
                          </a:solidFill>
                          <a:latin typeface="Inter"/>
                          <a:ea typeface="Inter"/>
                          <a:cs typeface="Inter"/>
                          <a:sym typeface="Inter"/>
                        </a:rPr>
                        <a:t>Week</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01</a:t>
                      </a:r>
                      <a:endParaRPr sz="600">
                        <a:solidFill>
                          <a:schemeClr val="lt1"/>
                        </a:solidFill>
                        <a:latin typeface="Inter"/>
                        <a:ea typeface="Inter"/>
                        <a:cs typeface="Inter"/>
                        <a:sym typeface="Inter"/>
                      </a:endParaRPr>
                    </a:p>
                  </a:txBody>
                  <a:tcPr marT="91425" marB="91425" marR="0" marL="0">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600">
                          <a:solidFill>
                            <a:schemeClr val="lt1"/>
                          </a:solidFill>
                          <a:latin typeface="Inter"/>
                          <a:ea typeface="Inter"/>
                          <a:cs typeface="Inter"/>
                          <a:sym typeface="Inter"/>
                        </a:rPr>
                        <a:t>Week</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02</a:t>
                      </a:r>
                      <a:endParaRPr sz="600">
                        <a:solidFill>
                          <a:schemeClr val="lt1"/>
                        </a:solidFill>
                        <a:latin typeface="Inter"/>
                        <a:ea typeface="Inter"/>
                        <a:cs typeface="Inter"/>
                        <a:sym typeface="Inter"/>
                      </a:endParaRPr>
                    </a:p>
                  </a:txBody>
                  <a:tcPr marT="91425" marB="91425" marR="0" marL="0">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600">
                          <a:solidFill>
                            <a:schemeClr val="lt1"/>
                          </a:solidFill>
                          <a:latin typeface="Inter"/>
                          <a:ea typeface="Inter"/>
                          <a:cs typeface="Inter"/>
                          <a:sym typeface="Inter"/>
                        </a:rPr>
                        <a:t>Week</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03</a:t>
                      </a:r>
                      <a:endParaRPr sz="600">
                        <a:solidFill>
                          <a:schemeClr val="lt1"/>
                        </a:solidFill>
                        <a:latin typeface="Inter"/>
                        <a:ea typeface="Inter"/>
                        <a:cs typeface="Inter"/>
                        <a:sym typeface="Inter"/>
                      </a:endParaRPr>
                    </a:p>
                  </a:txBody>
                  <a:tcPr marT="91425" marB="91425" marR="0" marL="0">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600">
                          <a:solidFill>
                            <a:schemeClr val="lt1"/>
                          </a:solidFill>
                          <a:latin typeface="Inter"/>
                          <a:ea typeface="Inter"/>
                          <a:cs typeface="Inter"/>
                          <a:sym typeface="Inter"/>
                        </a:rPr>
                        <a:t>Week</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04</a:t>
                      </a:r>
                      <a:endParaRPr sz="600">
                        <a:solidFill>
                          <a:schemeClr val="lt1"/>
                        </a:solidFill>
                        <a:latin typeface="Inter"/>
                        <a:ea typeface="Inter"/>
                        <a:cs typeface="Inter"/>
                        <a:sym typeface="Inter"/>
                      </a:endParaRPr>
                    </a:p>
                  </a:txBody>
                  <a:tcPr marT="91425" marB="91425" marR="0" marL="0">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600">
                          <a:solidFill>
                            <a:schemeClr val="lt1"/>
                          </a:solidFill>
                          <a:latin typeface="Inter"/>
                          <a:ea typeface="Inter"/>
                          <a:cs typeface="Inter"/>
                          <a:sym typeface="Inter"/>
                        </a:rPr>
                        <a:t>Week</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05</a:t>
                      </a:r>
                      <a:endParaRPr sz="600">
                        <a:solidFill>
                          <a:schemeClr val="lt1"/>
                        </a:solidFill>
                        <a:latin typeface="Inter"/>
                        <a:ea typeface="Inter"/>
                        <a:cs typeface="Inter"/>
                        <a:sym typeface="Inter"/>
                      </a:endParaRPr>
                    </a:p>
                  </a:txBody>
                  <a:tcPr marT="91425" marB="91425" marR="0" marL="0">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600">
                          <a:solidFill>
                            <a:schemeClr val="lt1"/>
                          </a:solidFill>
                          <a:latin typeface="Inter"/>
                          <a:ea typeface="Inter"/>
                          <a:cs typeface="Inter"/>
                          <a:sym typeface="Inter"/>
                        </a:rPr>
                        <a:t>Week</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06</a:t>
                      </a:r>
                      <a:endParaRPr sz="600">
                        <a:solidFill>
                          <a:schemeClr val="lt1"/>
                        </a:solidFill>
                        <a:latin typeface="Inter"/>
                        <a:ea typeface="Inter"/>
                        <a:cs typeface="Inter"/>
                        <a:sym typeface="Inter"/>
                      </a:endParaRPr>
                    </a:p>
                  </a:txBody>
                  <a:tcPr marT="91425" marB="91425" marR="0" marL="0">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600">
                          <a:solidFill>
                            <a:schemeClr val="lt1"/>
                          </a:solidFill>
                          <a:latin typeface="Inter"/>
                          <a:ea typeface="Inter"/>
                          <a:cs typeface="Inter"/>
                          <a:sym typeface="Inter"/>
                        </a:rPr>
                        <a:t>Week</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07</a:t>
                      </a:r>
                      <a:endParaRPr sz="600">
                        <a:solidFill>
                          <a:schemeClr val="lt1"/>
                        </a:solidFill>
                        <a:latin typeface="Inter"/>
                        <a:ea typeface="Inter"/>
                        <a:cs typeface="Inter"/>
                        <a:sym typeface="Inter"/>
                      </a:endParaRPr>
                    </a:p>
                  </a:txBody>
                  <a:tcPr marT="91425" marB="91425" marR="0" marL="0">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600">
                          <a:solidFill>
                            <a:schemeClr val="lt1"/>
                          </a:solidFill>
                          <a:latin typeface="Inter"/>
                          <a:ea typeface="Inter"/>
                          <a:cs typeface="Inter"/>
                          <a:sym typeface="Inter"/>
                        </a:rPr>
                        <a:t>Week</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08</a:t>
                      </a:r>
                      <a:endParaRPr sz="600">
                        <a:solidFill>
                          <a:schemeClr val="lt1"/>
                        </a:solidFill>
                        <a:latin typeface="Inter"/>
                        <a:ea typeface="Inter"/>
                        <a:cs typeface="Inter"/>
                        <a:sym typeface="Inter"/>
                      </a:endParaRPr>
                    </a:p>
                  </a:txBody>
                  <a:tcPr marT="91425" marB="91425" marR="0" marL="0">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600">
                          <a:solidFill>
                            <a:schemeClr val="lt1"/>
                          </a:solidFill>
                          <a:latin typeface="Inter"/>
                          <a:ea typeface="Inter"/>
                          <a:cs typeface="Inter"/>
                          <a:sym typeface="Inter"/>
                        </a:rPr>
                        <a:t>Week</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09</a:t>
                      </a:r>
                      <a:endParaRPr sz="600">
                        <a:solidFill>
                          <a:schemeClr val="lt1"/>
                        </a:solidFill>
                        <a:latin typeface="Inter"/>
                        <a:ea typeface="Inter"/>
                        <a:cs typeface="Inter"/>
                        <a:sym typeface="Inter"/>
                      </a:endParaRPr>
                    </a:p>
                  </a:txBody>
                  <a:tcPr marT="91425" marB="91425" marR="0" marL="0">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600">
                          <a:solidFill>
                            <a:schemeClr val="lt1"/>
                          </a:solidFill>
                          <a:latin typeface="Inter"/>
                          <a:ea typeface="Inter"/>
                          <a:cs typeface="Inter"/>
                          <a:sym typeface="Inter"/>
                        </a:rPr>
                        <a:t>Week</a:t>
                      </a:r>
                      <a:endParaRPr sz="600">
                        <a:solidFill>
                          <a:schemeClr val="lt1"/>
                        </a:solidFill>
                        <a:latin typeface="Inter"/>
                        <a:ea typeface="Inter"/>
                        <a:cs typeface="Inter"/>
                        <a:sym typeface="Inter"/>
                      </a:endParaRPr>
                    </a:p>
                    <a:p>
                      <a:pPr indent="0" lvl="0" marL="0" rtl="0" algn="l">
                        <a:spcBef>
                          <a:spcPts val="0"/>
                        </a:spcBef>
                        <a:spcAft>
                          <a:spcPts val="0"/>
                        </a:spcAft>
                        <a:buNone/>
                      </a:pPr>
                      <a:r>
                        <a:rPr lang="en" sz="600">
                          <a:solidFill>
                            <a:schemeClr val="lt1"/>
                          </a:solidFill>
                          <a:latin typeface="Inter"/>
                          <a:ea typeface="Inter"/>
                          <a:cs typeface="Inter"/>
                          <a:sym typeface="Inter"/>
                        </a:rPr>
                        <a:t>10</a:t>
                      </a:r>
                      <a:endParaRPr sz="600">
                        <a:solidFill>
                          <a:schemeClr val="lt1"/>
                        </a:solidFill>
                        <a:latin typeface="Inter"/>
                        <a:ea typeface="Inter"/>
                        <a:cs typeface="Inter"/>
                        <a:sym typeface="Inter"/>
                      </a:endParaRPr>
                    </a:p>
                  </a:txBody>
                  <a:tcPr marT="91425" marB="91425" marR="0" marL="0">
                    <a:lnL cap="flat" cmpd="sng" w="9525">
                      <a:solidFill>
                        <a:srgbClr val="131313"/>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r>
              <a:tr h="177875">
                <a:tc>
                  <a:txBody>
                    <a:bodyPr/>
                    <a:lstStyle/>
                    <a:p>
                      <a:pPr indent="0" lvl="0" marL="0" rtl="0" algn="l">
                        <a:spcBef>
                          <a:spcPts val="0"/>
                        </a:spcBef>
                        <a:spcAft>
                          <a:spcPts val="0"/>
                        </a:spcAft>
                        <a:buNone/>
                      </a:pPr>
                      <a:r>
                        <a:rPr lang="en" sz="600">
                          <a:solidFill>
                            <a:srgbClr val="131313"/>
                          </a:solidFill>
                          <a:latin typeface="Inter"/>
                          <a:ea typeface="Inter"/>
                          <a:cs typeface="Inter"/>
                          <a:sym typeface="Inter"/>
                        </a:rPr>
                        <a:t>Strategy</a:t>
                      </a:r>
                      <a:endParaRPr sz="6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2F789"/>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5450">
                <a:tc>
                  <a:txBody>
                    <a:bodyPr/>
                    <a:lstStyle/>
                    <a:p>
                      <a:pPr indent="0" lvl="0" marL="0" rtl="0" algn="l">
                        <a:spcBef>
                          <a:spcPts val="0"/>
                        </a:spcBef>
                        <a:spcAft>
                          <a:spcPts val="0"/>
                        </a:spcAft>
                        <a:buNone/>
                      </a:pPr>
                      <a:r>
                        <a:rPr lang="en" sz="600">
                          <a:solidFill>
                            <a:srgbClr val="131313"/>
                          </a:solidFill>
                          <a:latin typeface="Inter"/>
                          <a:ea typeface="Inter"/>
                          <a:cs typeface="Inter"/>
                          <a:sym typeface="Inter"/>
                        </a:rPr>
                        <a:t>Branding/Positioning</a:t>
                      </a:r>
                      <a:endParaRPr sz="6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5450">
                <a:tc>
                  <a:txBody>
                    <a:bodyPr/>
                    <a:lstStyle/>
                    <a:p>
                      <a:pPr indent="0" lvl="0" marL="0" rtl="0" algn="l">
                        <a:spcBef>
                          <a:spcPts val="0"/>
                        </a:spcBef>
                        <a:spcAft>
                          <a:spcPts val="0"/>
                        </a:spcAft>
                        <a:buNone/>
                      </a:pPr>
                      <a:r>
                        <a:rPr lang="en" sz="600">
                          <a:solidFill>
                            <a:srgbClr val="131313"/>
                          </a:solidFill>
                          <a:latin typeface="Inter"/>
                          <a:ea typeface="Inter"/>
                          <a:cs typeface="Inter"/>
                          <a:sym typeface="Inter"/>
                        </a:rPr>
                        <a:t>Design</a:t>
                      </a:r>
                      <a:endParaRPr sz="6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highlight>
                          <a:schemeClr val="accent4"/>
                        </a:highlight>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5450">
                <a:tc>
                  <a:txBody>
                    <a:bodyPr/>
                    <a:lstStyle/>
                    <a:p>
                      <a:pPr indent="0" lvl="0" marL="0" rtl="0" algn="l">
                        <a:spcBef>
                          <a:spcPts val="0"/>
                        </a:spcBef>
                        <a:spcAft>
                          <a:spcPts val="0"/>
                        </a:spcAft>
                        <a:buNone/>
                      </a:pPr>
                      <a:r>
                        <a:rPr lang="en" sz="600">
                          <a:solidFill>
                            <a:srgbClr val="131313"/>
                          </a:solidFill>
                          <a:latin typeface="Inter"/>
                          <a:ea typeface="Inter"/>
                          <a:cs typeface="Inter"/>
                          <a:sym typeface="Inter"/>
                        </a:rPr>
                        <a:t>Seo/Analytics</a:t>
                      </a:r>
                      <a:endParaRPr sz="6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5450">
                <a:tc>
                  <a:txBody>
                    <a:bodyPr/>
                    <a:lstStyle/>
                    <a:p>
                      <a:pPr indent="0" lvl="0" marL="0" rtl="0" algn="l">
                        <a:spcBef>
                          <a:spcPts val="0"/>
                        </a:spcBef>
                        <a:spcAft>
                          <a:spcPts val="0"/>
                        </a:spcAft>
                        <a:buNone/>
                      </a:pPr>
                      <a:r>
                        <a:rPr lang="en" sz="600">
                          <a:solidFill>
                            <a:srgbClr val="131313"/>
                          </a:solidFill>
                          <a:latin typeface="Inter"/>
                          <a:ea typeface="Inter"/>
                          <a:cs typeface="Inter"/>
                          <a:sym typeface="Inter"/>
                        </a:rPr>
                        <a:t>Development</a:t>
                      </a:r>
                      <a:endParaRPr sz="6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5450">
                <a:tc>
                  <a:txBody>
                    <a:bodyPr/>
                    <a:lstStyle/>
                    <a:p>
                      <a:pPr indent="0" lvl="0" marL="0" rtl="0" algn="l">
                        <a:spcBef>
                          <a:spcPts val="0"/>
                        </a:spcBef>
                        <a:spcAft>
                          <a:spcPts val="0"/>
                        </a:spcAft>
                        <a:buNone/>
                      </a:pPr>
                      <a:r>
                        <a:rPr lang="en" sz="600">
                          <a:solidFill>
                            <a:srgbClr val="131313"/>
                          </a:solidFill>
                          <a:latin typeface="Inter"/>
                          <a:ea typeface="Inter"/>
                          <a:cs typeface="Inter"/>
                          <a:sym typeface="Inter"/>
                        </a:rPr>
                        <a:t>Testing</a:t>
                      </a:r>
                      <a:endParaRPr sz="6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5450">
                <a:tc>
                  <a:txBody>
                    <a:bodyPr/>
                    <a:lstStyle/>
                    <a:p>
                      <a:pPr indent="0" lvl="0" marL="0" rtl="0" algn="l">
                        <a:spcBef>
                          <a:spcPts val="0"/>
                        </a:spcBef>
                        <a:spcAft>
                          <a:spcPts val="0"/>
                        </a:spcAft>
                        <a:buNone/>
                      </a:pPr>
                      <a:r>
                        <a:rPr lang="en" sz="600">
                          <a:solidFill>
                            <a:srgbClr val="131313"/>
                          </a:solidFill>
                          <a:latin typeface="Inter"/>
                          <a:ea typeface="Inter"/>
                          <a:cs typeface="Inter"/>
                          <a:sym typeface="Inter"/>
                        </a:rPr>
                        <a:t>Launch</a:t>
                      </a:r>
                      <a:endParaRPr sz="6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b="1" sz="600">
                        <a:solidFill>
                          <a:srgbClr val="131313"/>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3"/>
                    </a:solidFill>
                  </a:tcPr>
                </a:tc>
              </a:tr>
            </a:tbl>
          </a:graphicData>
        </a:graphic>
      </p:graphicFrame>
      <p:sp>
        <p:nvSpPr>
          <p:cNvPr id="1031" name="Google Shape;1031;p101"/>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32" name="Google Shape;1032;p101"/>
          <p:cNvSpPr txBox="1"/>
          <p:nvPr/>
        </p:nvSpPr>
        <p:spPr>
          <a:xfrm>
            <a:off x="545450" y="3913225"/>
            <a:ext cx="3909900" cy="4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 sz="600">
                <a:solidFill>
                  <a:srgbClr val="131313"/>
                </a:solidFill>
                <a:latin typeface="Inter"/>
                <a:ea typeface="Inter"/>
                <a:cs typeface="Inter"/>
                <a:sym typeface="Inter"/>
              </a:rPr>
              <a:t>*Taking part with the flers – they are tiny form or a single sheet promotional tool that easily spreads by hand. They are simply characterized as a simple yet compelling promotional material that helps businesses to easily reach out for their targeted audience. </a:t>
            </a:r>
            <a:endParaRPr sz="600">
              <a:solidFill>
                <a:srgbClr val="131313"/>
              </a:solidFill>
              <a:latin typeface="Inter"/>
              <a:ea typeface="Inter"/>
              <a:cs typeface="Inter"/>
              <a:sym typeface="Inter"/>
            </a:endParaRPr>
          </a:p>
        </p:txBody>
      </p:sp>
      <p:sp>
        <p:nvSpPr>
          <p:cNvPr id="1033" name="Google Shape;1033;p101"/>
          <p:cNvSpPr txBox="1"/>
          <p:nvPr/>
        </p:nvSpPr>
        <p:spPr>
          <a:xfrm>
            <a:off x="4688725" y="3913225"/>
            <a:ext cx="3909900" cy="4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 sz="600">
                <a:solidFill>
                  <a:srgbClr val="131313"/>
                </a:solidFill>
                <a:latin typeface="Inter"/>
                <a:ea typeface="Inter"/>
                <a:cs typeface="Inter"/>
                <a:sym typeface="Inter"/>
              </a:rPr>
              <a:t>** Taking part with the flers – they are tiny form or a single sheet promotional tool that easily spreads by hand. They are simply characterized as a simple yet compelling promotional material.</a:t>
            </a:r>
            <a:endParaRPr sz="600">
              <a:solidFill>
                <a:srgbClr val="131313"/>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02"/>
          <p:cNvSpPr txBox="1"/>
          <p:nvPr>
            <p:ph type="ctrTitle"/>
          </p:nvPr>
        </p:nvSpPr>
        <p:spPr>
          <a:xfrm>
            <a:off x="545450" y="368250"/>
            <a:ext cx="8053200" cy="481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Budget Digital 2020/21</a:t>
            </a:r>
            <a:endParaRPr/>
          </a:p>
        </p:txBody>
      </p:sp>
      <p:sp>
        <p:nvSpPr>
          <p:cNvPr id="1039" name="Google Shape;1039;p102"/>
          <p:cNvSpPr txBox="1"/>
          <p:nvPr>
            <p:ph idx="1" type="subTitle"/>
          </p:nvPr>
        </p:nvSpPr>
        <p:spPr>
          <a:xfrm>
            <a:off x="3303500" y="46147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An Ugly Myspace Profile Will Sure Ruin Your Reputation</a:t>
            </a:r>
            <a:endParaRPr/>
          </a:p>
        </p:txBody>
      </p:sp>
      <p:graphicFrame>
        <p:nvGraphicFramePr>
          <p:cNvPr id="1040" name="Google Shape;1040;p102"/>
          <p:cNvGraphicFramePr/>
          <p:nvPr/>
        </p:nvGraphicFramePr>
        <p:xfrm>
          <a:off x="545450" y="849750"/>
          <a:ext cx="3000000" cy="3000000"/>
        </p:xfrm>
        <a:graphic>
          <a:graphicData uri="http://schemas.openxmlformats.org/drawingml/2006/table">
            <a:tbl>
              <a:tblPr>
                <a:noFill/>
                <a:tableStyleId>{3975787F-176D-4D19-A15C-1BD4523DBC1E}</a:tableStyleId>
              </a:tblPr>
              <a:tblGrid>
                <a:gridCol w="1610650"/>
                <a:gridCol w="1610650"/>
                <a:gridCol w="1610650"/>
                <a:gridCol w="1610650"/>
                <a:gridCol w="1610650"/>
              </a:tblGrid>
              <a:tr h="583050">
                <a:tc>
                  <a:txBody>
                    <a:bodyPr/>
                    <a:lstStyle/>
                    <a:p>
                      <a:pPr indent="0" lvl="0" marL="0" rtl="0" algn="l">
                        <a:spcBef>
                          <a:spcPts val="0"/>
                        </a:spcBef>
                        <a:spcAft>
                          <a:spcPts val="0"/>
                        </a:spcAft>
                        <a:buNone/>
                      </a:pPr>
                      <a:r>
                        <a:t/>
                      </a:r>
                      <a:endParaRPr sz="800">
                        <a:solidFill>
                          <a:schemeClr val="lt1"/>
                        </a:solidFill>
                        <a:latin typeface="Inter"/>
                        <a:ea typeface="Inter"/>
                        <a:cs typeface="Inter"/>
                        <a:sym typeface="Inter"/>
                      </a:endParaRPr>
                    </a:p>
                  </a:txBody>
                  <a:tcPr marT="91425" marB="91425" marR="91425" marL="91425">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800">
                          <a:solidFill>
                            <a:schemeClr val="lt1"/>
                          </a:solidFill>
                          <a:latin typeface="Inter"/>
                          <a:ea typeface="Inter"/>
                          <a:cs typeface="Inter"/>
                          <a:sym typeface="Inter"/>
                        </a:rPr>
                        <a:t>January</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2021</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a:t>
                      </a:r>
                      <a:endParaRPr sz="800">
                        <a:solidFill>
                          <a:schemeClr val="lt1"/>
                        </a:solidFill>
                        <a:latin typeface="Inter"/>
                        <a:ea typeface="Inter"/>
                        <a:cs typeface="Inter"/>
                        <a:sym typeface="Inter"/>
                      </a:endParaRPr>
                    </a:p>
                  </a:txBody>
                  <a:tcPr marT="91425" marB="91425" marR="91425" marL="91425">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800">
                          <a:solidFill>
                            <a:schemeClr val="lt1"/>
                          </a:solidFill>
                          <a:latin typeface="Inter"/>
                          <a:ea typeface="Inter"/>
                          <a:cs typeface="Inter"/>
                          <a:sym typeface="Inter"/>
                        </a:rPr>
                        <a:t>February</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2021</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a:t>
                      </a:r>
                      <a:endParaRPr sz="800">
                        <a:solidFill>
                          <a:schemeClr val="lt1"/>
                        </a:solidFill>
                        <a:latin typeface="Inter"/>
                        <a:ea typeface="Inter"/>
                        <a:cs typeface="Inter"/>
                        <a:sym typeface="Inter"/>
                      </a:endParaRPr>
                    </a:p>
                  </a:txBody>
                  <a:tcPr marT="91425" marB="91425" marR="91425" marL="91425">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800">
                          <a:solidFill>
                            <a:schemeClr val="lt1"/>
                          </a:solidFill>
                          <a:latin typeface="Inter"/>
                          <a:ea typeface="Inter"/>
                          <a:cs typeface="Inter"/>
                          <a:sym typeface="Inter"/>
                        </a:rPr>
                        <a:t>March</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2021</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a:t>
                      </a:r>
                      <a:endParaRPr sz="800">
                        <a:solidFill>
                          <a:schemeClr val="lt1"/>
                        </a:solidFill>
                        <a:latin typeface="Inter"/>
                        <a:ea typeface="Inter"/>
                        <a:cs typeface="Inter"/>
                        <a:sym typeface="Inter"/>
                      </a:endParaRPr>
                    </a:p>
                  </a:txBody>
                  <a:tcPr marT="91425" marB="91425" marR="91425" marL="91425">
                    <a:lnL cap="flat" cmpd="sng" w="9525">
                      <a:solidFill>
                        <a:srgbClr val="131313"/>
                      </a:solidFill>
                      <a:prstDash val="solid"/>
                      <a:round/>
                      <a:headEnd len="sm" w="sm" type="none"/>
                      <a:tailEnd len="sm" w="sm" type="none"/>
                    </a:lnL>
                    <a:lnR cap="flat" cmpd="sng" w="9525">
                      <a:solidFill>
                        <a:srgbClr val="131313"/>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800">
                          <a:solidFill>
                            <a:schemeClr val="lt1"/>
                          </a:solidFill>
                          <a:latin typeface="Inter"/>
                          <a:ea typeface="Inter"/>
                          <a:cs typeface="Inter"/>
                          <a:sym typeface="Inter"/>
                        </a:rPr>
                        <a:t>April</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2021</a:t>
                      </a:r>
                      <a:endParaRPr sz="800">
                        <a:solidFill>
                          <a:schemeClr val="lt1"/>
                        </a:solidFill>
                        <a:latin typeface="Inter"/>
                        <a:ea typeface="Inter"/>
                        <a:cs typeface="Inter"/>
                        <a:sym typeface="Inter"/>
                      </a:endParaRPr>
                    </a:p>
                    <a:p>
                      <a:pPr indent="0" lvl="0" marL="0" rtl="0" algn="l">
                        <a:spcBef>
                          <a:spcPts val="0"/>
                        </a:spcBef>
                        <a:spcAft>
                          <a:spcPts val="0"/>
                        </a:spcAft>
                        <a:buNone/>
                      </a:pPr>
                      <a:r>
                        <a:rPr lang="en" sz="800">
                          <a:solidFill>
                            <a:schemeClr val="lt1"/>
                          </a:solidFill>
                          <a:latin typeface="Inter"/>
                          <a:ea typeface="Inter"/>
                          <a:cs typeface="Inter"/>
                          <a:sym typeface="Inter"/>
                        </a:rPr>
                        <a:t>―</a:t>
                      </a:r>
                      <a:endParaRPr sz="800">
                        <a:solidFill>
                          <a:schemeClr val="lt1"/>
                        </a:solidFill>
                        <a:latin typeface="Inter"/>
                        <a:ea typeface="Inter"/>
                        <a:cs typeface="Inter"/>
                        <a:sym typeface="Inter"/>
                      </a:endParaRPr>
                    </a:p>
                  </a:txBody>
                  <a:tcPr marT="91425" marB="91425" marR="91425" marL="91425">
                    <a:lnL cap="flat" cmpd="sng" w="9525">
                      <a:solidFill>
                        <a:srgbClr val="131313"/>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r>
              <a:tr h="460925">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Strategy and positioning</a:t>
                      </a:r>
                      <a:endParaRPr sz="8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34.890</a:t>
                      </a:r>
                      <a:endParaRPr b="1" sz="800">
                        <a:solidFill>
                          <a:srgbClr val="131313"/>
                        </a:solidFill>
                        <a:latin typeface="Inter"/>
                        <a:ea typeface="Inter"/>
                        <a:cs typeface="Inter"/>
                        <a:sym typeface="Inter"/>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131313"/>
                      </a:solidFill>
                      <a:prstDash val="solid"/>
                      <a:round/>
                      <a:headEnd len="sm" w="sm" type="none"/>
                      <a:tailEnd len="sm" w="sm" type="none"/>
                    </a:lnB>
                  </a:tcPr>
                </a:tc>
                <a:tc>
                  <a:txBody>
                    <a:bodyPr/>
                    <a:lstStyle/>
                    <a:p>
                      <a:pPr indent="0" lvl="0" marL="0" rtl="0" algn="l">
                        <a:spcBef>
                          <a:spcPts val="0"/>
                        </a:spcBef>
                        <a:spcAft>
                          <a:spcPts val="0"/>
                        </a:spcAft>
                        <a:buNone/>
                      </a:pPr>
                      <a:r>
                        <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131313"/>
                      </a:solidFill>
                      <a:prstDash val="solid"/>
                      <a:round/>
                      <a:headEnd len="sm" w="sm" type="none"/>
                      <a:tailEnd len="sm" w="sm" type="none"/>
                    </a:lnB>
                  </a:tcPr>
                </a:tc>
              </a:tr>
              <a:tr h="460925">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Branding*</a:t>
                      </a:r>
                      <a:endParaRPr sz="8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678.987</a:t>
                      </a:r>
                      <a:endParaRPr b="1" sz="800">
                        <a:solidFill>
                          <a:srgbClr val="131313"/>
                        </a:solidFill>
                        <a:latin typeface="Inter"/>
                        <a:ea typeface="Inter"/>
                        <a:cs typeface="Inter"/>
                        <a:sym typeface="Inter"/>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873.989</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1.349.680</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2.546.980</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rgbClr val="131313"/>
                      </a:solidFill>
                      <a:prstDash val="solid"/>
                      <a:round/>
                      <a:headEnd len="sm" w="sm" type="none"/>
                      <a:tailEnd len="sm" w="sm" type="none"/>
                    </a:lnT>
                    <a:lnB cap="flat" cmpd="sng" w="9525">
                      <a:solidFill>
                        <a:schemeClr val="dk1"/>
                      </a:solidFill>
                      <a:prstDash val="solid"/>
                      <a:round/>
                      <a:headEnd len="sm" w="sm" type="none"/>
                      <a:tailEnd len="sm" w="sm" type="none"/>
                    </a:lnB>
                  </a:tcPr>
                </a:tc>
              </a:tr>
              <a:tr h="460925">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Design</a:t>
                      </a:r>
                      <a:endParaRPr sz="8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56.878</a:t>
                      </a:r>
                      <a:endParaRPr b="1" sz="800">
                        <a:solidFill>
                          <a:srgbClr val="131313"/>
                        </a:solidFill>
                        <a:latin typeface="Inter"/>
                        <a:ea typeface="Inter"/>
                        <a:cs typeface="Inter"/>
                        <a:sym typeface="Inter"/>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67.980</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89.428</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156.896</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0925">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Development</a:t>
                      </a:r>
                      <a:endParaRPr sz="8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45.981**</a:t>
                      </a:r>
                      <a:endParaRPr b="1" sz="800">
                        <a:solidFill>
                          <a:srgbClr val="131313"/>
                        </a:solidFill>
                        <a:latin typeface="Inter"/>
                        <a:ea typeface="Inter"/>
                        <a:cs typeface="Inter"/>
                        <a:sym typeface="Inter"/>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67.878</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89.567</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92.880</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r>
              <a:tr h="460925">
                <a:tc>
                  <a:txBody>
                    <a:bodyPr/>
                    <a:lstStyle/>
                    <a:p>
                      <a:pPr indent="0" lvl="0" marL="0" rtl="0" algn="l">
                        <a:spcBef>
                          <a:spcPts val="0"/>
                        </a:spcBef>
                        <a:spcAft>
                          <a:spcPts val="0"/>
                        </a:spcAft>
                        <a:buNone/>
                      </a:pPr>
                      <a:r>
                        <a:rPr lang="en" sz="800">
                          <a:solidFill>
                            <a:srgbClr val="131313"/>
                          </a:solidFill>
                          <a:latin typeface="Inter"/>
                          <a:ea typeface="Inter"/>
                          <a:cs typeface="Inter"/>
                          <a:sym typeface="Inter"/>
                        </a:rPr>
                        <a:t>Analytics</a:t>
                      </a:r>
                      <a:endParaRPr sz="800">
                        <a:solidFill>
                          <a:srgbClr val="131313"/>
                        </a:solidFill>
                        <a:latin typeface="Inter"/>
                        <a:ea typeface="Inter"/>
                        <a:cs typeface="Inter"/>
                        <a:sym typeface="Inter"/>
                      </a:endParaRPr>
                    </a:p>
                  </a:txBody>
                  <a:tcPr marT="91425" marB="91425" marR="91425" marL="0">
                    <a:lnL cap="flat" cmpd="sng" w="9525">
                      <a:solidFill>
                        <a:srgbClr val="131313">
                          <a:alpha val="0"/>
                        </a:srgb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89.900</a:t>
                      </a:r>
                      <a:endParaRPr b="1" sz="800">
                        <a:solidFill>
                          <a:srgbClr val="131313"/>
                        </a:solidFill>
                        <a:latin typeface="Inter"/>
                        <a:ea typeface="Inter"/>
                        <a:cs typeface="Inter"/>
                        <a:sym typeface="Inter"/>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67.878</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78.909</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800">
                          <a:solidFill>
                            <a:srgbClr val="131313"/>
                          </a:solidFill>
                          <a:latin typeface="Inter"/>
                          <a:ea typeface="Inter"/>
                          <a:cs typeface="Inter"/>
                          <a:sym typeface="Inter"/>
                        </a:rPr>
                        <a:t>88.000</a:t>
                      </a:r>
                      <a:endParaRPr b="1" sz="800">
                        <a:solidFill>
                          <a:srgbClr val="131313"/>
                        </a:solidFill>
                        <a:latin typeface="Inter"/>
                        <a:ea typeface="Inter"/>
                        <a:cs typeface="Inter"/>
                        <a:sym typeface="Inter"/>
                      </a:endParaRPr>
                    </a:p>
                  </a:txBody>
                  <a:tcPr marT="91425" marB="91425" marR="91425" marL="91425">
                    <a:lnL cap="flat" cmpd="sng" w="9525">
                      <a:solidFill>
                        <a:srgbClr val="131313">
                          <a:alpha val="0"/>
                        </a:srgbClr>
                      </a:solidFill>
                      <a:prstDash val="solid"/>
                      <a:round/>
                      <a:headEnd len="sm" w="sm" type="none"/>
                      <a:tailEnd len="sm" w="sm" type="none"/>
                    </a:lnL>
                    <a:lnR cap="flat" cmpd="sng" w="9525">
                      <a:solidFill>
                        <a:srgbClr val="131313">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041" name="Google Shape;1041;p102"/>
          <p:cNvSpPr txBox="1"/>
          <p:nvPr/>
        </p:nvSpPr>
        <p:spPr>
          <a:xfrm>
            <a:off x="545450" y="3913225"/>
            <a:ext cx="3909900" cy="4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 sz="600">
                <a:solidFill>
                  <a:srgbClr val="131313"/>
                </a:solidFill>
                <a:latin typeface="Inter"/>
                <a:ea typeface="Inter"/>
                <a:cs typeface="Inter"/>
                <a:sym typeface="Inter"/>
              </a:rPr>
              <a:t>*Taking part with the flers – they are tiny form or a single sheet promotional tool that easily spreads by hand. They are simply characterized as a simple yet compelling promotional material that helps businesses to easily reach out for their targeted audience. </a:t>
            </a:r>
            <a:endParaRPr sz="600">
              <a:solidFill>
                <a:srgbClr val="131313"/>
              </a:solidFill>
              <a:latin typeface="Inter"/>
              <a:ea typeface="Inter"/>
              <a:cs typeface="Inter"/>
              <a:sym typeface="Inter"/>
            </a:endParaRPr>
          </a:p>
        </p:txBody>
      </p:sp>
      <p:sp>
        <p:nvSpPr>
          <p:cNvPr id="1042" name="Google Shape;1042;p102"/>
          <p:cNvSpPr txBox="1"/>
          <p:nvPr>
            <p:ph idx="12" type="sldNum"/>
          </p:nvPr>
        </p:nvSpPr>
        <p:spPr>
          <a:xfrm>
            <a:off x="8141450" y="4614725"/>
            <a:ext cx="457200" cy="1605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43" name="Google Shape;1043;p102"/>
          <p:cNvSpPr txBox="1"/>
          <p:nvPr/>
        </p:nvSpPr>
        <p:spPr>
          <a:xfrm>
            <a:off x="4688725" y="3913225"/>
            <a:ext cx="3909900" cy="4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 sz="600">
                <a:solidFill>
                  <a:srgbClr val="131313"/>
                </a:solidFill>
                <a:latin typeface="Inter"/>
                <a:ea typeface="Inter"/>
                <a:cs typeface="Inter"/>
                <a:sym typeface="Inter"/>
              </a:rPr>
              <a:t>** Taking part with the flers – they are tiny form or a single sheet promotional tool that easily spreads by hand. They are simply characterized as a simple yet compelling promotional material.</a:t>
            </a:r>
            <a:endParaRPr sz="600">
              <a:solidFill>
                <a:srgbClr val="131313"/>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03"/>
          <p:cNvSpPr txBox="1"/>
          <p:nvPr>
            <p:ph idx="1" type="body"/>
          </p:nvPr>
        </p:nvSpPr>
        <p:spPr>
          <a:xfrm>
            <a:off x="6760350" y="1526688"/>
            <a:ext cx="1838100" cy="234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Contacta con nosotros:</a:t>
            </a:r>
            <a:endParaRPr/>
          </a:p>
          <a:p>
            <a:pPr indent="0" lvl="0" marL="0" rtl="0" algn="l">
              <a:spcBef>
                <a:spcPts val="1000"/>
              </a:spcBef>
              <a:spcAft>
                <a:spcPts val="0"/>
              </a:spcAft>
              <a:buNone/>
            </a:pPr>
            <a:r>
              <a:rPr b="1" lang="en" u="sng">
                <a:solidFill>
                  <a:schemeClr val="lt1"/>
                </a:solidFill>
                <a:hlinkClick r:id="rId3">
                  <a:extLst>
                    <a:ext uri="{A12FA001-AC4F-418D-AE19-62706E023703}">
                      <ahyp:hlinkClr val="tx"/>
                    </a:ext>
                  </a:extLst>
                </a:hlinkClick>
              </a:rPr>
              <a:t>Ainize@lin3s.com</a:t>
            </a:r>
            <a:br>
              <a:rPr lang="en">
                <a:solidFill>
                  <a:schemeClr val="lt1"/>
                </a:solidFill>
              </a:rPr>
            </a:br>
            <a:br>
              <a:rPr lang="en">
                <a:solidFill>
                  <a:schemeClr val="lt1"/>
                </a:solidFill>
              </a:rPr>
            </a:br>
            <a:r>
              <a:rPr b="1" lang="en" u="sng">
                <a:solidFill>
                  <a:schemeClr val="lt1"/>
                </a:solidFill>
                <a:hlinkClick r:id="rId4">
                  <a:extLst>
                    <a:ext uri="{A12FA001-AC4F-418D-AE19-62706E023703}">
                      <ahyp:hlinkClr val="tx"/>
                    </a:ext>
                  </a:extLst>
                </a:hlinkClick>
              </a:rPr>
              <a:t>Paula@lin3s.com</a:t>
            </a:r>
            <a:endParaRPr b="1">
              <a:solidFill>
                <a:schemeClr val="lt1"/>
              </a:solidFill>
            </a:endParaRPr>
          </a:p>
          <a:p>
            <a:pPr indent="0" lvl="0" marL="0" rtl="0" algn="l">
              <a:spcBef>
                <a:spcPts val="1000"/>
              </a:spcBef>
              <a:spcAft>
                <a:spcPts val="0"/>
              </a:spcAft>
              <a:buNone/>
            </a:pPr>
            <a:r>
              <a:t/>
            </a:r>
            <a:endParaRPr b="1"/>
          </a:p>
          <a:p>
            <a:pPr indent="0" lvl="0" marL="0" rtl="0" algn="l">
              <a:spcBef>
                <a:spcPts val="1000"/>
              </a:spcBef>
              <a:spcAft>
                <a:spcPts val="0"/>
              </a:spcAft>
              <a:buNone/>
            </a:pPr>
            <a:r>
              <a:rPr lang="en"/>
              <a:t>Follow Lin3s:</a:t>
            </a:r>
            <a:endParaRPr/>
          </a:p>
          <a:p>
            <a:pPr indent="0" lvl="0" marL="0" marR="91440" rtl="0" algn="l">
              <a:spcBef>
                <a:spcPts val="1000"/>
              </a:spcBef>
              <a:spcAft>
                <a:spcPts val="0"/>
              </a:spcAft>
              <a:buNone/>
            </a:pPr>
            <a:r>
              <a:rPr b="1" lang="en" u="sng">
                <a:solidFill>
                  <a:schemeClr val="lt1"/>
                </a:solidFill>
                <a:hlinkClick r:id="rId5">
                  <a:extLst>
                    <a:ext uri="{A12FA001-AC4F-418D-AE19-62706E023703}">
                      <ahyp:hlinkClr val="tx"/>
                    </a:ext>
                  </a:extLst>
                </a:hlinkClick>
              </a:rPr>
              <a:t>Twitter</a:t>
            </a:r>
            <a:br>
              <a:rPr b="1" lang="en" u="sng">
                <a:solidFill>
                  <a:schemeClr val="lt1"/>
                </a:solidFill>
              </a:rPr>
            </a:br>
            <a:br>
              <a:rPr b="1" lang="en" u="sng">
                <a:solidFill>
                  <a:schemeClr val="lt1"/>
                </a:solidFill>
              </a:rPr>
            </a:br>
            <a:r>
              <a:rPr b="1" lang="en" u="sng">
                <a:solidFill>
                  <a:schemeClr val="lt1"/>
                </a:solidFill>
                <a:hlinkClick r:id="rId6">
                  <a:extLst>
                    <a:ext uri="{A12FA001-AC4F-418D-AE19-62706E023703}">
                      <ahyp:hlinkClr val="tx"/>
                    </a:ext>
                  </a:extLst>
                </a:hlinkClick>
              </a:rPr>
              <a:t>Instagram</a:t>
            </a:r>
            <a:br>
              <a:rPr b="1" lang="en" u="sng">
                <a:solidFill>
                  <a:schemeClr val="lt1"/>
                </a:solidFill>
              </a:rPr>
            </a:br>
            <a:br>
              <a:rPr b="1" lang="en" u="sng">
                <a:solidFill>
                  <a:schemeClr val="lt1"/>
                </a:solidFill>
              </a:rPr>
            </a:br>
            <a:r>
              <a:rPr b="1" lang="en" u="sng">
                <a:solidFill>
                  <a:schemeClr val="lt1"/>
                </a:solidFill>
                <a:hlinkClick r:id="rId7">
                  <a:extLst>
                    <a:ext uri="{A12FA001-AC4F-418D-AE19-62706E023703}">
                      <ahyp:hlinkClr val="tx"/>
                    </a:ext>
                  </a:extLst>
                </a:hlinkClick>
              </a:rPr>
              <a:t>Facebook</a:t>
            </a:r>
            <a:endParaRPr b="1" u="sng">
              <a:solidFill>
                <a:schemeClr val="lt1"/>
              </a:solidFill>
            </a:endParaRPr>
          </a:p>
          <a:p>
            <a:pPr indent="0" lvl="0" marL="0" rtl="0" algn="l">
              <a:spcBef>
                <a:spcPts val="1000"/>
              </a:spcBef>
              <a:spcAft>
                <a:spcPts val="0"/>
              </a:spcAft>
              <a:buNone/>
            </a:pPr>
            <a:r>
              <a:t/>
            </a:r>
            <a:endParaRPr b="1"/>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049" name="Google Shape;1049;p103"/>
          <p:cNvSpPr txBox="1"/>
          <p:nvPr>
            <p:ph type="ctrTitle"/>
          </p:nvPr>
        </p:nvSpPr>
        <p:spPr>
          <a:xfrm>
            <a:off x="545450" y="1448400"/>
            <a:ext cx="5295300" cy="247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 You</a:t>
            </a:r>
            <a:endParaRPr/>
          </a:p>
          <a:p>
            <a:pPr indent="0" lvl="0" marL="0" rtl="0" algn="l">
              <a:spcBef>
                <a:spcPts val="0"/>
              </a:spcBef>
              <a:spcAft>
                <a:spcPts val="0"/>
              </a:spcAft>
              <a:buNone/>
            </a:pPr>
            <a:r>
              <a:rPr lang="en"/>
              <a:t>For Watching</a:t>
            </a:r>
            <a:endParaRPr/>
          </a:p>
        </p:txBody>
      </p:sp>
      <p:sp>
        <p:nvSpPr>
          <p:cNvPr id="1050" name="Google Shape;1050;p103"/>
          <p:cNvSpPr txBox="1"/>
          <p:nvPr>
            <p:ph idx="2" type="subTitle"/>
          </p:nvPr>
        </p:nvSpPr>
        <p:spPr>
          <a:xfrm>
            <a:off x="4688725" y="525600"/>
            <a:ext cx="3909900" cy="160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Design Week 2020</a:t>
            </a:r>
            <a:endParaRPr/>
          </a:p>
        </p:txBody>
      </p:sp>
      <p:sp>
        <p:nvSpPr>
          <p:cNvPr id="1051" name="Google Shape;1051;p103"/>
          <p:cNvSpPr txBox="1"/>
          <p:nvPr>
            <p:ph idx="3" type="subTitle"/>
          </p:nvPr>
        </p:nvSpPr>
        <p:spPr>
          <a:xfrm>
            <a:off x="4688725"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Paula Soto</a:t>
            </a:r>
            <a:endParaRPr/>
          </a:p>
        </p:txBody>
      </p:sp>
      <p:sp>
        <p:nvSpPr>
          <p:cNvPr id="1052" name="Google Shape;1052;p103"/>
          <p:cNvSpPr txBox="1"/>
          <p:nvPr>
            <p:ph idx="4" type="subTitle"/>
          </p:nvPr>
        </p:nvSpPr>
        <p:spPr>
          <a:xfrm>
            <a:off x="545450" y="4614750"/>
            <a:ext cx="3909900" cy="1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Ainize Medrano</a:t>
            </a:r>
            <a:endParaRPr/>
          </a:p>
        </p:txBody>
      </p:sp>
      <p:sp>
        <p:nvSpPr>
          <p:cNvPr id="1053" name="Google Shape;1053;p103"/>
          <p:cNvSpPr txBox="1"/>
          <p:nvPr>
            <p:ph idx="5" type="subTitle"/>
          </p:nvPr>
        </p:nvSpPr>
        <p:spPr>
          <a:xfrm>
            <a:off x="545450"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Speaker</a:t>
            </a:r>
            <a:endParaRPr/>
          </a:p>
        </p:txBody>
      </p:sp>
      <p:sp>
        <p:nvSpPr>
          <p:cNvPr id="1054" name="Google Shape;1054;p103"/>
          <p:cNvSpPr txBox="1"/>
          <p:nvPr>
            <p:ph idx="6" type="subTitle"/>
          </p:nvPr>
        </p:nvSpPr>
        <p:spPr>
          <a:xfrm>
            <a:off x="4688725" y="4454250"/>
            <a:ext cx="3909900" cy="1605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IN3S - TEMPLATE">
  <a:themeElements>
    <a:clrScheme name="Simple Light">
      <a:dk1>
        <a:srgbClr val="131313"/>
      </a:dk1>
      <a:lt1>
        <a:srgbClr val="FFFFFF"/>
      </a:lt1>
      <a:dk2>
        <a:srgbClr val="131313"/>
      </a:dk2>
      <a:lt2>
        <a:srgbClr val="FFFFFF"/>
      </a:lt2>
      <a:accent1>
        <a:srgbClr val="FF3535"/>
      </a:accent1>
      <a:accent2>
        <a:srgbClr val="003EFF"/>
      </a:accent2>
      <a:accent3>
        <a:srgbClr val="00F789"/>
      </a:accent3>
      <a:accent4>
        <a:srgbClr val="FFF527"/>
      </a:accent4>
      <a:accent5>
        <a:srgbClr val="B883F6"/>
      </a:accent5>
      <a:accent6>
        <a:srgbClr val="00D6FF"/>
      </a:accent6>
      <a:hlink>
        <a:srgbClr val="003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